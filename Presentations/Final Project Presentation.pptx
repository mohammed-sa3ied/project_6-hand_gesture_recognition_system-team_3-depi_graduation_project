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7"/>
  </p:notesMasterIdLst>
  <p:sldIdLst>
    <p:sldId id="256" r:id="rId2"/>
    <p:sldId id="312" r:id="rId3"/>
    <p:sldId id="258" r:id="rId4"/>
    <p:sldId id="260" r:id="rId5"/>
    <p:sldId id="261" r:id="rId6"/>
    <p:sldId id="259" r:id="rId7"/>
    <p:sldId id="307" r:id="rId8"/>
    <p:sldId id="276" r:id="rId9"/>
    <p:sldId id="263" r:id="rId10"/>
    <p:sldId id="262" r:id="rId11"/>
    <p:sldId id="277" r:id="rId12"/>
    <p:sldId id="311" r:id="rId13"/>
    <p:sldId id="308" r:id="rId14"/>
    <p:sldId id="268" r:id="rId15"/>
    <p:sldId id="309" r:id="rId16"/>
    <p:sldId id="314" r:id="rId17"/>
    <p:sldId id="313" r:id="rId18"/>
    <p:sldId id="315" r:id="rId19"/>
    <p:sldId id="316" r:id="rId20"/>
    <p:sldId id="317" r:id="rId21"/>
    <p:sldId id="318" r:id="rId22"/>
    <p:sldId id="310" r:id="rId23"/>
    <p:sldId id="267" r:id="rId24"/>
    <p:sldId id="281" r:id="rId25"/>
    <p:sldId id="270" r:id="rId26"/>
  </p:sldIdLst>
  <p:sldSz cx="9144000" cy="5143500" type="screen16x9"/>
  <p:notesSz cx="6858000" cy="9144000"/>
  <p:embeddedFontLst>
    <p:embeddedFont>
      <p:font typeface="Albert Sans" panose="020B0604020202020204" charset="0"/>
      <p:regular r:id="rId28"/>
      <p:bold r:id="rId29"/>
      <p:italic r:id="rId30"/>
      <p:boldItalic r:id="rId31"/>
    </p:embeddedFont>
    <p:embeddedFont>
      <p:font typeface="Albert Sans Medium" panose="020B0604020202020204" charset="0"/>
      <p:regular r:id="rId32"/>
      <p:bold r:id="rId33"/>
      <p:italic r:id="rId34"/>
      <p:boldItalic r:id="rId35"/>
    </p:embeddedFont>
    <p:embeddedFont>
      <p:font typeface="MS Reference Sans Serif" panose="020B0604030504040204" pitchFamily="34" charset="0"/>
      <p:regular r:id="rId36"/>
    </p:embeddedFont>
    <p:embeddedFont>
      <p:font typeface="Microsoft New Tai Lue" panose="020B0502040204020203" pitchFamily="34" charset="0"/>
      <p:regular r:id="rId37"/>
      <p:bold r:id="rId38"/>
    </p:embeddedFont>
    <p:embeddedFont>
      <p:font typeface="Lucida Console" panose="020B0609040504020204" pitchFamily="49" charset="0"/>
      <p:regular r:id="rId39"/>
    </p:embeddedFont>
    <p:embeddedFont>
      <p:font typeface="Albert Sans SemiBold" panose="020B0604020202020204" charset="0"/>
      <p:regular r:id="rId40"/>
      <p:bold r:id="rId41"/>
      <p:italic r:id="rId42"/>
      <p:boldItalic r:id="rId43"/>
    </p:embeddedFon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Bahnschrift Condensed" panose="020B0502040204020203" pitchFamily="34" charset="0"/>
      <p:regular r:id="rId48"/>
      <p:bold r:id="rId49"/>
    </p:embeddedFont>
    <p:embeddedFont>
      <p:font typeface="Arial Rounded MT Bold" panose="020F0704030504030204" pitchFamily="34" charset="0"/>
      <p:regular r:id="rId50"/>
    </p:embeddedFont>
    <p:embeddedFont>
      <p:font typeface="Bebas Neue" panose="020B0604020202020204" charset="0"/>
      <p:regular r:id="rId51"/>
    </p:embeddedFont>
    <p:embeddedFont>
      <p:font typeface="Bahnschrift SemiBold Condensed" panose="020B0502040204020203" pitchFamily="34" charset="0"/>
      <p:bold r:id="rId52"/>
    </p:embeddedFont>
    <p:embeddedFont>
      <p:font typeface="MV Boli" panose="02000500030200090000" pitchFamily="2" charset="0"/>
      <p:regular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2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A37785-ADA3-437F-86A3-51C4BC62C69E}">
  <a:tblStyle styleId="{1EA37785-ADA3-437F-86A3-51C4BC62C6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6" autoAdjust="0"/>
    <p:restoredTop sz="93464" autoAdjust="0"/>
  </p:normalViewPr>
  <p:slideViewPr>
    <p:cSldViewPr snapToGrid="0">
      <p:cViewPr varScale="1">
        <p:scale>
          <a:sx n="142" d="100"/>
          <a:sy n="142" d="100"/>
        </p:scale>
        <p:origin x="2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font" Target="fonts/font2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font" Target="fonts/font26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2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font" Target="fonts/font2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4CEAE6-71EC-4109-A2A2-79EC88BCF6D9}" type="doc">
      <dgm:prSet loTypeId="urn:microsoft.com/office/officeart/2009/3/layout/StepUpProcess" loCatId="process" qsTypeId="urn:microsoft.com/office/officeart/2005/8/quickstyle/3d5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859B0C4-0448-4BF2-AD9B-AAABFDA23ED5}">
      <dgm:prSet phldrT="[Text]" custT="1"/>
      <dgm:spPr/>
      <dgm:t>
        <a:bodyPr/>
        <a:lstStyle/>
        <a:p>
          <a:r>
            <a:rPr lang="en-US" sz="2400" b="1" cap="none" spc="0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 SemiBold Condensed" panose="020B0502040204020203" pitchFamily="34" charset="0"/>
            </a:rPr>
            <a:t>Introduction</a:t>
          </a:r>
          <a:endParaRPr lang="en-US" sz="2400" b="1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  <a:latin typeface="Bahnschrift SemiBold Condensed" panose="020B0502040204020203" pitchFamily="34" charset="0"/>
          </a:endParaRPr>
        </a:p>
      </dgm:t>
    </dgm:pt>
    <dgm:pt modelId="{FC0D8D8E-79F3-4B4D-839C-BDC8DA967296}" type="parTrans" cxnId="{CBDDD5EA-CC41-4670-98AB-B2AE75F67230}">
      <dgm:prSet/>
      <dgm:spPr/>
      <dgm:t>
        <a:bodyPr/>
        <a:lstStyle/>
        <a:p>
          <a:endParaRPr lang="en-US"/>
        </a:p>
      </dgm:t>
    </dgm:pt>
    <dgm:pt modelId="{284A67B8-27FD-4D07-A53B-A882F79F5523}" type="sibTrans" cxnId="{CBDDD5EA-CC41-4670-98AB-B2AE75F67230}">
      <dgm:prSet/>
      <dgm:spPr/>
      <dgm:t>
        <a:bodyPr/>
        <a:lstStyle/>
        <a:p>
          <a:endParaRPr lang="en-US"/>
        </a:p>
      </dgm:t>
    </dgm:pt>
    <dgm:pt modelId="{B0974509-B18B-4CE4-8302-FEEE7A464B3C}">
      <dgm:prSet phldrT="[Text]" custT="1"/>
      <dgm:spPr/>
      <dgm:t>
        <a:bodyPr/>
        <a:lstStyle/>
        <a:p>
          <a:r>
            <a:rPr lang="en-US" sz="2400" b="1" cap="none" spc="0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 SemiBold Condensed" panose="020B0502040204020203" pitchFamily="34" charset="0"/>
            </a:rPr>
            <a:t>Overview</a:t>
          </a:r>
          <a:endParaRPr lang="en-US" sz="2400" b="1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  <a:latin typeface="Bahnschrift SemiBold Condensed" panose="020B0502040204020203" pitchFamily="34" charset="0"/>
          </a:endParaRPr>
        </a:p>
      </dgm:t>
    </dgm:pt>
    <dgm:pt modelId="{983C6685-D243-46D2-925C-FF12AE6932D1}" type="parTrans" cxnId="{7A6B19B1-0FE8-485E-8F2A-4B675625DC0F}">
      <dgm:prSet/>
      <dgm:spPr/>
      <dgm:t>
        <a:bodyPr/>
        <a:lstStyle/>
        <a:p>
          <a:endParaRPr lang="en-US"/>
        </a:p>
      </dgm:t>
    </dgm:pt>
    <dgm:pt modelId="{57E7E72F-92A1-403F-BAEF-87FAC980DD72}" type="sibTrans" cxnId="{7A6B19B1-0FE8-485E-8F2A-4B675625DC0F}">
      <dgm:prSet/>
      <dgm:spPr/>
      <dgm:t>
        <a:bodyPr/>
        <a:lstStyle/>
        <a:p>
          <a:endParaRPr lang="en-US"/>
        </a:p>
      </dgm:t>
    </dgm:pt>
    <dgm:pt modelId="{A2D81308-367F-4663-BD22-9B6D24919BBE}">
      <dgm:prSet phldrT="[Text]" custT="1"/>
      <dgm:spPr/>
      <dgm:t>
        <a:bodyPr/>
        <a:lstStyle/>
        <a:p>
          <a:r>
            <a:rPr lang="en-US" sz="2400" b="1" cap="none" spc="0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 SemiBold Condensed" panose="020B0502040204020203" pitchFamily="34" charset="0"/>
            </a:rPr>
            <a:t>Demo &amp; Applications</a:t>
          </a:r>
          <a:endParaRPr lang="en-US" sz="2400" b="1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  <a:latin typeface="Bahnschrift SemiBold Condensed" panose="020B0502040204020203" pitchFamily="34" charset="0"/>
          </a:endParaRPr>
        </a:p>
      </dgm:t>
    </dgm:pt>
    <dgm:pt modelId="{9072CE76-617A-4C41-B3B1-8A25C2800171}" type="parTrans" cxnId="{1661273A-6418-4DFA-AB8D-7C491DC832C6}">
      <dgm:prSet/>
      <dgm:spPr/>
      <dgm:t>
        <a:bodyPr/>
        <a:lstStyle/>
        <a:p>
          <a:endParaRPr lang="en-US"/>
        </a:p>
      </dgm:t>
    </dgm:pt>
    <dgm:pt modelId="{26162D6F-FE3A-4651-AA4C-D74C05CC5C70}" type="sibTrans" cxnId="{1661273A-6418-4DFA-AB8D-7C491DC832C6}">
      <dgm:prSet/>
      <dgm:spPr/>
      <dgm:t>
        <a:bodyPr/>
        <a:lstStyle/>
        <a:p>
          <a:endParaRPr lang="en-US"/>
        </a:p>
      </dgm:t>
    </dgm:pt>
    <dgm:pt modelId="{4B44DAF0-97B0-4993-A201-C19FCABF8443}">
      <dgm:prSet custT="1"/>
      <dgm:spPr/>
      <dgm:t>
        <a:bodyPr/>
        <a:lstStyle/>
        <a:p>
          <a:r>
            <a:rPr lang="en-US" sz="2400" b="1" cap="none" spc="0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 SemiBold Condensed" panose="020B0502040204020203" pitchFamily="34" charset="0"/>
            </a:rPr>
            <a:t>ML Flow</a:t>
          </a:r>
          <a:endParaRPr lang="en-US" sz="2400" b="1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  <a:latin typeface="Bahnschrift SemiBold Condensed" panose="020B0502040204020203" pitchFamily="34" charset="0"/>
          </a:endParaRPr>
        </a:p>
      </dgm:t>
    </dgm:pt>
    <dgm:pt modelId="{42F02C43-8FBF-46E8-A1BA-9B3686C7F843}" type="parTrans" cxnId="{12B4FDC4-3340-4BC0-8110-624D9B8FE5CC}">
      <dgm:prSet/>
      <dgm:spPr/>
      <dgm:t>
        <a:bodyPr/>
        <a:lstStyle/>
        <a:p>
          <a:endParaRPr lang="en-US"/>
        </a:p>
      </dgm:t>
    </dgm:pt>
    <dgm:pt modelId="{2F418892-63E4-4754-8848-E3996400861A}" type="sibTrans" cxnId="{12B4FDC4-3340-4BC0-8110-624D9B8FE5CC}">
      <dgm:prSet/>
      <dgm:spPr/>
      <dgm:t>
        <a:bodyPr/>
        <a:lstStyle/>
        <a:p>
          <a:endParaRPr lang="en-US"/>
        </a:p>
      </dgm:t>
    </dgm:pt>
    <dgm:pt modelId="{E6D72C14-9785-406E-A8A1-1A7D1B4C41E6}">
      <dgm:prSet custT="1"/>
      <dgm:spPr/>
      <dgm:t>
        <a:bodyPr/>
        <a:lstStyle/>
        <a:p>
          <a:r>
            <a:rPr lang="en-US" sz="2400" b="1" cap="none" spc="0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 SemiBold Condensed" panose="020B0502040204020203" pitchFamily="34" charset="0"/>
            </a:rPr>
            <a:t>Conclusion</a:t>
          </a:r>
          <a:endParaRPr lang="en-US" sz="2400" b="1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  <a:latin typeface="Bahnschrift SemiBold Condensed" panose="020B0502040204020203" pitchFamily="34" charset="0"/>
          </a:endParaRPr>
        </a:p>
      </dgm:t>
    </dgm:pt>
    <dgm:pt modelId="{9B14E0CA-4423-476F-BA45-47A8B4C8FAB3}" type="parTrans" cxnId="{7151CF2E-01A6-4110-9217-A37F96E1AB4F}">
      <dgm:prSet/>
      <dgm:spPr/>
      <dgm:t>
        <a:bodyPr/>
        <a:lstStyle/>
        <a:p>
          <a:endParaRPr lang="en-US"/>
        </a:p>
      </dgm:t>
    </dgm:pt>
    <dgm:pt modelId="{F371BD98-1833-402D-A17F-56112FBCB46D}" type="sibTrans" cxnId="{7151CF2E-01A6-4110-9217-A37F96E1AB4F}">
      <dgm:prSet/>
      <dgm:spPr/>
      <dgm:t>
        <a:bodyPr/>
        <a:lstStyle/>
        <a:p>
          <a:endParaRPr lang="en-US"/>
        </a:p>
      </dgm:t>
    </dgm:pt>
    <dgm:pt modelId="{F7461E54-88AA-4533-9F5C-251F3C104E9C}" type="pres">
      <dgm:prSet presAssocID="{324CEAE6-71EC-4109-A2A2-79EC88BCF6D9}" presName="rootnode" presStyleCnt="0">
        <dgm:presLayoutVars>
          <dgm:chMax/>
          <dgm:chPref/>
          <dgm:dir/>
          <dgm:animLvl val="lvl"/>
        </dgm:presLayoutVars>
      </dgm:prSet>
      <dgm:spPr/>
    </dgm:pt>
    <dgm:pt modelId="{18CC0BA9-8025-4C65-BEEA-BB485ED7E4BF}" type="pres">
      <dgm:prSet presAssocID="{3859B0C4-0448-4BF2-AD9B-AAABFDA23ED5}" presName="composite" presStyleCnt="0"/>
      <dgm:spPr/>
    </dgm:pt>
    <dgm:pt modelId="{2E48131C-3F89-4D82-8BF9-ADB8B1FC8623}" type="pres">
      <dgm:prSet presAssocID="{3859B0C4-0448-4BF2-AD9B-AAABFDA23ED5}" presName="LShape" presStyleLbl="alignNode1" presStyleIdx="0" presStyleCnt="9"/>
      <dgm:spPr/>
    </dgm:pt>
    <dgm:pt modelId="{FD3ED91A-4D5E-49B4-997C-6209B2A40864}" type="pres">
      <dgm:prSet presAssocID="{3859B0C4-0448-4BF2-AD9B-AAABFDA23ED5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F8170CCC-3BBC-479C-9F00-CFAE25A16278}" type="pres">
      <dgm:prSet presAssocID="{3859B0C4-0448-4BF2-AD9B-AAABFDA23ED5}" presName="Triangle" presStyleLbl="alignNode1" presStyleIdx="1" presStyleCnt="9"/>
      <dgm:spPr/>
    </dgm:pt>
    <dgm:pt modelId="{757A2E3D-44EF-4BA0-8323-D564B2E18BBA}" type="pres">
      <dgm:prSet presAssocID="{284A67B8-27FD-4D07-A53B-A882F79F5523}" presName="sibTrans" presStyleCnt="0"/>
      <dgm:spPr/>
    </dgm:pt>
    <dgm:pt modelId="{A5365CCA-A34C-4309-92C2-6972373D736C}" type="pres">
      <dgm:prSet presAssocID="{284A67B8-27FD-4D07-A53B-A882F79F5523}" presName="space" presStyleCnt="0"/>
      <dgm:spPr/>
    </dgm:pt>
    <dgm:pt modelId="{FA343542-20E1-43FD-B2DA-BD60E2BB5E45}" type="pres">
      <dgm:prSet presAssocID="{B0974509-B18B-4CE4-8302-FEEE7A464B3C}" presName="composite" presStyleCnt="0"/>
      <dgm:spPr/>
    </dgm:pt>
    <dgm:pt modelId="{7750D1EF-9E14-463F-B4CA-AB58D15088FB}" type="pres">
      <dgm:prSet presAssocID="{B0974509-B18B-4CE4-8302-FEEE7A464B3C}" presName="LShape" presStyleLbl="alignNode1" presStyleIdx="2" presStyleCnt="9"/>
      <dgm:spPr/>
    </dgm:pt>
    <dgm:pt modelId="{AD510139-CB9B-4485-9923-A629EDF6F8F7}" type="pres">
      <dgm:prSet presAssocID="{B0974509-B18B-4CE4-8302-FEEE7A464B3C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3362A7-1E47-40CB-B0D8-65C6A106E2E1}" type="pres">
      <dgm:prSet presAssocID="{B0974509-B18B-4CE4-8302-FEEE7A464B3C}" presName="Triangle" presStyleLbl="alignNode1" presStyleIdx="3" presStyleCnt="9"/>
      <dgm:spPr/>
    </dgm:pt>
    <dgm:pt modelId="{13DCC839-E5BE-446C-A3F7-EEEDD7DD2A3D}" type="pres">
      <dgm:prSet presAssocID="{57E7E72F-92A1-403F-BAEF-87FAC980DD72}" presName="sibTrans" presStyleCnt="0"/>
      <dgm:spPr/>
    </dgm:pt>
    <dgm:pt modelId="{81175A1B-1395-47C1-9C5E-8E2D4DD89ED8}" type="pres">
      <dgm:prSet presAssocID="{57E7E72F-92A1-403F-BAEF-87FAC980DD72}" presName="space" presStyleCnt="0"/>
      <dgm:spPr/>
    </dgm:pt>
    <dgm:pt modelId="{DC05C498-E788-42EC-9E6D-AB51A531AEC1}" type="pres">
      <dgm:prSet presAssocID="{A2D81308-367F-4663-BD22-9B6D24919BBE}" presName="composite" presStyleCnt="0"/>
      <dgm:spPr/>
    </dgm:pt>
    <dgm:pt modelId="{E997B4B9-3D7D-4082-9DC9-A31014236B38}" type="pres">
      <dgm:prSet presAssocID="{A2D81308-367F-4663-BD22-9B6D24919BBE}" presName="LShape" presStyleLbl="alignNode1" presStyleIdx="4" presStyleCnt="9"/>
      <dgm:spPr/>
    </dgm:pt>
    <dgm:pt modelId="{3C83E1DC-DF26-4F74-993E-E3AA601F718A}" type="pres">
      <dgm:prSet presAssocID="{A2D81308-367F-4663-BD22-9B6D24919BBE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269C49-BAF1-4935-90FC-6F3544F39A36}" type="pres">
      <dgm:prSet presAssocID="{A2D81308-367F-4663-BD22-9B6D24919BBE}" presName="Triangle" presStyleLbl="alignNode1" presStyleIdx="5" presStyleCnt="9"/>
      <dgm:spPr/>
    </dgm:pt>
    <dgm:pt modelId="{1D183820-AB2D-4483-A95B-D1ABA9C60690}" type="pres">
      <dgm:prSet presAssocID="{26162D6F-FE3A-4651-AA4C-D74C05CC5C70}" presName="sibTrans" presStyleCnt="0"/>
      <dgm:spPr/>
    </dgm:pt>
    <dgm:pt modelId="{329E5AD6-6ADD-4C02-A046-8F7BF04B4076}" type="pres">
      <dgm:prSet presAssocID="{26162D6F-FE3A-4651-AA4C-D74C05CC5C70}" presName="space" presStyleCnt="0"/>
      <dgm:spPr/>
    </dgm:pt>
    <dgm:pt modelId="{9D014EDE-7F1B-4FED-9DCD-5C954D84585E}" type="pres">
      <dgm:prSet presAssocID="{4B44DAF0-97B0-4993-A201-C19FCABF8443}" presName="composite" presStyleCnt="0"/>
      <dgm:spPr/>
    </dgm:pt>
    <dgm:pt modelId="{D11B83EC-084A-46B9-A740-31F24DE1E323}" type="pres">
      <dgm:prSet presAssocID="{4B44DAF0-97B0-4993-A201-C19FCABF8443}" presName="LShape" presStyleLbl="alignNode1" presStyleIdx="6" presStyleCnt="9"/>
      <dgm:spPr/>
    </dgm:pt>
    <dgm:pt modelId="{54BB18F9-93F2-498A-A5B5-6AB41973C0B9}" type="pres">
      <dgm:prSet presAssocID="{4B44DAF0-97B0-4993-A201-C19FCABF8443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6B0E0951-601D-4D93-BB8E-ADCCE858A098}" type="pres">
      <dgm:prSet presAssocID="{4B44DAF0-97B0-4993-A201-C19FCABF8443}" presName="Triangle" presStyleLbl="alignNode1" presStyleIdx="7" presStyleCnt="9"/>
      <dgm:spPr/>
    </dgm:pt>
    <dgm:pt modelId="{D92CED3F-54F7-459D-9E61-60A912938068}" type="pres">
      <dgm:prSet presAssocID="{2F418892-63E4-4754-8848-E3996400861A}" presName="sibTrans" presStyleCnt="0"/>
      <dgm:spPr/>
    </dgm:pt>
    <dgm:pt modelId="{244C2081-0BFE-4661-9B2D-EBD2ACEAA96C}" type="pres">
      <dgm:prSet presAssocID="{2F418892-63E4-4754-8848-E3996400861A}" presName="space" presStyleCnt="0"/>
      <dgm:spPr/>
    </dgm:pt>
    <dgm:pt modelId="{D3B9694C-FFEC-4DC7-8C6B-1E18EB063E0D}" type="pres">
      <dgm:prSet presAssocID="{E6D72C14-9785-406E-A8A1-1A7D1B4C41E6}" presName="composite" presStyleCnt="0"/>
      <dgm:spPr/>
    </dgm:pt>
    <dgm:pt modelId="{593C37ED-585E-411D-8C87-E63C34268A53}" type="pres">
      <dgm:prSet presAssocID="{E6D72C14-9785-406E-A8A1-1A7D1B4C41E6}" presName="LShape" presStyleLbl="alignNode1" presStyleIdx="8" presStyleCnt="9"/>
      <dgm:spPr/>
    </dgm:pt>
    <dgm:pt modelId="{8E7BC00E-413A-456A-B465-0E89CCA6F30F}" type="pres">
      <dgm:prSet presAssocID="{E6D72C14-9785-406E-A8A1-1A7D1B4C41E6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F6270A-2FB3-4F05-BA42-16B0172AC214}" type="presOf" srcId="{4B44DAF0-97B0-4993-A201-C19FCABF8443}" destId="{54BB18F9-93F2-498A-A5B5-6AB41973C0B9}" srcOrd="0" destOrd="0" presId="urn:microsoft.com/office/officeart/2009/3/layout/StepUpProcess"/>
    <dgm:cxn modelId="{12B4FDC4-3340-4BC0-8110-624D9B8FE5CC}" srcId="{324CEAE6-71EC-4109-A2A2-79EC88BCF6D9}" destId="{4B44DAF0-97B0-4993-A201-C19FCABF8443}" srcOrd="3" destOrd="0" parTransId="{42F02C43-8FBF-46E8-A1BA-9B3686C7F843}" sibTransId="{2F418892-63E4-4754-8848-E3996400861A}"/>
    <dgm:cxn modelId="{7A6B19B1-0FE8-485E-8F2A-4B675625DC0F}" srcId="{324CEAE6-71EC-4109-A2A2-79EC88BCF6D9}" destId="{B0974509-B18B-4CE4-8302-FEEE7A464B3C}" srcOrd="1" destOrd="0" parTransId="{983C6685-D243-46D2-925C-FF12AE6932D1}" sibTransId="{57E7E72F-92A1-403F-BAEF-87FAC980DD72}"/>
    <dgm:cxn modelId="{CBDDD5EA-CC41-4670-98AB-B2AE75F67230}" srcId="{324CEAE6-71EC-4109-A2A2-79EC88BCF6D9}" destId="{3859B0C4-0448-4BF2-AD9B-AAABFDA23ED5}" srcOrd="0" destOrd="0" parTransId="{FC0D8D8E-79F3-4B4D-839C-BDC8DA967296}" sibTransId="{284A67B8-27FD-4D07-A53B-A882F79F5523}"/>
    <dgm:cxn modelId="{EE33715E-EAE3-48AC-B5D0-9BE146BB6148}" type="presOf" srcId="{E6D72C14-9785-406E-A8A1-1A7D1B4C41E6}" destId="{8E7BC00E-413A-456A-B465-0E89CCA6F30F}" srcOrd="0" destOrd="0" presId="urn:microsoft.com/office/officeart/2009/3/layout/StepUpProcess"/>
    <dgm:cxn modelId="{1661273A-6418-4DFA-AB8D-7C491DC832C6}" srcId="{324CEAE6-71EC-4109-A2A2-79EC88BCF6D9}" destId="{A2D81308-367F-4663-BD22-9B6D24919BBE}" srcOrd="2" destOrd="0" parTransId="{9072CE76-617A-4C41-B3B1-8A25C2800171}" sibTransId="{26162D6F-FE3A-4651-AA4C-D74C05CC5C70}"/>
    <dgm:cxn modelId="{3CF6DC86-E757-4162-A283-6007936763A4}" type="presOf" srcId="{3859B0C4-0448-4BF2-AD9B-AAABFDA23ED5}" destId="{FD3ED91A-4D5E-49B4-997C-6209B2A40864}" srcOrd="0" destOrd="0" presId="urn:microsoft.com/office/officeart/2009/3/layout/StepUpProcess"/>
    <dgm:cxn modelId="{8AFDE3ED-4172-4680-93B3-5C69A364F337}" type="presOf" srcId="{A2D81308-367F-4663-BD22-9B6D24919BBE}" destId="{3C83E1DC-DF26-4F74-993E-E3AA601F718A}" srcOrd="0" destOrd="0" presId="urn:microsoft.com/office/officeart/2009/3/layout/StepUpProcess"/>
    <dgm:cxn modelId="{0807AC9E-112B-4DA6-9276-413F82D9DB38}" type="presOf" srcId="{B0974509-B18B-4CE4-8302-FEEE7A464B3C}" destId="{AD510139-CB9B-4485-9923-A629EDF6F8F7}" srcOrd="0" destOrd="0" presId="urn:microsoft.com/office/officeart/2009/3/layout/StepUpProcess"/>
    <dgm:cxn modelId="{BC8A4130-EDA5-43B8-AB36-C77A25A66978}" type="presOf" srcId="{324CEAE6-71EC-4109-A2A2-79EC88BCF6D9}" destId="{F7461E54-88AA-4533-9F5C-251F3C104E9C}" srcOrd="0" destOrd="0" presId="urn:microsoft.com/office/officeart/2009/3/layout/StepUpProcess"/>
    <dgm:cxn modelId="{7151CF2E-01A6-4110-9217-A37F96E1AB4F}" srcId="{324CEAE6-71EC-4109-A2A2-79EC88BCF6D9}" destId="{E6D72C14-9785-406E-A8A1-1A7D1B4C41E6}" srcOrd="4" destOrd="0" parTransId="{9B14E0CA-4423-476F-BA45-47A8B4C8FAB3}" sibTransId="{F371BD98-1833-402D-A17F-56112FBCB46D}"/>
    <dgm:cxn modelId="{946BD356-E332-4E0E-86EB-A4DFE7BF1282}" type="presParOf" srcId="{F7461E54-88AA-4533-9F5C-251F3C104E9C}" destId="{18CC0BA9-8025-4C65-BEEA-BB485ED7E4BF}" srcOrd="0" destOrd="0" presId="urn:microsoft.com/office/officeart/2009/3/layout/StepUpProcess"/>
    <dgm:cxn modelId="{C0D9356C-0EF1-47D9-8630-D2287299269D}" type="presParOf" srcId="{18CC0BA9-8025-4C65-BEEA-BB485ED7E4BF}" destId="{2E48131C-3F89-4D82-8BF9-ADB8B1FC8623}" srcOrd="0" destOrd="0" presId="urn:microsoft.com/office/officeart/2009/3/layout/StepUpProcess"/>
    <dgm:cxn modelId="{C3596426-CCB3-4EF6-B6F6-263A06498ABA}" type="presParOf" srcId="{18CC0BA9-8025-4C65-BEEA-BB485ED7E4BF}" destId="{FD3ED91A-4D5E-49B4-997C-6209B2A40864}" srcOrd="1" destOrd="0" presId="urn:microsoft.com/office/officeart/2009/3/layout/StepUpProcess"/>
    <dgm:cxn modelId="{E7F85F71-54BF-4F40-B913-04C23C944998}" type="presParOf" srcId="{18CC0BA9-8025-4C65-BEEA-BB485ED7E4BF}" destId="{F8170CCC-3BBC-479C-9F00-CFAE25A16278}" srcOrd="2" destOrd="0" presId="urn:microsoft.com/office/officeart/2009/3/layout/StepUpProcess"/>
    <dgm:cxn modelId="{306C7CD5-67F1-4BB6-90EC-9C229A8EF870}" type="presParOf" srcId="{F7461E54-88AA-4533-9F5C-251F3C104E9C}" destId="{757A2E3D-44EF-4BA0-8323-D564B2E18BBA}" srcOrd="1" destOrd="0" presId="urn:microsoft.com/office/officeart/2009/3/layout/StepUpProcess"/>
    <dgm:cxn modelId="{E495A92F-B604-49E0-BD2A-4D00C0308C34}" type="presParOf" srcId="{757A2E3D-44EF-4BA0-8323-D564B2E18BBA}" destId="{A5365CCA-A34C-4309-92C2-6972373D736C}" srcOrd="0" destOrd="0" presId="urn:microsoft.com/office/officeart/2009/3/layout/StepUpProcess"/>
    <dgm:cxn modelId="{37EF5894-EB45-4CAD-B25A-02A452BE1ADC}" type="presParOf" srcId="{F7461E54-88AA-4533-9F5C-251F3C104E9C}" destId="{FA343542-20E1-43FD-B2DA-BD60E2BB5E45}" srcOrd="2" destOrd="0" presId="urn:microsoft.com/office/officeart/2009/3/layout/StepUpProcess"/>
    <dgm:cxn modelId="{17E3E66F-0C39-43B5-94DC-17ACCBEA1D4A}" type="presParOf" srcId="{FA343542-20E1-43FD-B2DA-BD60E2BB5E45}" destId="{7750D1EF-9E14-463F-B4CA-AB58D15088FB}" srcOrd="0" destOrd="0" presId="urn:microsoft.com/office/officeart/2009/3/layout/StepUpProcess"/>
    <dgm:cxn modelId="{C14AD42F-9163-4C85-9ABD-AA2B6DBB3AB9}" type="presParOf" srcId="{FA343542-20E1-43FD-B2DA-BD60E2BB5E45}" destId="{AD510139-CB9B-4485-9923-A629EDF6F8F7}" srcOrd="1" destOrd="0" presId="urn:microsoft.com/office/officeart/2009/3/layout/StepUpProcess"/>
    <dgm:cxn modelId="{402C1BCD-E292-4759-8E35-2E576C971DB2}" type="presParOf" srcId="{FA343542-20E1-43FD-B2DA-BD60E2BB5E45}" destId="{353362A7-1E47-40CB-B0D8-65C6A106E2E1}" srcOrd="2" destOrd="0" presId="urn:microsoft.com/office/officeart/2009/3/layout/StepUpProcess"/>
    <dgm:cxn modelId="{4637D527-69A3-4522-BED4-3DD24A0FD5A7}" type="presParOf" srcId="{F7461E54-88AA-4533-9F5C-251F3C104E9C}" destId="{13DCC839-E5BE-446C-A3F7-EEEDD7DD2A3D}" srcOrd="3" destOrd="0" presId="urn:microsoft.com/office/officeart/2009/3/layout/StepUpProcess"/>
    <dgm:cxn modelId="{14EDE539-44D1-46DF-A246-3D174B899A4E}" type="presParOf" srcId="{13DCC839-E5BE-446C-A3F7-EEEDD7DD2A3D}" destId="{81175A1B-1395-47C1-9C5E-8E2D4DD89ED8}" srcOrd="0" destOrd="0" presId="urn:microsoft.com/office/officeart/2009/3/layout/StepUpProcess"/>
    <dgm:cxn modelId="{6AB424B7-7BE3-4FD1-94E9-814B05191146}" type="presParOf" srcId="{F7461E54-88AA-4533-9F5C-251F3C104E9C}" destId="{DC05C498-E788-42EC-9E6D-AB51A531AEC1}" srcOrd="4" destOrd="0" presId="urn:microsoft.com/office/officeart/2009/3/layout/StepUpProcess"/>
    <dgm:cxn modelId="{E67AFB67-EAC5-4D25-9EF3-02F72A1CD638}" type="presParOf" srcId="{DC05C498-E788-42EC-9E6D-AB51A531AEC1}" destId="{E997B4B9-3D7D-4082-9DC9-A31014236B38}" srcOrd="0" destOrd="0" presId="urn:microsoft.com/office/officeart/2009/3/layout/StepUpProcess"/>
    <dgm:cxn modelId="{2366EC7A-726F-4D5C-B2D1-C2ED2F5BCA06}" type="presParOf" srcId="{DC05C498-E788-42EC-9E6D-AB51A531AEC1}" destId="{3C83E1DC-DF26-4F74-993E-E3AA601F718A}" srcOrd="1" destOrd="0" presId="urn:microsoft.com/office/officeart/2009/3/layout/StepUpProcess"/>
    <dgm:cxn modelId="{87F5ADC5-71F2-4BAA-B2B3-62A2E8D5C3AA}" type="presParOf" srcId="{DC05C498-E788-42EC-9E6D-AB51A531AEC1}" destId="{B8269C49-BAF1-4935-90FC-6F3544F39A36}" srcOrd="2" destOrd="0" presId="urn:microsoft.com/office/officeart/2009/3/layout/StepUpProcess"/>
    <dgm:cxn modelId="{E58A286E-9D16-4580-8AEC-44A7B2961B42}" type="presParOf" srcId="{F7461E54-88AA-4533-9F5C-251F3C104E9C}" destId="{1D183820-AB2D-4483-A95B-D1ABA9C60690}" srcOrd="5" destOrd="0" presId="urn:microsoft.com/office/officeart/2009/3/layout/StepUpProcess"/>
    <dgm:cxn modelId="{1742982D-3EAD-4647-9869-D187976A541B}" type="presParOf" srcId="{1D183820-AB2D-4483-A95B-D1ABA9C60690}" destId="{329E5AD6-6ADD-4C02-A046-8F7BF04B4076}" srcOrd="0" destOrd="0" presId="urn:microsoft.com/office/officeart/2009/3/layout/StepUpProcess"/>
    <dgm:cxn modelId="{DBF3DC3A-B5E0-476E-95D9-4784788CA49F}" type="presParOf" srcId="{F7461E54-88AA-4533-9F5C-251F3C104E9C}" destId="{9D014EDE-7F1B-4FED-9DCD-5C954D84585E}" srcOrd="6" destOrd="0" presId="urn:microsoft.com/office/officeart/2009/3/layout/StepUpProcess"/>
    <dgm:cxn modelId="{1D4835DA-E50F-4FB1-9BCF-751720C6ADE1}" type="presParOf" srcId="{9D014EDE-7F1B-4FED-9DCD-5C954D84585E}" destId="{D11B83EC-084A-46B9-A740-31F24DE1E323}" srcOrd="0" destOrd="0" presId="urn:microsoft.com/office/officeart/2009/3/layout/StepUpProcess"/>
    <dgm:cxn modelId="{4E0738F3-D884-4208-8E92-9636B6587896}" type="presParOf" srcId="{9D014EDE-7F1B-4FED-9DCD-5C954D84585E}" destId="{54BB18F9-93F2-498A-A5B5-6AB41973C0B9}" srcOrd="1" destOrd="0" presId="urn:microsoft.com/office/officeart/2009/3/layout/StepUpProcess"/>
    <dgm:cxn modelId="{503E8116-9B7A-4634-AF71-39C17D3AD8B4}" type="presParOf" srcId="{9D014EDE-7F1B-4FED-9DCD-5C954D84585E}" destId="{6B0E0951-601D-4D93-BB8E-ADCCE858A098}" srcOrd="2" destOrd="0" presId="urn:microsoft.com/office/officeart/2009/3/layout/StepUpProcess"/>
    <dgm:cxn modelId="{BE496FA4-6482-43ED-81AE-08A5A518E150}" type="presParOf" srcId="{F7461E54-88AA-4533-9F5C-251F3C104E9C}" destId="{D92CED3F-54F7-459D-9E61-60A912938068}" srcOrd="7" destOrd="0" presId="urn:microsoft.com/office/officeart/2009/3/layout/StepUpProcess"/>
    <dgm:cxn modelId="{80FB46C6-420F-4133-A90B-A9D901E248A1}" type="presParOf" srcId="{D92CED3F-54F7-459D-9E61-60A912938068}" destId="{244C2081-0BFE-4661-9B2D-EBD2ACEAA96C}" srcOrd="0" destOrd="0" presId="urn:microsoft.com/office/officeart/2009/3/layout/StepUpProcess"/>
    <dgm:cxn modelId="{83C9C803-EF7B-4B8B-BC63-3468F153E5CC}" type="presParOf" srcId="{F7461E54-88AA-4533-9F5C-251F3C104E9C}" destId="{D3B9694C-FFEC-4DC7-8C6B-1E18EB063E0D}" srcOrd="8" destOrd="0" presId="urn:microsoft.com/office/officeart/2009/3/layout/StepUpProcess"/>
    <dgm:cxn modelId="{1F7A079D-F530-40CA-AC31-C0E5D3C6BCEC}" type="presParOf" srcId="{D3B9694C-FFEC-4DC7-8C6B-1E18EB063E0D}" destId="{593C37ED-585E-411D-8C87-E63C34268A53}" srcOrd="0" destOrd="0" presId="urn:microsoft.com/office/officeart/2009/3/layout/StepUpProcess"/>
    <dgm:cxn modelId="{65FA3F86-4983-410F-87A9-7D6D01D2DC4E}" type="presParOf" srcId="{D3B9694C-FFEC-4DC7-8C6B-1E18EB063E0D}" destId="{8E7BC00E-413A-456A-B465-0E89CCA6F30F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8131C-3F89-4D82-8BF9-ADB8B1FC8623}">
      <dsp:nvSpPr>
        <dsp:cNvPr id="0" name=""/>
        <dsp:cNvSpPr/>
      </dsp:nvSpPr>
      <dsp:spPr>
        <a:xfrm rot="5400000">
          <a:off x="318741" y="1980268"/>
          <a:ext cx="955385" cy="1589740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ED91A-4D5E-49B4-997C-6209B2A40864}">
      <dsp:nvSpPr>
        <dsp:cNvPr id="0" name=""/>
        <dsp:cNvSpPr/>
      </dsp:nvSpPr>
      <dsp:spPr>
        <a:xfrm>
          <a:off x="159264" y="2455258"/>
          <a:ext cx="1435226" cy="1258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cap="none" spc="0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 SemiBold Condensed" panose="020B0502040204020203" pitchFamily="34" charset="0"/>
            </a:rPr>
            <a:t>Introduction</a:t>
          </a:r>
          <a:endParaRPr lang="en-US" sz="2400" b="1" kern="1200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  <a:latin typeface="Bahnschrift SemiBold Condensed" panose="020B0502040204020203" pitchFamily="34" charset="0"/>
          </a:endParaRPr>
        </a:p>
      </dsp:txBody>
      <dsp:txXfrm>
        <a:off x="159264" y="2455258"/>
        <a:ext cx="1435226" cy="1258060"/>
      </dsp:txXfrm>
    </dsp:sp>
    <dsp:sp modelId="{F8170CCC-3BBC-479C-9F00-CFAE25A16278}">
      <dsp:nvSpPr>
        <dsp:cNvPr id="0" name=""/>
        <dsp:cNvSpPr/>
      </dsp:nvSpPr>
      <dsp:spPr>
        <a:xfrm>
          <a:off x="1323693" y="1863230"/>
          <a:ext cx="270797" cy="270797"/>
        </a:xfrm>
        <a:prstGeom prst="triangle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0D1EF-9E14-463F-B4CA-AB58D15088FB}">
      <dsp:nvSpPr>
        <dsp:cNvPr id="0" name=""/>
        <dsp:cNvSpPr/>
      </dsp:nvSpPr>
      <dsp:spPr>
        <a:xfrm rot="5400000">
          <a:off x="2075739" y="1545498"/>
          <a:ext cx="955385" cy="1589740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10139-CB9B-4485-9923-A629EDF6F8F7}">
      <dsp:nvSpPr>
        <dsp:cNvPr id="0" name=""/>
        <dsp:cNvSpPr/>
      </dsp:nvSpPr>
      <dsp:spPr>
        <a:xfrm>
          <a:off x="1916262" y="2020487"/>
          <a:ext cx="1435226" cy="1258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cap="none" spc="0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 SemiBold Condensed" panose="020B0502040204020203" pitchFamily="34" charset="0"/>
            </a:rPr>
            <a:t>Overview</a:t>
          </a:r>
          <a:endParaRPr lang="en-US" sz="2400" b="1" kern="1200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  <a:latin typeface="Bahnschrift SemiBold Condensed" panose="020B0502040204020203" pitchFamily="34" charset="0"/>
          </a:endParaRPr>
        </a:p>
      </dsp:txBody>
      <dsp:txXfrm>
        <a:off x="1916262" y="2020487"/>
        <a:ext cx="1435226" cy="1258060"/>
      </dsp:txXfrm>
    </dsp:sp>
    <dsp:sp modelId="{353362A7-1E47-40CB-B0D8-65C6A106E2E1}">
      <dsp:nvSpPr>
        <dsp:cNvPr id="0" name=""/>
        <dsp:cNvSpPr/>
      </dsp:nvSpPr>
      <dsp:spPr>
        <a:xfrm>
          <a:off x="3080691" y="1428459"/>
          <a:ext cx="270797" cy="270797"/>
        </a:xfrm>
        <a:prstGeom prst="triangle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7B4B9-3D7D-4082-9DC9-A31014236B38}">
      <dsp:nvSpPr>
        <dsp:cNvPr id="0" name=""/>
        <dsp:cNvSpPr/>
      </dsp:nvSpPr>
      <dsp:spPr>
        <a:xfrm rot="5400000">
          <a:off x="3832737" y="1110727"/>
          <a:ext cx="955385" cy="1589740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3E1DC-DF26-4F74-993E-E3AA601F718A}">
      <dsp:nvSpPr>
        <dsp:cNvPr id="0" name=""/>
        <dsp:cNvSpPr/>
      </dsp:nvSpPr>
      <dsp:spPr>
        <a:xfrm>
          <a:off x="3673259" y="1585717"/>
          <a:ext cx="1435226" cy="1258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cap="none" spc="0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 SemiBold Condensed" panose="020B0502040204020203" pitchFamily="34" charset="0"/>
            </a:rPr>
            <a:t>Demo &amp; Applications</a:t>
          </a:r>
          <a:endParaRPr lang="en-US" sz="2400" b="1" kern="1200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  <a:latin typeface="Bahnschrift SemiBold Condensed" panose="020B0502040204020203" pitchFamily="34" charset="0"/>
          </a:endParaRPr>
        </a:p>
      </dsp:txBody>
      <dsp:txXfrm>
        <a:off x="3673259" y="1585717"/>
        <a:ext cx="1435226" cy="1258060"/>
      </dsp:txXfrm>
    </dsp:sp>
    <dsp:sp modelId="{B8269C49-BAF1-4935-90FC-6F3544F39A36}">
      <dsp:nvSpPr>
        <dsp:cNvPr id="0" name=""/>
        <dsp:cNvSpPr/>
      </dsp:nvSpPr>
      <dsp:spPr>
        <a:xfrm>
          <a:off x="4837689" y="993688"/>
          <a:ext cx="270797" cy="270797"/>
        </a:xfrm>
        <a:prstGeom prst="triangle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B83EC-084A-46B9-A740-31F24DE1E323}">
      <dsp:nvSpPr>
        <dsp:cNvPr id="0" name=""/>
        <dsp:cNvSpPr/>
      </dsp:nvSpPr>
      <dsp:spPr>
        <a:xfrm rot="5400000">
          <a:off x="5589735" y="675956"/>
          <a:ext cx="955385" cy="1589740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BB18F9-93F2-498A-A5B5-6AB41973C0B9}">
      <dsp:nvSpPr>
        <dsp:cNvPr id="0" name=""/>
        <dsp:cNvSpPr/>
      </dsp:nvSpPr>
      <dsp:spPr>
        <a:xfrm>
          <a:off x="5430257" y="1150946"/>
          <a:ext cx="1435226" cy="1258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cap="none" spc="0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 SemiBold Condensed" panose="020B0502040204020203" pitchFamily="34" charset="0"/>
            </a:rPr>
            <a:t>ML Flow</a:t>
          </a:r>
          <a:endParaRPr lang="en-US" sz="2400" b="1" kern="1200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  <a:latin typeface="Bahnschrift SemiBold Condensed" panose="020B0502040204020203" pitchFamily="34" charset="0"/>
          </a:endParaRPr>
        </a:p>
      </dsp:txBody>
      <dsp:txXfrm>
        <a:off x="5430257" y="1150946"/>
        <a:ext cx="1435226" cy="1258060"/>
      </dsp:txXfrm>
    </dsp:sp>
    <dsp:sp modelId="{6B0E0951-601D-4D93-BB8E-ADCCE858A098}">
      <dsp:nvSpPr>
        <dsp:cNvPr id="0" name=""/>
        <dsp:cNvSpPr/>
      </dsp:nvSpPr>
      <dsp:spPr>
        <a:xfrm>
          <a:off x="6594687" y="558917"/>
          <a:ext cx="270797" cy="270797"/>
        </a:xfrm>
        <a:prstGeom prst="triangle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C37ED-585E-411D-8C87-E63C34268A53}">
      <dsp:nvSpPr>
        <dsp:cNvPr id="0" name=""/>
        <dsp:cNvSpPr/>
      </dsp:nvSpPr>
      <dsp:spPr>
        <a:xfrm rot="5400000">
          <a:off x="7346733" y="241185"/>
          <a:ext cx="955385" cy="1589740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7BC00E-413A-456A-B465-0E89CCA6F30F}">
      <dsp:nvSpPr>
        <dsp:cNvPr id="0" name=""/>
        <dsp:cNvSpPr/>
      </dsp:nvSpPr>
      <dsp:spPr>
        <a:xfrm>
          <a:off x="7187255" y="716175"/>
          <a:ext cx="1435226" cy="1258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cap="none" spc="0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 SemiBold Condensed" panose="020B0502040204020203" pitchFamily="34" charset="0"/>
            </a:rPr>
            <a:t>Conclusion</a:t>
          </a:r>
          <a:endParaRPr lang="en-US" sz="2400" b="1" kern="1200" cap="none" spc="0" dirty="0">
            <a:ln w="6600">
              <a:solidFill>
                <a:schemeClr val="accent2"/>
              </a:solidFill>
              <a:prstDash val="solid"/>
            </a:ln>
            <a:solidFill>
              <a:srgbClr val="FFFFFF"/>
            </a:solidFill>
            <a:effectLst>
              <a:outerShdw dist="38100" dir="2700000" algn="tl" rotWithShape="0">
                <a:schemeClr val="accent2"/>
              </a:outerShdw>
            </a:effectLst>
            <a:latin typeface="Bahnschrift SemiBold Condensed" panose="020B0502040204020203" pitchFamily="34" charset="0"/>
          </a:endParaRPr>
        </a:p>
      </dsp:txBody>
      <dsp:txXfrm>
        <a:off x="7187255" y="716175"/>
        <a:ext cx="1435226" cy="1258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3db0444bb5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3db0444bb5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db0444bb5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3db0444bb5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3db4142793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3db4142793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3db4142793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3db4142793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E465B409-B408-870D-53AA-CEA6C16F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db0444bb5_0_687:notes">
            <a:extLst>
              <a:ext uri="{FF2B5EF4-FFF2-40B4-BE49-F238E27FC236}">
                <a16:creationId xmlns:a16="http://schemas.microsoft.com/office/drawing/2014/main" id="{1FE639A6-460C-E534-8DE1-2AA656A3C0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3db0444bb5_0_687:notes">
            <a:extLst>
              <a:ext uri="{FF2B5EF4-FFF2-40B4-BE49-F238E27FC236}">
                <a16:creationId xmlns:a16="http://schemas.microsoft.com/office/drawing/2014/main" id="{79D20FE0-67E1-5B44-D79D-D00169B78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119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3db4142793_1_1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3db4142793_1_1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3db0444bb5_0_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3db0444bb5_0_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3db4142793_1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3db4142793_1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3db4142793_1_10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3db4142793_1_10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>
          <a:extLst>
            <a:ext uri="{FF2B5EF4-FFF2-40B4-BE49-F238E27FC236}">
              <a16:creationId xmlns:a16="http://schemas.microsoft.com/office/drawing/2014/main" id="{B11E4B84-0A8E-F295-02D5-6C70442DA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3db4142793_1_591:notes">
            <a:extLst>
              <a:ext uri="{FF2B5EF4-FFF2-40B4-BE49-F238E27FC236}">
                <a16:creationId xmlns:a16="http://schemas.microsoft.com/office/drawing/2014/main" id="{6FE39F2A-8D23-96C7-3BB9-5D861F766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3db4142793_1_591:notes">
            <a:extLst>
              <a:ext uri="{FF2B5EF4-FFF2-40B4-BE49-F238E27FC236}">
                <a16:creationId xmlns:a16="http://schemas.microsoft.com/office/drawing/2014/main" id="{B6CF6B78-692E-29AD-8311-454551EB5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57197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F97AA3FE-BF18-C079-8B75-35569D301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db0444bb5_0_687:notes">
            <a:extLst>
              <a:ext uri="{FF2B5EF4-FFF2-40B4-BE49-F238E27FC236}">
                <a16:creationId xmlns:a16="http://schemas.microsoft.com/office/drawing/2014/main" id="{0E158411-18AB-5BB9-9C8F-F9B1B71B0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3db0444bb5_0_687:notes">
            <a:extLst>
              <a:ext uri="{FF2B5EF4-FFF2-40B4-BE49-F238E27FC236}">
                <a16:creationId xmlns:a16="http://schemas.microsoft.com/office/drawing/2014/main" id="{3C7199E0-2FB1-4CA4-10BB-06EE0822D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9178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3db4142793_1_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3db4142793_1_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7048E916-35D9-1873-D017-A32FBC6BD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db0444bb5_0_687:notes">
            <a:extLst>
              <a:ext uri="{FF2B5EF4-FFF2-40B4-BE49-F238E27FC236}">
                <a16:creationId xmlns:a16="http://schemas.microsoft.com/office/drawing/2014/main" id="{7535A025-23F7-5746-C07F-FA6D52D63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3db0444bb5_0_687:notes">
            <a:extLst>
              <a:ext uri="{FF2B5EF4-FFF2-40B4-BE49-F238E27FC236}">
                <a16:creationId xmlns:a16="http://schemas.microsoft.com/office/drawing/2014/main" id="{C37611BB-4357-72DB-6B10-F781FDA5F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631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7048E916-35D9-1873-D017-A32FBC6BD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3db0444bb5_0_687:notes">
            <a:extLst>
              <a:ext uri="{FF2B5EF4-FFF2-40B4-BE49-F238E27FC236}">
                <a16:creationId xmlns:a16="http://schemas.microsoft.com/office/drawing/2014/main" id="{7535A025-23F7-5746-C07F-FA6D52D63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3db0444bb5_0_687:notes">
            <a:extLst>
              <a:ext uri="{FF2B5EF4-FFF2-40B4-BE49-F238E27FC236}">
                <a16:creationId xmlns:a16="http://schemas.microsoft.com/office/drawing/2014/main" id="{C37611BB-4357-72DB-6B10-F781FDA5F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9783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3db4142793_1_6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3db4142793_1_6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3db4142793_1_1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13db4142793_1_1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3db4142793_1_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3db4142793_1_6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801500" y="1171050"/>
            <a:ext cx="5541000" cy="239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801500" y="3562950"/>
            <a:ext cx="5541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highlight>
                  <a:schemeClr val="dk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667550" y="2264850"/>
            <a:ext cx="5808900" cy="9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2391900" y="1316550"/>
            <a:ext cx="4360200" cy="11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391900" y="3217050"/>
            <a:ext cx="43602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58700" y="1467725"/>
            <a:ext cx="4626600" cy="10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highlight>
                  <a:schemeClr val="dk1"/>
                </a:highlight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" name="Google Shape;2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525398" y="2100025"/>
            <a:ext cx="2751300" cy="102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1525405" y="1676425"/>
            <a:ext cx="27513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4867295" y="2995350"/>
            <a:ext cx="2751300" cy="102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4867302" y="2571750"/>
            <a:ext cx="27513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248425" y="1182450"/>
            <a:ext cx="588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1248425" y="1882650"/>
            <a:ext cx="4454100" cy="20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672850" y="1582500"/>
            <a:ext cx="4756200" cy="7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672850" y="2368500"/>
            <a:ext cx="4756200" cy="11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hasCustomPrompt="1"/>
          </p:nvPr>
        </p:nvSpPr>
        <p:spPr>
          <a:xfrm>
            <a:off x="944850" y="1556475"/>
            <a:ext cx="7128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57493" y="1983675"/>
            <a:ext cx="22854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2"/>
          </p:nvPr>
        </p:nvSpPr>
        <p:spPr>
          <a:xfrm>
            <a:off x="1657500" y="1556475"/>
            <a:ext cx="29145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4" hasCustomPrompt="1"/>
          </p:nvPr>
        </p:nvSpPr>
        <p:spPr>
          <a:xfrm>
            <a:off x="4572025" y="1556475"/>
            <a:ext cx="7128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5"/>
          </p:nvPr>
        </p:nvSpPr>
        <p:spPr>
          <a:xfrm>
            <a:off x="5284643" y="1983675"/>
            <a:ext cx="22854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6"/>
          </p:nvPr>
        </p:nvSpPr>
        <p:spPr>
          <a:xfrm>
            <a:off x="5284650" y="1556475"/>
            <a:ext cx="29145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7" hasCustomPrompt="1"/>
          </p:nvPr>
        </p:nvSpPr>
        <p:spPr>
          <a:xfrm>
            <a:off x="944850" y="3024425"/>
            <a:ext cx="7128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8"/>
          </p:nvPr>
        </p:nvSpPr>
        <p:spPr>
          <a:xfrm>
            <a:off x="1657493" y="3451625"/>
            <a:ext cx="22854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9"/>
          </p:nvPr>
        </p:nvSpPr>
        <p:spPr>
          <a:xfrm>
            <a:off x="1657500" y="3024425"/>
            <a:ext cx="29145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3" hasCustomPrompt="1"/>
          </p:nvPr>
        </p:nvSpPr>
        <p:spPr>
          <a:xfrm>
            <a:off x="4572025" y="3024425"/>
            <a:ext cx="7128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4"/>
          </p:nvPr>
        </p:nvSpPr>
        <p:spPr>
          <a:xfrm>
            <a:off x="5284643" y="3451625"/>
            <a:ext cx="22854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5"/>
          </p:nvPr>
        </p:nvSpPr>
        <p:spPr>
          <a:xfrm>
            <a:off x="5284650" y="3024425"/>
            <a:ext cx="29145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 rot="10800000"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2556450" y="3020700"/>
            <a:ext cx="40311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1458150" y="1678800"/>
            <a:ext cx="6227700" cy="13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4733913" y="1231350"/>
            <a:ext cx="3216900" cy="162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4733913" y="2853150"/>
            <a:ext cx="3216900" cy="10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highlight>
                  <a:schemeClr val="dk1"/>
                </a:highlight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1"/>
          </p:nvPr>
        </p:nvSpPr>
        <p:spPr>
          <a:xfrm>
            <a:off x="1039654" y="3609750"/>
            <a:ext cx="2253300" cy="82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2"/>
          </p:nvPr>
        </p:nvSpPr>
        <p:spPr>
          <a:xfrm>
            <a:off x="1039654" y="3186150"/>
            <a:ext cx="22533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3"/>
          </p:nvPr>
        </p:nvSpPr>
        <p:spPr>
          <a:xfrm>
            <a:off x="3445358" y="3609750"/>
            <a:ext cx="2253300" cy="82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4"/>
          </p:nvPr>
        </p:nvSpPr>
        <p:spPr>
          <a:xfrm>
            <a:off x="3445358" y="3186150"/>
            <a:ext cx="22533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5"/>
          </p:nvPr>
        </p:nvSpPr>
        <p:spPr>
          <a:xfrm>
            <a:off x="5851046" y="3609750"/>
            <a:ext cx="2253300" cy="82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6"/>
          </p:nvPr>
        </p:nvSpPr>
        <p:spPr>
          <a:xfrm>
            <a:off x="5851046" y="3186150"/>
            <a:ext cx="22533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-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lbert Sans Medium"/>
              <a:buNone/>
              <a:defRPr sz="3500">
                <a:solidFill>
                  <a:schemeClr val="accent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subTitle" idx="1"/>
          </p:nvPr>
        </p:nvSpPr>
        <p:spPr>
          <a:xfrm>
            <a:off x="1165720" y="2167550"/>
            <a:ext cx="19632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2"/>
          </p:nvPr>
        </p:nvSpPr>
        <p:spPr>
          <a:xfrm>
            <a:off x="1165726" y="1743950"/>
            <a:ext cx="196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3"/>
          </p:nvPr>
        </p:nvSpPr>
        <p:spPr>
          <a:xfrm>
            <a:off x="3590391" y="2167550"/>
            <a:ext cx="19632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4"/>
          </p:nvPr>
        </p:nvSpPr>
        <p:spPr>
          <a:xfrm>
            <a:off x="3590392" y="1743950"/>
            <a:ext cx="196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5"/>
          </p:nvPr>
        </p:nvSpPr>
        <p:spPr>
          <a:xfrm>
            <a:off x="1165720" y="3906500"/>
            <a:ext cx="19632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6"/>
          </p:nvPr>
        </p:nvSpPr>
        <p:spPr>
          <a:xfrm>
            <a:off x="1165726" y="3482900"/>
            <a:ext cx="196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7"/>
          </p:nvPr>
        </p:nvSpPr>
        <p:spPr>
          <a:xfrm>
            <a:off x="3590391" y="3906500"/>
            <a:ext cx="19632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8"/>
          </p:nvPr>
        </p:nvSpPr>
        <p:spPr>
          <a:xfrm>
            <a:off x="3590392" y="3482900"/>
            <a:ext cx="196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9"/>
          </p:nvPr>
        </p:nvSpPr>
        <p:spPr>
          <a:xfrm>
            <a:off x="6015054" y="2167550"/>
            <a:ext cx="19632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13"/>
          </p:nvPr>
        </p:nvSpPr>
        <p:spPr>
          <a:xfrm>
            <a:off x="6015055" y="1743950"/>
            <a:ext cx="196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14"/>
          </p:nvPr>
        </p:nvSpPr>
        <p:spPr>
          <a:xfrm>
            <a:off x="6015054" y="3906500"/>
            <a:ext cx="1963200" cy="62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15"/>
          </p:nvPr>
        </p:nvSpPr>
        <p:spPr>
          <a:xfrm>
            <a:off x="6015055" y="3482900"/>
            <a:ext cx="196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title" idx="16" hasCustomPrompt="1"/>
          </p:nvPr>
        </p:nvSpPr>
        <p:spPr>
          <a:xfrm>
            <a:off x="1165738" y="1316750"/>
            <a:ext cx="19632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" name="Google Shape;149;p21"/>
          <p:cNvSpPr txBox="1">
            <a:spLocks noGrp="1"/>
          </p:cNvSpPr>
          <p:nvPr>
            <p:ph type="title" idx="17" hasCustomPrompt="1"/>
          </p:nvPr>
        </p:nvSpPr>
        <p:spPr>
          <a:xfrm>
            <a:off x="3590400" y="1316750"/>
            <a:ext cx="19632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" name="Google Shape;150;p21"/>
          <p:cNvSpPr txBox="1">
            <a:spLocks noGrp="1"/>
          </p:cNvSpPr>
          <p:nvPr>
            <p:ph type="title" idx="18" hasCustomPrompt="1"/>
          </p:nvPr>
        </p:nvSpPr>
        <p:spPr>
          <a:xfrm>
            <a:off x="6015075" y="1316750"/>
            <a:ext cx="19632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21"/>
          <p:cNvSpPr txBox="1">
            <a:spLocks noGrp="1"/>
          </p:cNvSpPr>
          <p:nvPr>
            <p:ph type="title" idx="19" hasCustomPrompt="1"/>
          </p:nvPr>
        </p:nvSpPr>
        <p:spPr>
          <a:xfrm>
            <a:off x="1165738" y="3055700"/>
            <a:ext cx="19632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21"/>
          <p:cNvSpPr txBox="1">
            <a:spLocks noGrp="1"/>
          </p:cNvSpPr>
          <p:nvPr>
            <p:ph type="title" idx="20" hasCustomPrompt="1"/>
          </p:nvPr>
        </p:nvSpPr>
        <p:spPr>
          <a:xfrm>
            <a:off x="3590400" y="3055700"/>
            <a:ext cx="19632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21"/>
          <p:cNvSpPr txBox="1">
            <a:spLocks noGrp="1"/>
          </p:cNvSpPr>
          <p:nvPr>
            <p:ph type="title" idx="21" hasCustomPrompt="1"/>
          </p:nvPr>
        </p:nvSpPr>
        <p:spPr>
          <a:xfrm>
            <a:off x="6015075" y="3055700"/>
            <a:ext cx="1963200" cy="57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/>
          <p:cNvPicPr preferRelativeResize="0"/>
          <p:nvPr/>
        </p:nvPicPr>
        <p:blipFill rotWithShape="1">
          <a:blip r:embed="rId2">
            <a:alphaModFix/>
          </a:blip>
          <a:srcRect l="9395" b="9395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/>
          <p:nvPr/>
        </p:nvSpPr>
        <p:spPr>
          <a:xfrm rot="10800000"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5"/>
          <p:cNvPicPr preferRelativeResize="0"/>
          <p:nvPr/>
        </p:nvPicPr>
        <p:blipFill rotWithShape="1">
          <a:blip r:embed="rId2">
            <a:alphaModFix/>
          </a:blip>
          <a:srcRect l="9395" b="939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/>
          <p:nvPr/>
        </p:nvSpPr>
        <p:spPr>
          <a:xfrm>
            <a:off x="255300" y="236250"/>
            <a:ext cx="8633400" cy="4671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100"/>
              <a:buFont typeface="Albert Sans"/>
              <a:buNone/>
              <a:defRPr sz="31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●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○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■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●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○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■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●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○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Char char="■"/>
              <a:defRPr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8" r:id="rId8"/>
    <p:sldLayoutId id="2147483659" r:id="rId9"/>
    <p:sldLayoutId id="2147483660" r:id="rId10"/>
    <p:sldLayoutId id="2147483661" r:id="rId11"/>
    <p:sldLayoutId id="2147483665" r:id="rId12"/>
    <p:sldLayoutId id="2147483667" r:id="rId13"/>
    <p:sldLayoutId id="2147483670" r:id="rId14"/>
    <p:sldLayoutId id="2147483671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5" Type="http://schemas.openxmlformats.org/officeDocument/2006/relationships/image" Target="../media/image5.png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ctrTitle"/>
          </p:nvPr>
        </p:nvSpPr>
        <p:spPr>
          <a:xfrm>
            <a:off x="1346852" y="1737154"/>
            <a:ext cx="6381822" cy="239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dirty="0"/>
              <a:t>Hand Gesture Recognition System </a:t>
            </a:r>
            <a:r>
              <a:rPr lang="en-GB" dirty="0">
                <a:solidFill>
                  <a:schemeClr val="lt1"/>
                </a:solidFill>
              </a:rPr>
              <a:t>Enabling Real-Time Interaction Through Hand Movements</a:t>
            </a:r>
            <a:endParaRPr dirty="0"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772100" y="809106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86" name="Google Shape;186;p29"/>
          <p:cNvGrpSpPr/>
          <p:nvPr/>
        </p:nvGrpSpPr>
        <p:grpSpPr>
          <a:xfrm>
            <a:off x="1005997" y="690657"/>
            <a:ext cx="641305" cy="1345997"/>
            <a:chOff x="553644" y="520129"/>
            <a:chExt cx="664290" cy="1394382"/>
          </a:xfrm>
        </p:grpSpPr>
        <p:sp>
          <p:nvSpPr>
            <p:cNvPr id="187" name="Google Shape;187;p29"/>
            <p:cNvSpPr/>
            <p:nvPr/>
          </p:nvSpPr>
          <p:spPr>
            <a:xfrm>
              <a:off x="553644" y="520129"/>
              <a:ext cx="664290" cy="1394382"/>
            </a:xfrm>
            <a:custGeom>
              <a:avLst/>
              <a:gdLst/>
              <a:ahLst/>
              <a:cxnLst/>
              <a:rect l="l" t="t" r="r" b="b"/>
              <a:pathLst>
                <a:path w="9709" h="20379" extrusionOk="0">
                  <a:moveTo>
                    <a:pt x="8070" y="0"/>
                  </a:moveTo>
                  <a:cubicBezTo>
                    <a:pt x="8019" y="29"/>
                    <a:pt x="7969" y="66"/>
                    <a:pt x="7914" y="86"/>
                  </a:cubicBezTo>
                  <a:cubicBezTo>
                    <a:pt x="7609" y="189"/>
                    <a:pt x="7411" y="410"/>
                    <a:pt x="7279" y="686"/>
                  </a:cubicBezTo>
                  <a:cubicBezTo>
                    <a:pt x="7195" y="861"/>
                    <a:pt x="7120" y="1052"/>
                    <a:pt x="7093" y="1243"/>
                  </a:cubicBezTo>
                  <a:cubicBezTo>
                    <a:pt x="7033" y="1666"/>
                    <a:pt x="6991" y="2093"/>
                    <a:pt x="6973" y="2521"/>
                  </a:cubicBezTo>
                  <a:cubicBezTo>
                    <a:pt x="6944" y="3214"/>
                    <a:pt x="6941" y="3907"/>
                    <a:pt x="6931" y="4600"/>
                  </a:cubicBezTo>
                  <a:cubicBezTo>
                    <a:pt x="6929" y="4689"/>
                    <a:pt x="6944" y="4778"/>
                    <a:pt x="6947" y="4865"/>
                  </a:cubicBezTo>
                  <a:cubicBezTo>
                    <a:pt x="6953" y="5144"/>
                    <a:pt x="6961" y="5423"/>
                    <a:pt x="6959" y="5700"/>
                  </a:cubicBezTo>
                  <a:cubicBezTo>
                    <a:pt x="6959" y="5811"/>
                    <a:pt x="6935" y="5921"/>
                    <a:pt x="6916" y="6080"/>
                  </a:cubicBezTo>
                  <a:cubicBezTo>
                    <a:pt x="6865" y="6009"/>
                    <a:pt x="6844" y="5985"/>
                    <a:pt x="6830" y="5958"/>
                  </a:cubicBezTo>
                  <a:cubicBezTo>
                    <a:pt x="6617" y="5534"/>
                    <a:pt x="6407" y="5108"/>
                    <a:pt x="6191" y="4684"/>
                  </a:cubicBezTo>
                  <a:cubicBezTo>
                    <a:pt x="6032" y="4377"/>
                    <a:pt x="5796" y="4143"/>
                    <a:pt x="5456" y="4050"/>
                  </a:cubicBezTo>
                  <a:cubicBezTo>
                    <a:pt x="5312" y="4010"/>
                    <a:pt x="5171" y="3991"/>
                    <a:pt x="5034" y="3991"/>
                  </a:cubicBezTo>
                  <a:cubicBezTo>
                    <a:pt x="4697" y="3991"/>
                    <a:pt x="4383" y="4110"/>
                    <a:pt x="4096" y="4342"/>
                  </a:cubicBezTo>
                  <a:cubicBezTo>
                    <a:pt x="3895" y="4506"/>
                    <a:pt x="3796" y="4725"/>
                    <a:pt x="3790" y="4983"/>
                  </a:cubicBezTo>
                  <a:cubicBezTo>
                    <a:pt x="3787" y="5106"/>
                    <a:pt x="3793" y="5229"/>
                    <a:pt x="3790" y="5351"/>
                  </a:cubicBezTo>
                  <a:cubicBezTo>
                    <a:pt x="3789" y="5400"/>
                    <a:pt x="3774" y="5450"/>
                    <a:pt x="3765" y="5502"/>
                  </a:cubicBezTo>
                  <a:cubicBezTo>
                    <a:pt x="3730" y="5489"/>
                    <a:pt x="3717" y="5487"/>
                    <a:pt x="3705" y="5480"/>
                  </a:cubicBezTo>
                  <a:cubicBezTo>
                    <a:pt x="3688" y="5468"/>
                    <a:pt x="3672" y="5456"/>
                    <a:pt x="3658" y="5441"/>
                  </a:cubicBezTo>
                  <a:cubicBezTo>
                    <a:pt x="3352" y="5096"/>
                    <a:pt x="2952" y="4929"/>
                    <a:pt x="2518" y="4808"/>
                  </a:cubicBezTo>
                  <a:cubicBezTo>
                    <a:pt x="2442" y="4786"/>
                    <a:pt x="2370" y="4776"/>
                    <a:pt x="2302" y="4776"/>
                  </a:cubicBezTo>
                  <a:cubicBezTo>
                    <a:pt x="2113" y="4776"/>
                    <a:pt x="1955" y="4856"/>
                    <a:pt x="1820" y="5009"/>
                  </a:cubicBezTo>
                  <a:cubicBezTo>
                    <a:pt x="1685" y="5159"/>
                    <a:pt x="1576" y="5334"/>
                    <a:pt x="1466" y="5505"/>
                  </a:cubicBezTo>
                  <a:cubicBezTo>
                    <a:pt x="1300" y="5768"/>
                    <a:pt x="1306" y="6044"/>
                    <a:pt x="1417" y="6326"/>
                  </a:cubicBezTo>
                  <a:cubicBezTo>
                    <a:pt x="1439" y="6384"/>
                    <a:pt x="1451" y="6447"/>
                    <a:pt x="1474" y="6529"/>
                  </a:cubicBezTo>
                  <a:cubicBezTo>
                    <a:pt x="1247" y="6497"/>
                    <a:pt x="1055" y="6473"/>
                    <a:pt x="861" y="6444"/>
                  </a:cubicBezTo>
                  <a:cubicBezTo>
                    <a:pt x="842" y="6442"/>
                    <a:pt x="823" y="6440"/>
                    <a:pt x="804" y="6440"/>
                  </a:cubicBezTo>
                  <a:cubicBezTo>
                    <a:pt x="727" y="6440"/>
                    <a:pt x="657" y="6465"/>
                    <a:pt x="602" y="6530"/>
                  </a:cubicBezTo>
                  <a:cubicBezTo>
                    <a:pt x="467" y="6688"/>
                    <a:pt x="332" y="6848"/>
                    <a:pt x="198" y="7007"/>
                  </a:cubicBezTo>
                  <a:cubicBezTo>
                    <a:pt x="189" y="7018"/>
                    <a:pt x="188" y="7033"/>
                    <a:pt x="185" y="7045"/>
                  </a:cubicBezTo>
                  <a:cubicBezTo>
                    <a:pt x="44" y="7429"/>
                    <a:pt x="0" y="7823"/>
                    <a:pt x="45" y="8229"/>
                  </a:cubicBezTo>
                  <a:cubicBezTo>
                    <a:pt x="90" y="8640"/>
                    <a:pt x="134" y="9052"/>
                    <a:pt x="177" y="9465"/>
                  </a:cubicBezTo>
                  <a:lnTo>
                    <a:pt x="176" y="9463"/>
                  </a:lnTo>
                  <a:lnTo>
                    <a:pt x="176" y="9463"/>
                  </a:lnTo>
                  <a:cubicBezTo>
                    <a:pt x="209" y="9781"/>
                    <a:pt x="252" y="10098"/>
                    <a:pt x="272" y="10418"/>
                  </a:cubicBezTo>
                  <a:cubicBezTo>
                    <a:pt x="296" y="10832"/>
                    <a:pt x="296" y="11246"/>
                    <a:pt x="314" y="11660"/>
                  </a:cubicBezTo>
                  <a:cubicBezTo>
                    <a:pt x="338" y="12173"/>
                    <a:pt x="402" y="12677"/>
                    <a:pt x="650" y="13139"/>
                  </a:cubicBezTo>
                  <a:cubicBezTo>
                    <a:pt x="701" y="13235"/>
                    <a:pt x="734" y="13339"/>
                    <a:pt x="782" y="13438"/>
                  </a:cubicBezTo>
                  <a:cubicBezTo>
                    <a:pt x="1033" y="13965"/>
                    <a:pt x="1294" y="14484"/>
                    <a:pt x="1735" y="14880"/>
                  </a:cubicBezTo>
                  <a:cubicBezTo>
                    <a:pt x="1721" y="15420"/>
                    <a:pt x="1703" y="15956"/>
                    <a:pt x="1696" y="16494"/>
                  </a:cubicBezTo>
                  <a:cubicBezTo>
                    <a:pt x="1681" y="17554"/>
                    <a:pt x="1681" y="18614"/>
                    <a:pt x="1657" y="19674"/>
                  </a:cubicBezTo>
                  <a:cubicBezTo>
                    <a:pt x="1652" y="19882"/>
                    <a:pt x="1738" y="19984"/>
                    <a:pt x="1897" y="20064"/>
                  </a:cubicBezTo>
                  <a:cubicBezTo>
                    <a:pt x="1940" y="20085"/>
                    <a:pt x="1985" y="20101"/>
                    <a:pt x="2029" y="20119"/>
                  </a:cubicBezTo>
                  <a:cubicBezTo>
                    <a:pt x="2483" y="20305"/>
                    <a:pt x="2962" y="20353"/>
                    <a:pt x="3447" y="20370"/>
                  </a:cubicBezTo>
                  <a:cubicBezTo>
                    <a:pt x="3601" y="20376"/>
                    <a:pt x="3756" y="20379"/>
                    <a:pt x="3911" y="20379"/>
                  </a:cubicBezTo>
                  <a:cubicBezTo>
                    <a:pt x="4028" y="20379"/>
                    <a:pt x="4145" y="20377"/>
                    <a:pt x="4263" y="20374"/>
                  </a:cubicBezTo>
                  <a:cubicBezTo>
                    <a:pt x="4575" y="20368"/>
                    <a:pt x="4887" y="20358"/>
                    <a:pt x="5199" y="20334"/>
                  </a:cubicBezTo>
                  <a:cubicBezTo>
                    <a:pt x="5537" y="20305"/>
                    <a:pt x="5876" y="20266"/>
                    <a:pt x="6212" y="20221"/>
                  </a:cubicBezTo>
                  <a:cubicBezTo>
                    <a:pt x="6589" y="20172"/>
                    <a:pt x="6964" y="20112"/>
                    <a:pt x="7340" y="20056"/>
                  </a:cubicBezTo>
                  <a:cubicBezTo>
                    <a:pt x="7424" y="20043"/>
                    <a:pt x="7550" y="20047"/>
                    <a:pt x="7580" y="19999"/>
                  </a:cubicBezTo>
                  <a:cubicBezTo>
                    <a:pt x="7621" y="19930"/>
                    <a:pt x="7586" y="19818"/>
                    <a:pt x="7586" y="19725"/>
                  </a:cubicBezTo>
                  <a:cubicBezTo>
                    <a:pt x="7586" y="19045"/>
                    <a:pt x="7567" y="18364"/>
                    <a:pt x="7592" y="17684"/>
                  </a:cubicBezTo>
                  <a:cubicBezTo>
                    <a:pt x="7630" y="16713"/>
                    <a:pt x="7688" y="15741"/>
                    <a:pt x="7660" y="14769"/>
                  </a:cubicBezTo>
                  <a:cubicBezTo>
                    <a:pt x="7655" y="14649"/>
                    <a:pt x="7687" y="14562"/>
                    <a:pt x="7790" y="14493"/>
                  </a:cubicBezTo>
                  <a:cubicBezTo>
                    <a:pt x="8028" y="14337"/>
                    <a:pt x="8196" y="14119"/>
                    <a:pt x="8326" y="13866"/>
                  </a:cubicBezTo>
                  <a:cubicBezTo>
                    <a:pt x="8623" y="13285"/>
                    <a:pt x="8953" y="12719"/>
                    <a:pt x="9223" y="12127"/>
                  </a:cubicBezTo>
                  <a:cubicBezTo>
                    <a:pt x="9522" y="11474"/>
                    <a:pt x="9708" y="10788"/>
                    <a:pt x="9552" y="10053"/>
                  </a:cubicBezTo>
                  <a:cubicBezTo>
                    <a:pt x="9516" y="9889"/>
                    <a:pt x="9462" y="9744"/>
                    <a:pt x="9379" y="9600"/>
                  </a:cubicBezTo>
                  <a:cubicBezTo>
                    <a:pt x="9316" y="9490"/>
                    <a:pt x="9255" y="9370"/>
                    <a:pt x="9226" y="9249"/>
                  </a:cubicBezTo>
                  <a:cubicBezTo>
                    <a:pt x="9178" y="9037"/>
                    <a:pt x="9147" y="8821"/>
                    <a:pt x="9126" y="8605"/>
                  </a:cubicBezTo>
                  <a:cubicBezTo>
                    <a:pt x="9100" y="8335"/>
                    <a:pt x="9088" y="8062"/>
                    <a:pt x="9078" y="7792"/>
                  </a:cubicBezTo>
                  <a:cubicBezTo>
                    <a:pt x="9048" y="6955"/>
                    <a:pt x="9018" y="6119"/>
                    <a:pt x="8997" y="5283"/>
                  </a:cubicBezTo>
                  <a:cubicBezTo>
                    <a:pt x="8991" y="5006"/>
                    <a:pt x="9000" y="4725"/>
                    <a:pt x="9025" y="4447"/>
                  </a:cubicBezTo>
                  <a:cubicBezTo>
                    <a:pt x="9103" y="3565"/>
                    <a:pt x="9127" y="2683"/>
                    <a:pt x="9046" y="1799"/>
                  </a:cubicBezTo>
                  <a:cubicBezTo>
                    <a:pt x="9007" y="1372"/>
                    <a:pt x="8929" y="951"/>
                    <a:pt x="8769" y="549"/>
                  </a:cubicBezTo>
                  <a:cubicBezTo>
                    <a:pt x="8674" y="315"/>
                    <a:pt x="8545" y="119"/>
                    <a:pt x="8314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8" name="Google Shape;188;p29"/>
            <p:cNvGrpSpPr/>
            <p:nvPr/>
          </p:nvGrpSpPr>
          <p:grpSpPr>
            <a:xfrm>
              <a:off x="553644" y="520129"/>
              <a:ext cx="664290" cy="1394382"/>
              <a:chOff x="2326075" y="1249150"/>
              <a:chExt cx="242725" cy="509475"/>
            </a:xfrm>
          </p:grpSpPr>
          <p:sp>
            <p:nvSpPr>
              <p:cNvPr id="189" name="Google Shape;189;p29"/>
              <p:cNvSpPr/>
              <p:nvPr/>
            </p:nvSpPr>
            <p:spPr>
              <a:xfrm>
                <a:off x="2362125" y="1371425"/>
                <a:ext cx="98300" cy="131425"/>
              </a:xfrm>
              <a:custGeom>
                <a:avLst/>
                <a:gdLst/>
                <a:ahLst/>
                <a:cxnLst/>
                <a:rect l="l" t="t" r="r" b="b"/>
                <a:pathLst>
                  <a:path w="3932" h="5257" extrusionOk="0">
                    <a:moveTo>
                      <a:pt x="851" y="0"/>
                    </a:moveTo>
                    <a:cubicBezTo>
                      <a:pt x="769" y="0"/>
                      <a:pt x="690" y="27"/>
                      <a:pt x="614" y="77"/>
                    </a:cubicBezTo>
                    <a:cubicBezTo>
                      <a:pt x="302" y="283"/>
                      <a:pt x="143" y="595"/>
                      <a:pt x="16" y="929"/>
                    </a:cubicBezTo>
                    <a:cubicBezTo>
                      <a:pt x="4" y="959"/>
                      <a:pt x="10" y="995"/>
                      <a:pt x="8" y="1030"/>
                    </a:cubicBezTo>
                    <a:cubicBezTo>
                      <a:pt x="1" y="1255"/>
                      <a:pt x="107" y="1450"/>
                      <a:pt x="175" y="1654"/>
                    </a:cubicBezTo>
                    <a:cubicBezTo>
                      <a:pt x="187" y="1690"/>
                      <a:pt x="220" y="1725"/>
                      <a:pt x="251" y="1747"/>
                    </a:cubicBezTo>
                    <a:cubicBezTo>
                      <a:pt x="517" y="1921"/>
                      <a:pt x="668" y="2188"/>
                      <a:pt x="833" y="2446"/>
                    </a:cubicBezTo>
                    <a:cubicBezTo>
                      <a:pt x="1094" y="2859"/>
                      <a:pt x="1334" y="3286"/>
                      <a:pt x="1675" y="3645"/>
                    </a:cubicBezTo>
                    <a:cubicBezTo>
                      <a:pt x="1762" y="3738"/>
                      <a:pt x="1825" y="3855"/>
                      <a:pt x="1900" y="3960"/>
                    </a:cubicBezTo>
                    <a:cubicBezTo>
                      <a:pt x="2022" y="4131"/>
                      <a:pt x="2013" y="4298"/>
                      <a:pt x="1890" y="4467"/>
                    </a:cubicBezTo>
                    <a:cubicBezTo>
                      <a:pt x="1789" y="4607"/>
                      <a:pt x="1797" y="4644"/>
                      <a:pt x="1935" y="4749"/>
                    </a:cubicBezTo>
                    <a:cubicBezTo>
                      <a:pt x="2091" y="4869"/>
                      <a:pt x="2253" y="4982"/>
                      <a:pt x="2412" y="5099"/>
                    </a:cubicBezTo>
                    <a:cubicBezTo>
                      <a:pt x="2566" y="5213"/>
                      <a:pt x="2743" y="5249"/>
                      <a:pt x="2943" y="5257"/>
                    </a:cubicBezTo>
                    <a:cubicBezTo>
                      <a:pt x="3171" y="5248"/>
                      <a:pt x="3401" y="5191"/>
                      <a:pt x="3611" y="5074"/>
                    </a:cubicBezTo>
                    <a:cubicBezTo>
                      <a:pt x="3837" y="4949"/>
                      <a:pt x="3932" y="4670"/>
                      <a:pt x="3846" y="4424"/>
                    </a:cubicBezTo>
                    <a:cubicBezTo>
                      <a:pt x="3803" y="4296"/>
                      <a:pt x="3765" y="4166"/>
                      <a:pt x="3726" y="4038"/>
                    </a:cubicBezTo>
                    <a:cubicBezTo>
                      <a:pt x="3704" y="3962"/>
                      <a:pt x="3692" y="3881"/>
                      <a:pt x="3660" y="3810"/>
                    </a:cubicBezTo>
                    <a:cubicBezTo>
                      <a:pt x="3617" y="3717"/>
                      <a:pt x="3555" y="3635"/>
                      <a:pt x="3507" y="3545"/>
                    </a:cubicBezTo>
                    <a:cubicBezTo>
                      <a:pt x="3088" y="2782"/>
                      <a:pt x="2724" y="1993"/>
                      <a:pt x="2424" y="1177"/>
                    </a:cubicBezTo>
                    <a:cubicBezTo>
                      <a:pt x="2236" y="668"/>
                      <a:pt x="1882" y="323"/>
                      <a:pt x="1370" y="143"/>
                    </a:cubicBezTo>
                    <a:cubicBezTo>
                      <a:pt x="1243" y="98"/>
                      <a:pt x="1111" y="64"/>
                      <a:pt x="982" y="22"/>
                    </a:cubicBezTo>
                    <a:cubicBezTo>
                      <a:pt x="937" y="7"/>
                      <a:pt x="893" y="0"/>
                      <a:pt x="851" y="0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9"/>
              <p:cNvSpPr/>
              <p:nvPr/>
            </p:nvSpPr>
            <p:spPr>
              <a:xfrm>
                <a:off x="2423425" y="1352425"/>
                <a:ext cx="75500" cy="129150"/>
              </a:xfrm>
              <a:custGeom>
                <a:avLst/>
                <a:gdLst/>
                <a:ahLst/>
                <a:cxnLst/>
                <a:rect l="l" t="t" r="r" b="b"/>
                <a:pathLst>
                  <a:path w="3020" h="5166" extrusionOk="0">
                    <a:moveTo>
                      <a:pt x="1163" y="0"/>
                    </a:moveTo>
                    <a:cubicBezTo>
                      <a:pt x="832" y="0"/>
                      <a:pt x="533" y="126"/>
                      <a:pt x="261" y="354"/>
                    </a:cubicBezTo>
                    <a:cubicBezTo>
                      <a:pt x="123" y="468"/>
                      <a:pt x="57" y="618"/>
                      <a:pt x="44" y="798"/>
                    </a:cubicBezTo>
                    <a:cubicBezTo>
                      <a:pt x="0" y="1440"/>
                      <a:pt x="102" y="2054"/>
                      <a:pt x="384" y="2636"/>
                    </a:cubicBezTo>
                    <a:cubicBezTo>
                      <a:pt x="534" y="2947"/>
                      <a:pt x="665" y="3269"/>
                      <a:pt x="824" y="3577"/>
                    </a:cubicBezTo>
                    <a:cubicBezTo>
                      <a:pt x="1019" y="3949"/>
                      <a:pt x="1231" y="4314"/>
                      <a:pt x="1442" y="4677"/>
                    </a:cubicBezTo>
                    <a:cubicBezTo>
                      <a:pt x="1555" y="4867"/>
                      <a:pt x="1723" y="5008"/>
                      <a:pt x="1921" y="5107"/>
                    </a:cubicBezTo>
                    <a:cubicBezTo>
                      <a:pt x="1982" y="5138"/>
                      <a:pt x="2044" y="5166"/>
                      <a:pt x="2113" y="5166"/>
                    </a:cubicBezTo>
                    <a:cubicBezTo>
                      <a:pt x="2152" y="5166"/>
                      <a:pt x="2193" y="5156"/>
                      <a:pt x="2237" y="5133"/>
                    </a:cubicBezTo>
                    <a:cubicBezTo>
                      <a:pt x="2225" y="5083"/>
                      <a:pt x="2215" y="5037"/>
                      <a:pt x="2201" y="4993"/>
                    </a:cubicBezTo>
                    <a:cubicBezTo>
                      <a:pt x="2108" y="4717"/>
                      <a:pt x="2033" y="4440"/>
                      <a:pt x="1984" y="4149"/>
                    </a:cubicBezTo>
                    <a:cubicBezTo>
                      <a:pt x="1897" y="3634"/>
                      <a:pt x="2075" y="3242"/>
                      <a:pt x="2468" y="2936"/>
                    </a:cubicBezTo>
                    <a:cubicBezTo>
                      <a:pt x="2597" y="2836"/>
                      <a:pt x="2764" y="2783"/>
                      <a:pt x="2953" y="2690"/>
                    </a:cubicBezTo>
                    <a:cubicBezTo>
                      <a:pt x="3006" y="2533"/>
                      <a:pt x="3019" y="2347"/>
                      <a:pt x="2934" y="2165"/>
                    </a:cubicBezTo>
                    <a:cubicBezTo>
                      <a:pt x="2679" y="1632"/>
                      <a:pt x="2437" y="1094"/>
                      <a:pt x="2161" y="573"/>
                    </a:cubicBezTo>
                    <a:cubicBezTo>
                      <a:pt x="2023" y="313"/>
                      <a:pt x="1799" y="114"/>
                      <a:pt x="1495" y="40"/>
                    </a:cubicBezTo>
                    <a:cubicBezTo>
                      <a:pt x="1381" y="13"/>
                      <a:pt x="1270" y="0"/>
                      <a:pt x="1163" y="0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9"/>
              <p:cNvSpPr/>
              <p:nvPr/>
            </p:nvSpPr>
            <p:spPr>
              <a:xfrm>
                <a:off x="2329275" y="1413375"/>
                <a:ext cx="234425" cy="341225"/>
              </a:xfrm>
              <a:custGeom>
                <a:avLst/>
                <a:gdLst/>
                <a:ahLst/>
                <a:cxnLst/>
                <a:rect l="l" t="t" r="r" b="b"/>
                <a:pathLst>
                  <a:path w="9377" h="13649" extrusionOk="0">
                    <a:moveTo>
                      <a:pt x="3412" y="8902"/>
                    </a:moveTo>
                    <a:cubicBezTo>
                      <a:pt x="3508" y="8902"/>
                      <a:pt x="3602" y="8918"/>
                      <a:pt x="3690" y="8980"/>
                    </a:cubicBezTo>
                    <a:cubicBezTo>
                      <a:pt x="3623" y="8993"/>
                      <a:pt x="3556" y="9001"/>
                      <a:pt x="3490" y="9001"/>
                    </a:cubicBezTo>
                    <a:cubicBezTo>
                      <a:pt x="3381" y="9001"/>
                      <a:pt x="3273" y="8979"/>
                      <a:pt x="3168" y="8919"/>
                    </a:cubicBezTo>
                    <a:cubicBezTo>
                      <a:pt x="3249" y="8914"/>
                      <a:pt x="3331" y="8902"/>
                      <a:pt x="3412" y="8902"/>
                    </a:cubicBezTo>
                    <a:close/>
                    <a:moveTo>
                      <a:pt x="763" y="1"/>
                    </a:moveTo>
                    <a:cubicBezTo>
                      <a:pt x="638" y="1"/>
                      <a:pt x="544" y="46"/>
                      <a:pt x="477" y="150"/>
                    </a:cubicBezTo>
                    <a:cubicBezTo>
                      <a:pt x="339" y="360"/>
                      <a:pt x="204" y="572"/>
                      <a:pt x="77" y="788"/>
                    </a:cubicBezTo>
                    <a:cubicBezTo>
                      <a:pt x="44" y="843"/>
                      <a:pt x="32" y="917"/>
                      <a:pt x="29" y="983"/>
                    </a:cubicBezTo>
                    <a:cubicBezTo>
                      <a:pt x="18" y="1166"/>
                      <a:pt x="0" y="1352"/>
                      <a:pt x="14" y="1533"/>
                    </a:cubicBezTo>
                    <a:cubicBezTo>
                      <a:pt x="41" y="1891"/>
                      <a:pt x="87" y="2249"/>
                      <a:pt x="126" y="2606"/>
                    </a:cubicBezTo>
                    <a:lnTo>
                      <a:pt x="126" y="2605"/>
                    </a:lnTo>
                    <a:cubicBezTo>
                      <a:pt x="141" y="2746"/>
                      <a:pt x="156" y="2888"/>
                      <a:pt x="171" y="3029"/>
                    </a:cubicBezTo>
                    <a:cubicBezTo>
                      <a:pt x="201" y="3299"/>
                      <a:pt x="243" y="3570"/>
                      <a:pt x="257" y="3840"/>
                    </a:cubicBezTo>
                    <a:cubicBezTo>
                      <a:pt x="282" y="4302"/>
                      <a:pt x="290" y="4764"/>
                      <a:pt x="300" y="5226"/>
                    </a:cubicBezTo>
                    <a:cubicBezTo>
                      <a:pt x="309" y="5583"/>
                      <a:pt x="378" y="5927"/>
                      <a:pt x="503" y="6261"/>
                    </a:cubicBezTo>
                    <a:cubicBezTo>
                      <a:pt x="707" y="6804"/>
                      <a:pt x="983" y="7312"/>
                      <a:pt x="1298" y="7796"/>
                    </a:cubicBezTo>
                    <a:cubicBezTo>
                      <a:pt x="1346" y="7870"/>
                      <a:pt x="1399" y="7946"/>
                      <a:pt x="1468" y="7999"/>
                    </a:cubicBezTo>
                    <a:cubicBezTo>
                      <a:pt x="1654" y="8144"/>
                      <a:pt x="1847" y="8284"/>
                      <a:pt x="2045" y="8411"/>
                    </a:cubicBezTo>
                    <a:cubicBezTo>
                      <a:pt x="2219" y="8524"/>
                      <a:pt x="2404" y="8615"/>
                      <a:pt x="2591" y="8722"/>
                    </a:cubicBezTo>
                    <a:cubicBezTo>
                      <a:pt x="2560" y="8755"/>
                      <a:pt x="2532" y="8766"/>
                      <a:pt x="2506" y="8766"/>
                    </a:cubicBezTo>
                    <a:cubicBezTo>
                      <a:pt x="2472" y="8766"/>
                      <a:pt x="2442" y="8747"/>
                      <a:pt x="2414" y="8733"/>
                    </a:cubicBezTo>
                    <a:cubicBezTo>
                      <a:pt x="2293" y="8670"/>
                      <a:pt x="2177" y="8599"/>
                      <a:pt x="2059" y="8533"/>
                    </a:cubicBezTo>
                    <a:cubicBezTo>
                      <a:pt x="1960" y="8477"/>
                      <a:pt x="1862" y="8423"/>
                      <a:pt x="1751" y="8362"/>
                    </a:cubicBezTo>
                    <a:cubicBezTo>
                      <a:pt x="1733" y="8847"/>
                      <a:pt x="1708" y="9301"/>
                      <a:pt x="1705" y="9756"/>
                    </a:cubicBezTo>
                    <a:cubicBezTo>
                      <a:pt x="1699" y="10863"/>
                      <a:pt x="1772" y="11972"/>
                      <a:pt x="1691" y="13079"/>
                    </a:cubicBezTo>
                    <a:cubicBezTo>
                      <a:pt x="1679" y="13238"/>
                      <a:pt x="1742" y="13321"/>
                      <a:pt x="1904" y="13384"/>
                    </a:cubicBezTo>
                    <a:cubicBezTo>
                      <a:pt x="2222" y="13510"/>
                      <a:pt x="2549" y="13600"/>
                      <a:pt x="2894" y="13607"/>
                    </a:cubicBezTo>
                    <a:cubicBezTo>
                      <a:pt x="3349" y="13620"/>
                      <a:pt x="3804" y="13649"/>
                      <a:pt x="4259" y="13649"/>
                    </a:cubicBezTo>
                    <a:cubicBezTo>
                      <a:pt x="4402" y="13649"/>
                      <a:pt x="4545" y="13646"/>
                      <a:pt x="4688" y="13639"/>
                    </a:cubicBezTo>
                    <a:cubicBezTo>
                      <a:pt x="5364" y="13604"/>
                      <a:pt x="6039" y="13508"/>
                      <a:pt x="6715" y="13427"/>
                    </a:cubicBezTo>
                    <a:cubicBezTo>
                      <a:pt x="6913" y="13403"/>
                      <a:pt x="7117" y="13375"/>
                      <a:pt x="7298" y="13273"/>
                    </a:cubicBezTo>
                    <a:cubicBezTo>
                      <a:pt x="7298" y="12956"/>
                      <a:pt x="7294" y="12650"/>
                      <a:pt x="7300" y="12344"/>
                    </a:cubicBezTo>
                    <a:cubicBezTo>
                      <a:pt x="7316" y="11610"/>
                      <a:pt x="7337" y="10877"/>
                      <a:pt x="7355" y="10141"/>
                    </a:cubicBezTo>
                    <a:cubicBezTo>
                      <a:pt x="7372" y="9489"/>
                      <a:pt x="7385" y="8838"/>
                      <a:pt x="7399" y="8185"/>
                    </a:cubicBezTo>
                    <a:cubicBezTo>
                      <a:pt x="7399" y="8159"/>
                      <a:pt x="7391" y="8134"/>
                      <a:pt x="7385" y="8087"/>
                    </a:cubicBezTo>
                    <a:cubicBezTo>
                      <a:pt x="7151" y="8210"/>
                      <a:pt x="6938" y="8342"/>
                      <a:pt x="6710" y="8441"/>
                    </a:cubicBezTo>
                    <a:cubicBezTo>
                      <a:pt x="6475" y="8542"/>
                      <a:pt x="6228" y="8624"/>
                      <a:pt x="5981" y="8694"/>
                    </a:cubicBezTo>
                    <a:cubicBezTo>
                      <a:pt x="5767" y="8752"/>
                      <a:pt x="5554" y="8834"/>
                      <a:pt x="5311" y="8834"/>
                    </a:cubicBezTo>
                    <a:cubicBezTo>
                      <a:pt x="5287" y="8834"/>
                      <a:pt x="5262" y="8833"/>
                      <a:pt x="5237" y="8832"/>
                    </a:cubicBezTo>
                    <a:cubicBezTo>
                      <a:pt x="5319" y="8691"/>
                      <a:pt x="5439" y="8683"/>
                      <a:pt x="5549" y="8659"/>
                    </a:cubicBezTo>
                    <a:cubicBezTo>
                      <a:pt x="6216" y="8512"/>
                      <a:pt x="6844" y="8266"/>
                      <a:pt x="7433" y="7912"/>
                    </a:cubicBezTo>
                    <a:cubicBezTo>
                      <a:pt x="7781" y="7702"/>
                      <a:pt x="8015" y="7418"/>
                      <a:pt x="8188" y="7058"/>
                    </a:cubicBezTo>
                    <a:cubicBezTo>
                      <a:pt x="8397" y="6623"/>
                      <a:pt x="8617" y="6194"/>
                      <a:pt x="8848" y="5771"/>
                    </a:cubicBezTo>
                    <a:cubicBezTo>
                      <a:pt x="9193" y="5134"/>
                      <a:pt x="9376" y="4464"/>
                      <a:pt x="9336" y="3738"/>
                    </a:cubicBezTo>
                    <a:cubicBezTo>
                      <a:pt x="9319" y="3430"/>
                      <a:pt x="9249" y="3146"/>
                      <a:pt x="8997" y="2941"/>
                    </a:cubicBezTo>
                    <a:cubicBezTo>
                      <a:pt x="8977" y="2924"/>
                      <a:pt x="8965" y="2897"/>
                      <a:pt x="8958" y="2873"/>
                    </a:cubicBezTo>
                    <a:cubicBezTo>
                      <a:pt x="8910" y="2689"/>
                      <a:pt x="8799" y="2539"/>
                      <a:pt x="8670" y="2410"/>
                    </a:cubicBezTo>
                    <a:cubicBezTo>
                      <a:pt x="8475" y="2213"/>
                      <a:pt x="8263" y="2032"/>
                      <a:pt x="8056" y="1846"/>
                    </a:cubicBezTo>
                    <a:cubicBezTo>
                      <a:pt x="7930" y="1732"/>
                      <a:pt x="7792" y="1631"/>
                      <a:pt x="7673" y="1509"/>
                    </a:cubicBezTo>
                    <a:cubicBezTo>
                      <a:pt x="7373" y="1205"/>
                      <a:pt x="7082" y="891"/>
                      <a:pt x="6787" y="581"/>
                    </a:cubicBezTo>
                    <a:cubicBezTo>
                      <a:pt x="6712" y="501"/>
                      <a:pt x="6667" y="467"/>
                      <a:pt x="6607" y="467"/>
                    </a:cubicBezTo>
                    <a:cubicBezTo>
                      <a:pt x="6570" y="467"/>
                      <a:pt x="6526" y="481"/>
                      <a:pt x="6466" y="504"/>
                    </a:cubicBezTo>
                    <a:cubicBezTo>
                      <a:pt x="6123" y="641"/>
                      <a:pt x="5808" y="1149"/>
                      <a:pt x="5861" y="1512"/>
                    </a:cubicBezTo>
                    <a:cubicBezTo>
                      <a:pt x="5900" y="1780"/>
                      <a:pt x="5951" y="2048"/>
                      <a:pt x="6027" y="2306"/>
                    </a:cubicBezTo>
                    <a:cubicBezTo>
                      <a:pt x="6186" y="2843"/>
                      <a:pt x="6485" y="3296"/>
                      <a:pt x="6950" y="3613"/>
                    </a:cubicBezTo>
                    <a:cubicBezTo>
                      <a:pt x="7355" y="3888"/>
                      <a:pt x="7564" y="4275"/>
                      <a:pt x="7682" y="4728"/>
                    </a:cubicBezTo>
                    <a:cubicBezTo>
                      <a:pt x="7691" y="4765"/>
                      <a:pt x="7678" y="4809"/>
                      <a:pt x="7672" y="4897"/>
                    </a:cubicBezTo>
                    <a:cubicBezTo>
                      <a:pt x="7544" y="4663"/>
                      <a:pt x="7526" y="4431"/>
                      <a:pt x="7360" y="4257"/>
                    </a:cubicBezTo>
                    <a:lnTo>
                      <a:pt x="7360" y="4257"/>
                    </a:lnTo>
                    <a:cubicBezTo>
                      <a:pt x="7301" y="4396"/>
                      <a:pt x="7381" y="4539"/>
                      <a:pt x="7282" y="4648"/>
                    </a:cubicBezTo>
                    <a:cubicBezTo>
                      <a:pt x="7255" y="4528"/>
                      <a:pt x="7262" y="4405"/>
                      <a:pt x="7232" y="4291"/>
                    </a:cubicBezTo>
                    <a:cubicBezTo>
                      <a:pt x="7205" y="4183"/>
                      <a:pt x="7256" y="4045"/>
                      <a:pt x="7115" y="3936"/>
                    </a:cubicBezTo>
                    <a:cubicBezTo>
                      <a:pt x="7058" y="4099"/>
                      <a:pt x="7021" y="4242"/>
                      <a:pt x="6962" y="4374"/>
                    </a:cubicBezTo>
                    <a:cubicBezTo>
                      <a:pt x="6898" y="4515"/>
                      <a:pt x="6826" y="4654"/>
                      <a:pt x="6733" y="4777"/>
                    </a:cubicBezTo>
                    <a:cubicBezTo>
                      <a:pt x="6614" y="4933"/>
                      <a:pt x="6475" y="5076"/>
                      <a:pt x="6339" y="5219"/>
                    </a:cubicBezTo>
                    <a:cubicBezTo>
                      <a:pt x="5976" y="5597"/>
                      <a:pt x="5667" y="6008"/>
                      <a:pt x="5534" y="6531"/>
                    </a:cubicBezTo>
                    <a:cubicBezTo>
                      <a:pt x="5442" y="6375"/>
                      <a:pt x="5444" y="6330"/>
                      <a:pt x="5535" y="6137"/>
                    </a:cubicBezTo>
                    <a:cubicBezTo>
                      <a:pt x="5708" y="5763"/>
                      <a:pt x="5936" y="5433"/>
                      <a:pt x="6231" y="5140"/>
                    </a:cubicBezTo>
                    <a:cubicBezTo>
                      <a:pt x="6550" y="4825"/>
                      <a:pt x="6851" y="4492"/>
                      <a:pt x="6961" y="4033"/>
                    </a:cubicBezTo>
                    <a:cubicBezTo>
                      <a:pt x="7009" y="3832"/>
                      <a:pt x="7013" y="3840"/>
                      <a:pt x="6857" y="3712"/>
                    </a:cubicBezTo>
                    <a:cubicBezTo>
                      <a:pt x="6701" y="3585"/>
                      <a:pt x="6556" y="3441"/>
                      <a:pt x="6418" y="3293"/>
                    </a:cubicBezTo>
                    <a:cubicBezTo>
                      <a:pt x="6330" y="3199"/>
                      <a:pt x="6263" y="3085"/>
                      <a:pt x="6189" y="2980"/>
                    </a:cubicBezTo>
                    <a:cubicBezTo>
                      <a:pt x="6142" y="2914"/>
                      <a:pt x="6089" y="2862"/>
                      <a:pt x="6004" y="2862"/>
                    </a:cubicBezTo>
                    <a:cubicBezTo>
                      <a:pt x="5999" y="2862"/>
                      <a:pt x="5995" y="2863"/>
                      <a:pt x="5990" y="2863"/>
                    </a:cubicBezTo>
                    <a:cubicBezTo>
                      <a:pt x="5976" y="2864"/>
                      <a:pt x="5963" y="2864"/>
                      <a:pt x="5950" y="2864"/>
                    </a:cubicBezTo>
                    <a:cubicBezTo>
                      <a:pt x="5766" y="2864"/>
                      <a:pt x="5609" y="2788"/>
                      <a:pt x="5460" y="2683"/>
                    </a:cubicBezTo>
                    <a:cubicBezTo>
                      <a:pt x="5417" y="2651"/>
                      <a:pt x="5364" y="2630"/>
                      <a:pt x="5307" y="2599"/>
                    </a:cubicBezTo>
                    <a:lnTo>
                      <a:pt x="5307" y="2599"/>
                    </a:lnTo>
                    <a:cubicBezTo>
                      <a:pt x="5316" y="2753"/>
                      <a:pt x="5333" y="2873"/>
                      <a:pt x="5330" y="2993"/>
                    </a:cubicBezTo>
                    <a:cubicBezTo>
                      <a:pt x="5325" y="3163"/>
                      <a:pt x="5265" y="3316"/>
                      <a:pt x="5132" y="3427"/>
                    </a:cubicBezTo>
                    <a:cubicBezTo>
                      <a:pt x="4902" y="3617"/>
                      <a:pt x="4612" y="3712"/>
                      <a:pt x="4324" y="3712"/>
                    </a:cubicBezTo>
                    <a:cubicBezTo>
                      <a:pt x="4125" y="3712"/>
                      <a:pt x="3927" y="3666"/>
                      <a:pt x="3751" y="3574"/>
                    </a:cubicBezTo>
                    <a:cubicBezTo>
                      <a:pt x="3549" y="3468"/>
                      <a:pt x="3375" y="3310"/>
                      <a:pt x="3187" y="3173"/>
                    </a:cubicBezTo>
                    <a:cubicBezTo>
                      <a:pt x="3123" y="3125"/>
                      <a:pt x="3064" y="3071"/>
                      <a:pt x="3010" y="3028"/>
                    </a:cubicBezTo>
                    <a:cubicBezTo>
                      <a:pt x="2870" y="3092"/>
                      <a:pt x="2750" y="3161"/>
                      <a:pt x="2623" y="3200"/>
                    </a:cubicBezTo>
                    <a:cubicBezTo>
                      <a:pt x="2483" y="3244"/>
                      <a:pt x="2342" y="3272"/>
                      <a:pt x="2205" y="3272"/>
                    </a:cubicBezTo>
                    <a:cubicBezTo>
                      <a:pt x="2033" y="3272"/>
                      <a:pt x="1865" y="3228"/>
                      <a:pt x="1706" y="3112"/>
                    </a:cubicBezTo>
                    <a:cubicBezTo>
                      <a:pt x="1621" y="3049"/>
                      <a:pt x="1535" y="3016"/>
                      <a:pt x="1432" y="2998"/>
                    </a:cubicBezTo>
                    <a:cubicBezTo>
                      <a:pt x="1070" y="2930"/>
                      <a:pt x="779" y="2756"/>
                      <a:pt x="617" y="2407"/>
                    </a:cubicBezTo>
                    <a:lnTo>
                      <a:pt x="617" y="2407"/>
                    </a:lnTo>
                    <a:cubicBezTo>
                      <a:pt x="819" y="2587"/>
                      <a:pt x="1019" y="2768"/>
                      <a:pt x="1294" y="2845"/>
                    </a:cubicBezTo>
                    <a:cubicBezTo>
                      <a:pt x="1188" y="2656"/>
                      <a:pt x="1067" y="2479"/>
                      <a:pt x="954" y="2299"/>
                    </a:cubicBezTo>
                    <a:cubicBezTo>
                      <a:pt x="758" y="1981"/>
                      <a:pt x="717" y="1870"/>
                      <a:pt x="734" y="1691"/>
                    </a:cubicBezTo>
                    <a:lnTo>
                      <a:pt x="734" y="1691"/>
                    </a:lnTo>
                    <a:cubicBezTo>
                      <a:pt x="843" y="1874"/>
                      <a:pt x="953" y="2030"/>
                      <a:pt x="1031" y="2200"/>
                    </a:cubicBezTo>
                    <a:cubicBezTo>
                      <a:pt x="1179" y="2519"/>
                      <a:pt x="1424" y="2747"/>
                      <a:pt x="1699" y="2954"/>
                    </a:cubicBezTo>
                    <a:cubicBezTo>
                      <a:pt x="1862" y="3080"/>
                      <a:pt x="2042" y="3134"/>
                      <a:pt x="2248" y="3134"/>
                    </a:cubicBezTo>
                    <a:cubicBezTo>
                      <a:pt x="2250" y="3134"/>
                      <a:pt x="2252" y="3134"/>
                      <a:pt x="2254" y="3134"/>
                    </a:cubicBezTo>
                    <a:cubicBezTo>
                      <a:pt x="2547" y="3134"/>
                      <a:pt x="2789" y="3034"/>
                      <a:pt x="2997" y="2827"/>
                    </a:cubicBezTo>
                    <a:cubicBezTo>
                      <a:pt x="3198" y="2626"/>
                      <a:pt x="3219" y="2486"/>
                      <a:pt x="3055" y="2258"/>
                    </a:cubicBezTo>
                    <a:cubicBezTo>
                      <a:pt x="2983" y="2159"/>
                      <a:pt x="2912" y="2059"/>
                      <a:pt x="2831" y="1966"/>
                    </a:cubicBezTo>
                    <a:cubicBezTo>
                      <a:pt x="2494" y="1580"/>
                      <a:pt x="2222" y="1149"/>
                      <a:pt x="1951" y="717"/>
                    </a:cubicBezTo>
                    <a:cubicBezTo>
                      <a:pt x="1886" y="614"/>
                      <a:pt x="1823" y="507"/>
                      <a:pt x="1750" y="411"/>
                    </a:cubicBezTo>
                    <a:cubicBezTo>
                      <a:pt x="1691" y="338"/>
                      <a:pt x="1627" y="252"/>
                      <a:pt x="1547" y="216"/>
                    </a:cubicBezTo>
                    <a:cubicBezTo>
                      <a:pt x="1306" y="111"/>
                      <a:pt x="1059" y="12"/>
                      <a:pt x="788" y="2"/>
                    </a:cubicBezTo>
                    <a:cubicBezTo>
                      <a:pt x="780" y="1"/>
                      <a:pt x="771" y="1"/>
                      <a:pt x="763" y="1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9"/>
              <p:cNvSpPr/>
              <p:nvPr/>
            </p:nvSpPr>
            <p:spPr>
              <a:xfrm>
                <a:off x="2499725" y="1252700"/>
                <a:ext cx="52425" cy="22160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8864" extrusionOk="0">
                    <a:moveTo>
                      <a:pt x="1261" y="1"/>
                    </a:moveTo>
                    <a:cubicBezTo>
                      <a:pt x="1164" y="1"/>
                      <a:pt x="1043" y="38"/>
                      <a:pt x="884" y="119"/>
                    </a:cubicBezTo>
                    <a:cubicBezTo>
                      <a:pt x="836" y="143"/>
                      <a:pt x="792" y="178"/>
                      <a:pt x="749" y="211"/>
                    </a:cubicBezTo>
                    <a:cubicBezTo>
                      <a:pt x="509" y="401"/>
                      <a:pt x="360" y="652"/>
                      <a:pt x="314" y="949"/>
                    </a:cubicBezTo>
                    <a:cubicBezTo>
                      <a:pt x="246" y="1398"/>
                      <a:pt x="179" y="1849"/>
                      <a:pt x="155" y="2302"/>
                    </a:cubicBezTo>
                    <a:cubicBezTo>
                      <a:pt x="119" y="2954"/>
                      <a:pt x="122" y="3606"/>
                      <a:pt x="111" y="4259"/>
                    </a:cubicBezTo>
                    <a:cubicBezTo>
                      <a:pt x="108" y="4367"/>
                      <a:pt x="128" y="4475"/>
                      <a:pt x="129" y="4583"/>
                    </a:cubicBezTo>
                    <a:cubicBezTo>
                      <a:pt x="132" y="4957"/>
                      <a:pt x="149" y="5332"/>
                      <a:pt x="131" y="5704"/>
                    </a:cubicBezTo>
                    <a:cubicBezTo>
                      <a:pt x="114" y="6041"/>
                      <a:pt x="57" y="6378"/>
                      <a:pt x="17" y="6714"/>
                    </a:cubicBezTo>
                    <a:cubicBezTo>
                      <a:pt x="9" y="6781"/>
                      <a:pt x="0" y="6841"/>
                      <a:pt x="57" y="6901"/>
                    </a:cubicBezTo>
                    <a:cubicBezTo>
                      <a:pt x="252" y="7110"/>
                      <a:pt x="431" y="7335"/>
                      <a:pt x="636" y="7531"/>
                    </a:cubicBezTo>
                    <a:cubicBezTo>
                      <a:pt x="959" y="7840"/>
                      <a:pt x="1301" y="8132"/>
                      <a:pt x="1633" y="8433"/>
                    </a:cubicBezTo>
                    <a:cubicBezTo>
                      <a:pt x="1781" y="8568"/>
                      <a:pt x="1928" y="8706"/>
                      <a:pt x="2096" y="8864"/>
                    </a:cubicBezTo>
                    <a:cubicBezTo>
                      <a:pt x="2071" y="8645"/>
                      <a:pt x="2041" y="8457"/>
                      <a:pt x="2030" y="8270"/>
                    </a:cubicBezTo>
                    <a:cubicBezTo>
                      <a:pt x="2005" y="7857"/>
                      <a:pt x="1994" y="7441"/>
                      <a:pt x="1970" y="7029"/>
                    </a:cubicBezTo>
                    <a:cubicBezTo>
                      <a:pt x="1919" y="6125"/>
                      <a:pt x="1888" y="5224"/>
                      <a:pt x="1943" y="4320"/>
                    </a:cubicBezTo>
                    <a:cubicBezTo>
                      <a:pt x="1969" y="3921"/>
                      <a:pt x="2006" y="3521"/>
                      <a:pt x="2011" y="3122"/>
                    </a:cubicBezTo>
                    <a:cubicBezTo>
                      <a:pt x="2014" y="2646"/>
                      <a:pt x="1994" y="2170"/>
                      <a:pt x="1970" y="1696"/>
                    </a:cubicBezTo>
                    <a:cubicBezTo>
                      <a:pt x="1946" y="1231"/>
                      <a:pt x="1856" y="779"/>
                      <a:pt x="1651" y="358"/>
                    </a:cubicBezTo>
                    <a:cubicBezTo>
                      <a:pt x="1540" y="131"/>
                      <a:pt x="1441" y="1"/>
                      <a:pt x="1261" y="1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9"/>
              <p:cNvSpPr/>
              <p:nvPr/>
            </p:nvSpPr>
            <p:spPr>
              <a:xfrm>
                <a:off x="2326075" y="1249150"/>
                <a:ext cx="242725" cy="509475"/>
              </a:xfrm>
              <a:custGeom>
                <a:avLst/>
                <a:gdLst/>
                <a:ahLst/>
                <a:cxnLst/>
                <a:rect l="l" t="t" r="r" b="b"/>
                <a:pathLst>
                  <a:path w="9709" h="20379" extrusionOk="0">
                    <a:moveTo>
                      <a:pt x="8207" y="143"/>
                    </a:moveTo>
                    <a:cubicBezTo>
                      <a:pt x="8387" y="143"/>
                      <a:pt x="8486" y="273"/>
                      <a:pt x="8597" y="500"/>
                    </a:cubicBezTo>
                    <a:cubicBezTo>
                      <a:pt x="8802" y="921"/>
                      <a:pt x="8892" y="1375"/>
                      <a:pt x="8916" y="1838"/>
                    </a:cubicBezTo>
                    <a:cubicBezTo>
                      <a:pt x="8940" y="2312"/>
                      <a:pt x="8960" y="2788"/>
                      <a:pt x="8957" y="3264"/>
                    </a:cubicBezTo>
                    <a:cubicBezTo>
                      <a:pt x="8952" y="3663"/>
                      <a:pt x="8915" y="4063"/>
                      <a:pt x="8889" y="4462"/>
                    </a:cubicBezTo>
                    <a:cubicBezTo>
                      <a:pt x="8834" y="5366"/>
                      <a:pt x="8865" y="6269"/>
                      <a:pt x="8916" y="7171"/>
                    </a:cubicBezTo>
                    <a:cubicBezTo>
                      <a:pt x="8940" y="7585"/>
                      <a:pt x="8951" y="7999"/>
                      <a:pt x="8976" y="8413"/>
                    </a:cubicBezTo>
                    <a:cubicBezTo>
                      <a:pt x="8987" y="8601"/>
                      <a:pt x="9017" y="8787"/>
                      <a:pt x="9042" y="9006"/>
                    </a:cubicBezTo>
                    <a:cubicBezTo>
                      <a:pt x="8873" y="8850"/>
                      <a:pt x="8727" y="8710"/>
                      <a:pt x="8579" y="8575"/>
                    </a:cubicBezTo>
                    <a:cubicBezTo>
                      <a:pt x="8245" y="8275"/>
                      <a:pt x="7905" y="7982"/>
                      <a:pt x="7582" y="7673"/>
                    </a:cubicBezTo>
                    <a:cubicBezTo>
                      <a:pt x="7377" y="7477"/>
                      <a:pt x="7198" y="7252"/>
                      <a:pt x="7003" y="7045"/>
                    </a:cubicBezTo>
                    <a:cubicBezTo>
                      <a:pt x="6946" y="6985"/>
                      <a:pt x="6955" y="6925"/>
                      <a:pt x="6963" y="6857"/>
                    </a:cubicBezTo>
                    <a:cubicBezTo>
                      <a:pt x="7003" y="6520"/>
                      <a:pt x="7060" y="6183"/>
                      <a:pt x="7077" y="5846"/>
                    </a:cubicBezTo>
                    <a:cubicBezTo>
                      <a:pt x="7095" y="5474"/>
                      <a:pt x="7078" y="5099"/>
                      <a:pt x="7075" y="4727"/>
                    </a:cubicBezTo>
                    <a:cubicBezTo>
                      <a:pt x="7074" y="4617"/>
                      <a:pt x="7054" y="4509"/>
                      <a:pt x="7057" y="4401"/>
                    </a:cubicBezTo>
                    <a:cubicBezTo>
                      <a:pt x="7068" y="3748"/>
                      <a:pt x="7065" y="3096"/>
                      <a:pt x="7101" y="2444"/>
                    </a:cubicBezTo>
                    <a:cubicBezTo>
                      <a:pt x="7125" y="1991"/>
                      <a:pt x="7192" y="1541"/>
                      <a:pt x="7260" y="1091"/>
                    </a:cubicBezTo>
                    <a:cubicBezTo>
                      <a:pt x="7306" y="795"/>
                      <a:pt x="7455" y="543"/>
                      <a:pt x="7695" y="354"/>
                    </a:cubicBezTo>
                    <a:cubicBezTo>
                      <a:pt x="7738" y="320"/>
                      <a:pt x="7782" y="285"/>
                      <a:pt x="7830" y="261"/>
                    </a:cubicBezTo>
                    <a:cubicBezTo>
                      <a:pt x="7989" y="180"/>
                      <a:pt x="8110" y="143"/>
                      <a:pt x="8207" y="143"/>
                    </a:cubicBezTo>
                    <a:close/>
                    <a:moveTo>
                      <a:pt x="5057" y="4131"/>
                    </a:moveTo>
                    <a:cubicBezTo>
                      <a:pt x="5164" y="4131"/>
                      <a:pt x="5275" y="4144"/>
                      <a:pt x="5389" y="4171"/>
                    </a:cubicBezTo>
                    <a:cubicBezTo>
                      <a:pt x="5693" y="4245"/>
                      <a:pt x="5917" y="4444"/>
                      <a:pt x="6053" y="4704"/>
                    </a:cubicBezTo>
                    <a:cubicBezTo>
                      <a:pt x="6329" y="5225"/>
                      <a:pt x="6573" y="5763"/>
                      <a:pt x="6826" y="6296"/>
                    </a:cubicBezTo>
                    <a:cubicBezTo>
                      <a:pt x="6913" y="6478"/>
                      <a:pt x="6900" y="6664"/>
                      <a:pt x="6847" y="6821"/>
                    </a:cubicBezTo>
                    <a:cubicBezTo>
                      <a:pt x="6658" y="6914"/>
                      <a:pt x="6491" y="6967"/>
                      <a:pt x="6362" y="7067"/>
                    </a:cubicBezTo>
                    <a:cubicBezTo>
                      <a:pt x="5969" y="7373"/>
                      <a:pt x="5789" y="7765"/>
                      <a:pt x="5878" y="8280"/>
                    </a:cubicBezTo>
                    <a:cubicBezTo>
                      <a:pt x="5927" y="8571"/>
                      <a:pt x="6002" y="8848"/>
                      <a:pt x="6095" y="9124"/>
                    </a:cubicBezTo>
                    <a:cubicBezTo>
                      <a:pt x="6109" y="9168"/>
                      <a:pt x="6118" y="9214"/>
                      <a:pt x="6131" y="9264"/>
                    </a:cubicBezTo>
                    <a:cubicBezTo>
                      <a:pt x="6087" y="9287"/>
                      <a:pt x="6046" y="9297"/>
                      <a:pt x="6007" y="9297"/>
                    </a:cubicBezTo>
                    <a:cubicBezTo>
                      <a:pt x="5938" y="9297"/>
                      <a:pt x="5876" y="9269"/>
                      <a:pt x="5815" y="9238"/>
                    </a:cubicBezTo>
                    <a:cubicBezTo>
                      <a:pt x="5617" y="9139"/>
                      <a:pt x="5449" y="9000"/>
                      <a:pt x="5336" y="8808"/>
                    </a:cubicBezTo>
                    <a:cubicBezTo>
                      <a:pt x="5125" y="8445"/>
                      <a:pt x="4912" y="8080"/>
                      <a:pt x="4718" y="7708"/>
                    </a:cubicBezTo>
                    <a:cubicBezTo>
                      <a:pt x="4557" y="7400"/>
                      <a:pt x="4428" y="7079"/>
                      <a:pt x="4278" y="6767"/>
                    </a:cubicBezTo>
                    <a:cubicBezTo>
                      <a:pt x="3996" y="6185"/>
                      <a:pt x="3893" y="5571"/>
                      <a:pt x="3938" y="4929"/>
                    </a:cubicBezTo>
                    <a:cubicBezTo>
                      <a:pt x="3950" y="4749"/>
                      <a:pt x="4017" y="4599"/>
                      <a:pt x="4155" y="4485"/>
                    </a:cubicBezTo>
                    <a:cubicBezTo>
                      <a:pt x="4427" y="4257"/>
                      <a:pt x="4726" y="4131"/>
                      <a:pt x="5057" y="4131"/>
                    </a:cubicBezTo>
                    <a:close/>
                    <a:moveTo>
                      <a:pt x="2293" y="4891"/>
                    </a:moveTo>
                    <a:cubicBezTo>
                      <a:pt x="2335" y="4891"/>
                      <a:pt x="2379" y="4898"/>
                      <a:pt x="2424" y="4913"/>
                    </a:cubicBezTo>
                    <a:cubicBezTo>
                      <a:pt x="2553" y="4953"/>
                      <a:pt x="2685" y="4989"/>
                      <a:pt x="2812" y="5034"/>
                    </a:cubicBezTo>
                    <a:cubicBezTo>
                      <a:pt x="3324" y="5214"/>
                      <a:pt x="3678" y="5559"/>
                      <a:pt x="3866" y="6068"/>
                    </a:cubicBezTo>
                    <a:cubicBezTo>
                      <a:pt x="4167" y="6884"/>
                      <a:pt x="4530" y="7673"/>
                      <a:pt x="4949" y="8436"/>
                    </a:cubicBezTo>
                    <a:cubicBezTo>
                      <a:pt x="4997" y="8526"/>
                      <a:pt x="5059" y="8608"/>
                      <a:pt x="5102" y="8701"/>
                    </a:cubicBezTo>
                    <a:cubicBezTo>
                      <a:pt x="5134" y="8772"/>
                      <a:pt x="5146" y="8853"/>
                      <a:pt x="5168" y="8929"/>
                    </a:cubicBezTo>
                    <a:cubicBezTo>
                      <a:pt x="5207" y="9057"/>
                      <a:pt x="5245" y="9187"/>
                      <a:pt x="5288" y="9315"/>
                    </a:cubicBezTo>
                    <a:cubicBezTo>
                      <a:pt x="5374" y="9561"/>
                      <a:pt x="5279" y="9840"/>
                      <a:pt x="5053" y="9965"/>
                    </a:cubicBezTo>
                    <a:cubicBezTo>
                      <a:pt x="4843" y="10082"/>
                      <a:pt x="4613" y="10139"/>
                      <a:pt x="4385" y="10148"/>
                    </a:cubicBezTo>
                    <a:cubicBezTo>
                      <a:pt x="4185" y="10140"/>
                      <a:pt x="4008" y="10104"/>
                      <a:pt x="3854" y="9990"/>
                    </a:cubicBezTo>
                    <a:cubicBezTo>
                      <a:pt x="3695" y="9873"/>
                      <a:pt x="3533" y="9760"/>
                      <a:pt x="3377" y="9640"/>
                    </a:cubicBezTo>
                    <a:cubicBezTo>
                      <a:pt x="3239" y="9535"/>
                      <a:pt x="3231" y="9498"/>
                      <a:pt x="3332" y="9358"/>
                    </a:cubicBezTo>
                    <a:cubicBezTo>
                      <a:pt x="3455" y="9189"/>
                      <a:pt x="3464" y="9022"/>
                      <a:pt x="3342" y="8851"/>
                    </a:cubicBezTo>
                    <a:cubicBezTo>
                      <a:pt x="3267" y="8746"/>
                      <a:pt x="3204" y="8629"/>
                      <a:pt x="3117" y="8536"/>
                    </a:cubicBezTo>
                    <a:cubicBezTo>
                      <a:pt x="2776" y="8177"/>
                      <a:pt x="2536" y="7750"/>
                      <a:pt x="2275" y="7337"/>
                    </a:cubicBezTo>
                    <a:cubicBezTo>
                      <a:pt x="2110" y="7079"/>
                      <a:pt x="1959" y="6812"/>
                      <a:pt x="1693" y="6638"/>
                    </a:cubicBezTo>
                    <a:cubicBezTo>
                      <a:pt x="1662" y="6616"/>
                      <a:pt x="1629" y="6581"/>
                      <a:pt x="1617" y="6545"/>
                    </a:cubicBezTo>
                    <a:cubicBezTo>
                      <a:pt x="1549" y="6341"/>
                      <a:pt x="1443" y="6146"/>
                      <a:pt x="1450" y="5921"/>
                    </a:cubicBezTo>
                    <a:cubicBezTo>
                      <a:pt x="1452" y="5886"/>
                      <a:pt x="1446" y="5850"/>
                      <a:pt x="1458" y="5820"/>
                    </a:cubicBezTo>
                    <a:cubicBezTo>
                      <a:pt x="1585" y="5486"/>
                      <a:pt x="1744" y="5174"/>
                      <a:pt x="2056" y="4968"/>
                    </a:cubicBezTo>
                    <a:cubicBezTo>
                      <a:pt x="2132" y="4918"/>
                      <a:pt x="2211" y="4891"/>
                      <a:pt x="2293" y="4891"/>
                    </a:cubicBezTo>
                    <a:close/>
                    <a:moveTo>
                      <a:pt x="892" y="6569"/>
                    </a:moveTo>
                    <a:cubicBezTo>
                      <a:pt x="900" y="6569"/>
                      <a:pt x="908" y="6569"/>
                      <a:pt x="916" y="6569"/>
                    </a:cubicBezTo>
                    <a:cubicBezTo>
                      <a:pt x="1187" y="6581"/>
                      <a:pt x="1434" y="6679"/>
                      <a:pt x="1675" y="6784"/>
                    </a:cubicBezTo>
                    <a:cubicBezTo>
                      <a:pt x="1755" y="6820"/>
                      <a:pt x="1819" y="6905"/>
                      <a:pt x="1878" y="6979"/>
                    </a:cubicBezTo>
                    <a:cubicBezTo>
                      <a:pt x="1951" y="7075"/>
                      <a:pt x="2014" y="7181"/>
                      <a:pt x="2079" y="7285"/>
                    </a:cubicBezTo>
                    <a:cubicBezTo>
                      <a:pt x="2350" y="7717"/>
                      <a:pt x="2622" y="8149"/>
                      <a:pt x="2959" y="8535"/>
                    </a:cubicBezTo>
                    <a:cubicBezTo>
                      <a:pt x="3039" y="8626"/>
                      <a:pt x="3111" y="8727"/>
                      <a:pt x="3183" y="8826"/>
                    </a:cubicBezTo>
                    <a:cubicBezTo>
                      <a:pt x="3347" y="9054"/>
                      <a:pt x="3326" y="9195"/>
                      <a:pt x="3125" y="9394"/>
                    </a:cubicBezTo>
                    <a:cubicBezTo>
                      <a:pt x="2918" y="9603"/>
                      <a:pt x="2675" y="9702"/>
                      <a:pt x="2382" y="9702"/>
                    </a:cubicBezTo>
                    <a:cubicBezTo>
                      <a:pt x="2380" y="9702"/>
                      <a:pt x="2378" y="9702"/>
                      <a:pt x="2376" y="9702"/>
                    </a:cubicBezTo>
                    <a:cubicBezTo>
                      <a:pt x="2170" y="9702"/>
                      <a:pt x="1990" y="9648"/>
                      <a:pt x="1827" y="9523"/>
                    </a:cubicBezTo>
                    <a:cubicBezTo>
                      <a:pt x="1552" y="9315"/>
                      <a:pt x="1307" y="9088"/>
                      <a:pt x="1159" y="8767"/>
                    </a:cubicBezTo>
                    <a:cubicBezTo>
                      <a:pt x="1081" y="8598"/>
                      <a:pt x="970" y="8443"/>
                      <a:pt x="862" y="8259"/>
                    </a:cubicBezTo>
                    <a:lnTo>
                      <a:pt x="862" y="8259"/>
                    </a:lnTo>
                    <a:cubicBezTo>
                      <a:pt x="845" y="8437"/>
                      <a:pt x="886" y="8548"/>
                      <a:pt x="1082" y="8866"/>
                    </a:cubicBezTo>
                    <a:cubicBezTo>
                      <a:pt x="1195" y="9048"/>
                      <a:pt x="1316" y="9223"/>
                      <a:pt x="1422" y="9414"/>
                    </a:cubicBezTo>
                    <a:cubicBezTo>
                      <a:pt x="1147" y="9337"/>
                      <a:pt x="947" y="9154"/>
                      <a:pt x="743" y="8974"/>
                    </a:cubicBezTo>
                    <a:lnTo>
                      <a:pt x="743" y="8974"/>
                    </a:lnTo>
                    <a:cubicBezTo>
                      <a:pt x="907" y="9325"/>
                      <a:pt x="1198" y="9499"/>
                      <a:pt x="1560" y="9565"/>
                    </a:cubicBezTo>
                    <a:cubicBezTo>
                      <a:pt x="1663" y="9585"/>
                      <a:pt x="1749" y="9616"/>
                      <a:pt x="1834" y="9679"/>
                    </a:cubicBezTo>
                    <a:cubicBezTo>
                      <a:pt x="1993" y="9796"/>
                      <a:pt x="2162" y="9841"/>
                      <a:pt x="2335" y="9841"/>
                    </a:cubicBezTo>
                    <a:cubicBezTo>
                      <a:pt x="2471" y="9841"/>
                      <a:pt x="2611" y="9813"/>
                      <a:pt x="2751" y="9769"/>
                    </a:cubicBezTo>
                    <a:cubicBezTo>
                      <a:pt x="2878" y="9729"/>
                      <a:pt x="2997" y="9660"/>
                      <a:pt x="3138" y="9597"/>
                    </a:cubicBezTo>
                    <a:cubicBezTo>
                      <a:pt x="3191" y="9640"/>
                      <a:pt x="3251" y="9693"/>
                      <a:pt x="3315" y="9741"/>
                    </a:cubicBezTo>
                    <a:cubicBezTo>
                      <a:pt x="3501" y="9877"/>
                      <a:pt x="3677" y="10035"/>
                      <a:pt x="3879" y="10142"/>
                    </a:cubicBezTo>
                    <a:cubicBezTo>
                      <a:pt x="4055" y="10234"/>
                      <a:pt x="4253" y="10280"/>
                      <a:pt x="4452" y="10280"/>
                    </a:cubicBezTo>
                    <a:cubicBezTo>
                      <a:pt x="4739" y="10280"/>
                      <a:pt x="5029" y="10184"/>
                      <a:pt x="5260" y="9995"/>
                    </a:cubicBezTo>
                    <a:cubicBezTo>
                      <a:pt x="5392" y="9885"/>
                      <a:pt x="5452" y="9732"/>
                      <a:pt x="5458" y="9562"/>
                    </a:cubicBezTo>
                    <a:cubicBezTo>
                      <a:pt x="5461" y="9442"/>
                      <a:pt x="5444" y="9321"/>
                      <a:pt x="5435" y="9166"/>
                    </a:cubicBezTo>
                    <a:lnTo>
                      <a:pt x="5435" y="9166"/>
                    </a:lnTo>
                    <a:cubicBezTo>
                      <a:pt x="5492" y="9198"/>
                      <a:pt x="5545" y="9219"/>
                      <a:pt x="5588" y="9250"/>
                    </a:cubicBezTo>
                    <a:cubicBezTo>
                      <a:pt x="5735" y="9356"/>
                      <a:pt x="5892" y="9432"/>
                      <a:pt x="6074" y="9432"/>
                    </a:cubicBezTo>
                    <a:cubicBezTo>
                      <a:pt x="6088" y="9432"/>
                      <a:pt x="6103" y="9431"/>
                      <a:pt x="6118" y="9430"/>
                    </a:cubicBezTo>
                    <a:cubicBezTo>
                      <a:pt x="6123" y="9430"/>
                      <a:pt x="6127" y="9430"/>
                      <a:pt x="6132" y="9430"/>
                    </a:cubicBezTo>
                    <a:cubicBezTo>
                      <a:pt x="6217" y="9430"/>
                      <a:pt x="6270" y="9482"/>
                      <a:pt x="6317" y="9549"/>
                    </a:cubicBezTo>
                    <a:cubicBezTo>
                      <a:pt x="6391" y="9654"/>
                      <a:pt x="6458" y="9768"/>
                      <a:pt x="6546" y="9861"/>
                    </a:cubicBezTo>
                    <a:cubicBezTo>
                      <a:pt x="6684" y="10010"/>
                      <a:pt x="6829" y="10152"/>
                      <a:pt x="6985" y="10281"/>
                    </a:cubicBezTo>
                    <a:cubicBezTo>
                      <a:pt x="7141" y="10409"/>
                      <a:pt x="7137" y="10400"/>
                      <a:pt x="7089" y="10601"/>
                    </a:cubicBezTo>
                    <a:cubicBezTo>
                      <a:pt x="6979" y="11060"/>
                      <a:pt x="6678" y="11393"/>
                      <a:pt x="6359" y="11708"/>
                    </a:cubicBezTo>
                    <a:cubicBezTo>
                      <a:pt x="6064" y="12001"/>
                      <a:pt x="5836" y="12331"/>
                      <a:pt x="5662" y="12704"/>
                    </a:cubicBezTo>
                    <a:cubicBezTo>
                      <a:pt x="5572" y="12899"/>
                      <a:pt x="5570" y="12943"/>
                      <a:pt x="5662" y="13100"/>
                    </a:cubicBezTo>
                    <a:cubicBezTo>
                      <a:pt x="5795" y="12577"/>
                      <a:pt x="6104" y="12166"/>
                      <a:pt x="6467" y="11786"/>
                    </a:cubicBezTo>
                    <a:cubicBezTo>
                      <a:pt x="6603" y="11643"/>
                      <a:pt x="6742" y="11502"/>
                      <a:pt x="6861" y="11345"/>
                    </a:cubicBezTo>
                    <a:cubicBezTo>
                      <a:pt x="6954" y="11223"/>
                      <a:pt x="7026" y="11082"/>
                      <a:pt x="7089" y="10941"/>
                    </a:cubicBezTo>
                    <a:cubicBezTo>
                      <a:pt x="7149" y="10809"/>
                      <a:pt x="7186" y="10667"/>
                      <a:pt x="7242" y="10503"/>
                    </a:cubicBezTo>
                    <a:cubicBezTo>
                      <a:pt x="7384" y="10614"/>
                      <a:pt x="7332" y="10751"/>
                      <a:pt x="7360" y="10859"/>
                    </a:cubicBezTo>
                    <a:cubicBezTo>
                      <a:pt x="7390" y="10973"/>
                      <a:pt x="7383" y="11096"/>
                      <a:pt x="7410" y="11216"/>
                    </a:cubicBezTo>
                    <a:cubicBezTo>
                      <a:pt x="7509" y="11106"/>
                      <a:pt x="7429" y="10964"/>
                      <a:pt x="7488" y="10826"/>
                    </a:cubicBezTo>
                    <a:lnTo>
                      <a:pt x="7488" y="10826"/>
                    </a:lnTo>
                    <a:cubicBezTo>
                      <a:pt x="7654" y="11000"/>
                      <a:pt x="7672" y="11231"/>
                      <a:pt x="7800" y="11465"/>
                    </a:cubicBezTo>
                    <a:cubicBezTo>
                      <a:pt x="7806" y="11376"/>
                      <a:pt x="7819" y="11333"/>
                      <a:pt x="7809" y="11295"/>
                    </a:cubicBezTo>
                    <a:cubicBezTo>
                      <a:pt x="7690" y="10842"/>
                      <a:pt x="7483" y="10457"/>
                      <a:pt x="7078" y="10182"/>
                    </a:cubicBezTo>
                    <a:cubicBezTo>
                      <a:pt x="6613" y="9864"/>
                      <a:pt x="6314" y="9412"/>
                      <a:pt x="6155" y="8875"/>
                    </a:cubicBezTo>
                    <a:cubicBezTo>
                      <a:pt x="6077" y="8617"/>
                      <a:pt x="6028" y="8349"/>
                      <a:pt x="5989" y="8080"/>
                    </a:cubicBezTo>
                    <a:cubicBezTo>
                      <a:pt x="5936" y="7718"/>
                      <a:pt x="6251" y="7210"/>
                      <a:pt x="6594" y="7073"/>
                    </a:cubicBezTo>
                    <a:cubicBezTo>
                      <a:pt x="6654" y="7049"/>
                      <a:pt x="6697" y="7036"/>
                      <a:pt x="6735" y="7036"/>
                    </a:cubicBezTo>
                    <a:cubicBezTo>
                      <a:pt x="6795" y="7036"/>
                      <a:pt x="6840" y="7070"/>
                      <a:pt x="6915" y="7150"/>
                    </a:cubicBezTo>
                    <a:cubicBezTo>
                      <a:pt x="7210" y="7460"/>
                      <a:pt x="7501" y="7772"/>
                      <a:pt x="7801" y="8078"/>
                    </a:cubicBezTo>
                    <a:cubicBezTo>
                      <a:pt x="7920" y="8198"/>
                      <a:pt x="8056" y="8301"/>
                      <a:pt x="8182" y="8413"/>
                    </a:cubicBezTo>
                    <a:cubicBezTo>
                      <a:pt x="8390" y="8599"/>
                      <a:pt x="8603" y="8782"/>
                      <a:pt x="8798" y="8979"/>
                    </a:cubicBezTo>
                    <a:cubicBezTo>
                      <a:pt x="8927" y="9108"/>
                      <a:pt x="9036" y="9258"/>
                      <a:pt x="9086" y="9441"/>
                    </a:cubicBezTo>
                    <a:cubicBezTo>
                      <a:pt x="9092" y="9465"/>
                      <a:pt x="9105" y="9493"/>
                      <a:pt x="9125" y="9508"/>
                    </a:cubicBezTo>
                    <a:cubicBezTo>
                      <a:pt x="9377" y="9715"/>
                      <a:pt x="9447" y="9998"/>
                      <a:pt x="9464" y="10305"/>
                    </a:cubicBezTo>
                    <a:cubicBezTo>
                      <a:pt x="9504" y="11033"/>
                      <a:pt x="9321" y="11702"/>
                      <a:pt x="8975" y="12338"/>
                    </a:cubicBezTo>
                    <a:cubicBezTo>
                      <a:pt x="8745" y="12763"/>
                      <a:pt x="8525" y="13192"/>
                      <a:pt x="8316" y="13626"/>
                    </a:cubicBezTo>
                    <a:cubicBezTo>
                      <a:pt x="8143" y="13986"/>
                      <a:pt x="7909" y="14269"/>
                      <a:pt x="7560" y="14479"/>
                    </a:cubicBezTo>
                    <a:cubicBezTo>
                      <a:pt x="6972" y="14833"/>
                      <a:pt x="6344" y="15079"/>
                      <a:pt x="5675" y="15228"/>
                    </a:cubicBezTo>
                    <a:cubicBezTo>
                      <a:pt x="5566" y="15252"/>
                      <a:pt x="5447" y="15258"/>
                      <a:pt x="5365" y="15401"/>
                    </a:cubicBezTo>
                    <a:cubicBezTo>
                      <a:pt x="5390" y="15402"/>
                      <a:pt x="5414" y="15403"/>
                      <a:pt x="5438" y="15403"/>
                    </a:cubicBezTo>
                    <a:cubicBezTo>
                      <a:pt x="5682" y="15403"/>
                      <a:pt x="5895" y="15320"/>
                      <a:pt x="6109" y="15261"/>
                    </a:cubicBezTo>
                    <a:cubicBezTo>
                      <a:pt x="6356" y="15193"/>
                      <a:pt x="6603" y="15111"/>
                      <a:pt x="6838" y="15009"/>
                    </a:cubicBezTo>
                    <a:cubicBezTo>
                      <a:pt x="7066" y="14911"/>
                      <a:pt x="7279" y="14779"/>
                      <a:pt x="7513" y="14655"/>
                    </a:cubicBezTo>
                    <a:cubicBezTo>
                      <a:pt x="7519" y="14703"/>
                      <a:pt x="7527" y="14727"/>
                      <a:pt x="7527" y="14752"/>
                    </a:cubicBezTo>
                    <a:cubicBezTo>
                      <a:pt x="7513" y="15405"/>
                      <a:pt x="7500" y="16058"/>
                      <a:pt x="7483" y="16710"/>
                    </a:cubicBezTo>
                    <a:cubicBezTo>
                      <a:pt x="7465" y="17444"/>
                      <a:pt x="7444" y="18178"/>
                      <a:pt x="7428" y="18913"/>
                    </a:cubicBezTo>
                    <a:cubicBezTo>
                      <a:pt x="7420" y="19218"/>
                      <a:pt x="7426" y="19524"/>
                      <a:pt x="7426" y="19842"/>
                    </a:cubicBezTo>
                    <a:cubicBezTo>
                      <a:pt x="7245" y="19942"/>
                      <a:pt x="7041" y="19971"/>
                      <a:pt x="6843" y="19995"/>
                    </a:cubicBezTo>
                    <a:cubicBezTo>
                      <a:pt x="6167" y="20076"/>
                      <a:pt x="5492" y="20173"/>
                      <a:pt x="4814" y="20206"/>
                    </a:cubicBezTo>
                    <a:cubicBezTo>
                      <a:pt x="4671" y="20214"/>
                      <a:pt x="4527" y="20217"/>
                      <a:pt x="4384" y="20217"/>
                    </a:cubicBezTo>
                    <a:cubicBezTo>
                      <a:pt x="3930" y="20217"/>
                      <a:pt x="3476" y="20188"/>
                      <a:pt x="3022" y="20176"/>
                    </a:cubicBezTo>
                    <a:cubicBezTo>
                      <a:pt x="2677" y="20167"/>
                      <a:pt x="2350" y="20077"/>
                      <a:pt x="2032" y="19953"/>
                    </a:cubicBezTo>
                    <a:cubicBezTo>
                      <a:pt x="1870" y="19888"/>
                      <a:pt x="1807" y="19806"/>
                      <a:pt x="1819" y="19648"/>
                    </a:cubicBezTo>
                    <a:cubicBezTo>
                      <a:pt x="1900" y="18539"/>
                      <a:pt x="1827" y="17432"/>
                      <a:pt x="1833" y="16323"/>
                    </a:cubicBezTo>
                    <a:cubicBezTo>
                      <a:pt x="1834" y="15869"/>
                      <a:pt x="1861" y="15416"/>
                      <a:pt x="1879" y="14929"/>
                    </a:cubicBezTo>
                    <a:cubicBezTo>
                      <a:pt x="1990" y="14992"/>
                      <a:pt x="2088" y="15046"/>
                      <a:pt x="2187" y="15100"/>
                    </a:cubicBezTo>
                    <a:cubicBezTo>
                      <a:pt x="2305" y="15168"/>
                      <a:pt x="2421" y="15237"/>
                      <a:pt x="2541" y="15300"/>
                    </a:cubicBezTo>
                    <a:cubicBezTo>
                      <a:pt x="2570" y="15315"/>
                      <a:pt x="2600" y="15334"/>
                      <a:pt x="2635" y="15334"/>
                    </a:cubicBezTo>
                    <a:cubicBezTo>
                      <a:pt x="2660" y="15334"/>
                      <a:pt x="2688" y="15323"/>
                      <a:pt x="2719" y="15290"/>
                    </a:cubicBezTo>
                    <a:cubicBezTo>
                      <a:pt x="2532" y="15184"/>
                      <a:pt x="2347" y="15091"/>
                      <a:pt x="2173" y="14980"/>
                    </a:cubicBezTo>
                    <a:cubicBezTo>
                      <a:pt x="1974" y="14851"/>
                      <a:pt x="1782" y="14712"/>
                      <a:pt x="1594" y="14568"/>
                    </a:cubicBezTo>
                    <a:cubicBezTo>
                      <a:pt x="1527" y="14515"/>
                      <a:pt x="1474" y="14439"/>
                      <a:pt x="1426" y="14365"/>
                    </a:cubicBezTo>
                    <a:cubicBezTo>
                      <a:pt x="1111" y="13879"/>
                      <a:pt x="835" y="13372"/>
                      <a:pt x="631" y="12829"/>
                    </a:cubicBezTo>
                    <a:cubicBezTo>
                      <a:pt x="506" y="12496"/>
                      <a:pt x="437" y="12151"/>
                      <a:pt x="428" y="11794"/>
                    </a:cubicBezTo>
                    <a:cubicBezTo>
                      <a:pt x="418" y="11331"/>
                      <a:pt x="410" y="10869"/>
                      <a:pt x="385" y="10409"/>
                    </a:cubicBezTo>
                    <a:cubicBezTo>
                      <a:pt x="371" y="10137"/>
                      <a:pt x="329" y="9868"/>
                      <a:pt x="299" y="9598"/>
                    </a:cubicBezTo>
                    <a:cubicBezTo>
                      <a:pt x="283" y="9456"/>
                      <a:pt x="269" y="9315"/>
                      <a:pt x="254" y="9172"/>
                    </a:cubicBezTo>
                    <a:cubicBezTo>
                      <a:pt x="215" y="8815"/>
                      <a:pt x="169" y="8458"/>
                      <a:pt x="142" y="8099"/>
                    </a:cubicBezTo>
                    <a:cubicBezTo>
                      <a:pt x="128" y="7918"/>
                      <a:pt x="145" y="7733"/>
                      <a:pt x="157" y="7550"/>
                    </a:cubicBezTo>
                    <a:lnTo>
                      <a:pt x="157" y="7552"/>
                    </a:lnTo>
                    <a:cubicBezTo>
                      <a:pt x="160" y="7486"/>
                      <a:pt x="172" y="7412"/>
                      <a:pt x="205" y="7355"/>
                    </a:cubicBezTo>
                    <a:cubicBezTo>
                      <a:pt x="332" y="7139"/>
                      <a:pt x="467" y="6928"/>
                      <a:pt x="605" y="6718"/>
                    </a:cubicBezTo>
                    <a:cubicBezTo>
                      <a:pt x="672" y="6614"/>
                      <a:pt x="766" y="6569"/>
                      <a:pt x="892" y="6569"/>
                    </a:cubicBezTo>
                    <a:close/>
                    <a:moveTo>
                      <a:pt x="8070" y="0"/>
                    </a:moveTo>
                    <a:cubicBezTo>
                      <a:pt x="8019" y="29"/>
                      <a:pt x="7969" y="66"/>
                      <a:pt x="7914" y="86"/>
                    </a:cubicBezTo>
                    <a:cubicBezTo>
                      <a:pt x="7611" y="189"/>
                      <a:pt x="7413" y="410"/>
                      <a:pt x="7279" y="686"/>
                    </a:cubicBezTo>
                    <a:cubicBezTo>
                      <a:pt x="7195" y="861"/>
                      <a:pt x="7120" y="1052"/>
                      <a:pt x="7093" y="1243"/>
                    </a:cubicBezTo>
                    <a:cubicBezTo>
                      <a:pt x="7033" y="1666"/>
                      <a:pt x="6991" y="2093"/>
                      <a:pt x="6973" y="2521"/>
                    </a:cubicBezTo>
                    <a:cubicBezTo>
                      <a:pt x="6945" y="3214"/>
                      <a:pt x="6943" y="3907"/>
                      <a:pt x="6931" y="4600"/>
                    </a:cubicBezTo>
                    <a:cubicBezTo>
                      <a:pt x="6931" y="4689"/>
                      <a:pt x="6945" y="4778"/>
                      <a:pt x="6948" y="4865"/>
                    </a:cubicBezTo>
                    <a:cubicBezTo>
                      <a:pt x="6954" y="5144"/>
                      <a:pt x="6963" y="5423"/>
                      <a:pt x="6961" y="5700"/>
                    </a:cubicBezTo>
                    <a:cubicBezTo>
                      <a:pt x="6960" y="5811"/>
                      <a:pt x="6936" y="5921"/>
                      <a:pt x="6916" y="6080"/>
                    </a:cubicBezTo>
                    <a:cubicBezTo>
                      <a:pt x="6867" y="6009"/>
                      <a:pt x="6844" y="5985"/>
                      <a:pt x="6831" y="5958"/>
                    </a:cubicBezTo>
                    <a:cubicBezTo>
                      <a:pt x="6618" y="5534"/>
                      <a:pt x="6407" y="5108"/>
                      <a:pt x="6191" y="4684"/>
                    </a:cubicBezTo>
                    <a:cubicBezTo>
                      <a:pt x="6032" y="4375"/>
                      <a:pt x="5797" y="4143"/>
                      <a:pt x="5456" y="4050"/>
                    </a:cubicBezTo>
                    <a:cubicBezTo>
                      <a:pt x="5312" y="4010"/>
                      <a:pt x="5171" y="3991"/>
                      <a:pt x="5035" y="3991"/>
                    </a:cubicBezTo>
                    <a:cubicBezTo>
                      <a:pt x="4697" y="3991"/>
                      <a:pt x="4383" y="4110"/>
                      <a:pt x="4097" y="4342"/>
                    </a:cubicBezTo>
                    <a:cubicBezTo>
                      <a:pt x="3896" y="4506"/>
                      <a:pt x="3797" y="4725"/>
                      <a:pt x="3791" y="4983"/>
                    </a:cubicBezTo>
                    <a:cubicBezTo>
                      <a:pt x="3788" y="5106"/>
                      <a:pt x="3794" y="5229"/>
                      <a:pt x="3791" y="5351"/>
                    </a:cubicBezTo>
                    <a:cubicBezTo>
                      <a:pt x="3789" y="5400"/>
                      <a:pt x="3774" y="5448"/>
                      <a:pt x="3765" y="5502"/>
                    </a:cubicBezTo>
                    <a:cubicBezTo>
                      <a:pt x="3731" y="5489"/>
                      <a:pt x="3717" y="5487"/>
                      <a:pt x="3705" y="5480"/>
                    </a:cubicBezTo>
                    <a:cubicBezTo>
                      <a:pt x="3689" y="5468"/>
                      <a:pt x="3672" y="5456"/>
                      <a:pt x="3659" y="5441"/>
                    </a:cubicBezTo>
                    <a:cubicBezTo>
                      <a:pt x="3353" y="5094"/>
                      <a:pt x="2952" y="4929"/>
                      <a:pt x="2518" y="4808"/>
                    </a:cubicBezTo>
                    <a:cubicBezTo>
                      <a:pt x="2442" y="4786"/>
                      <a:pt x="2370" y="4776"/>
                      <a:pt x="2302" y="4776"/>
                    </a:cubicBezTo>
                    <a:cubicBezTo>
                      <a:pt x="2113" y="4776"/>
                      <a:pt x="1955" y="4856"/>
                      <a:pt x="1821" y="5009"/>
                    </a:cubicBezTo>
                    <a:cubicBezTo>
                      <a:pt x="1686" y="5159"/>
                      <a:pt x="1576" y="5334"/>
                      <a:pt x="1467" y="5505"/>
                    </a:cubicBezTo>
                    <a:cubicBezTo>
                      <a:pt x="1301" y="5768"/>
                      <a:pt x="1306" y="6044"/>
                      <a:pt x="1417" y="6326"/>
                    </a:cubicBezTo>
                    <a:cubicBezTo>
                      <a:pt x="1440" y="6384"/>
                      <a:pt x="1452" y="6447"/>
                      <a:pt x="1474" y="6529"/>
                    </a:cubicBezTo>
                    <a:cubicBezTo>
                      <a:pt x="1249" y="6497"/>
                      <a:pt x="1055" y="6473"/>
                      <a:pt x="862" y="6444"/>
                    </a:cubicBezTo>
                    <a:cubicBezTo>
                      <a:pt x="842" y="6442"/>
                      <a:pt x="823" y="6440"/>
                      <a:pt x="804" y="6440"/>
                    </a:cubicBezTo>
                    <a:cubicBezTo>
                      <a:pt x="727" y="6440"/>
                      <a:pt x="658" y="6465"/>
                      <a:pt x="602" y="6530"/>
                    </a:cubicBezTo>
                    <a:cubicBezTo>
                      <a:pt x="467" y="6688"/>
                      <a:pt x="332" y="6848"/>
                      <a:pt x="199" y="7007"/>
                    </a:cubicBezTo>
                    <a:cubicBezTo>
                      <a:pt x="190" y="7018"/>
                      <a:pt x="190" y="7033"/>
                      <a:pt x="185" y="7045"/>
                    </a:cubicBezTo>
                    <a:cubicBezTo>
                      <a:pt x="44" y="7429"/>
                      <a:pt x="1" y="7823"/>
                      <a:pt x="46" y="8229"/>
                    </a:cubicBezTo>
                    <a:cubicBezTo>
                      <a:pt x="91" y="8640"/>
                      <a:pt x="134" y="9052"/>
                      <a:pt x="178" y="9465"/>
                    </a:cubicBezTo>
                    <a:lnTo>
                      <a:pt x="176" y="9463"/>
                    </a:lnTo>
                    <a:lnTo>
                      <a:pt x="176" y="9463"/>
                    </a:lnTo>
                    <a:cubicBezTo>
                      <a:pt x="209" y="9781"/>
                      <a:pt x="253" y="10098"/>
                      <a:pt x="272" y="10418"/>
                    </a:cubicBezTo>
                    <a:cubicBezTo>
                      <a:pt x="296" y="10832"/>
                      <a:pt x="296" y="11246"/>
                      <a:pt x="314" y="11660"/>
                    </a:cubicBezTo>
                    <a:cubicBezTo>
                      <a:pt x="338" y="12173"/>
                      <a:pt x="403" y="12677"/>
                      <a:pt x="650" y="13139"/>
                    </a:cubicBezTo>
                    <a:cubicBezTo>
                      <a:pt x="701" y="13234"/>
                      <a:pt x="734" y="13339"/>
                      <a:pt x="782" y="13438"/>
                    </a:cubicBezTo>
                    <a:cubicBezTo>
                      <a:pt x="1033" y="13965"/>
                      <a:pt x="1294" y="14484"/>
                      <a:pt x="1735" y="14880"/>
                    </a:cubicBezTo>
                    <a:cubicBezTo>
                      <a:pt x="1722" y="15420"/>
                      <a:pt x="1704" y="15956"/>
                      <a:pt x="1696" y="16494"/>
                    </a:cubicBezTo>
                    <a:cubicBezTo>
                      <a:pt x="1681" y="17554"/>
                      <a:pt x="1681" y="18614"/>
                      <a:pt x="1657" y="19674"/>
                    </a:cubicBezTo>
                    <a:cubicBezTo>
                      <a:pt x="1653" y="19882"/>
                      <a:pt x="1738" y="19984"/>
                      <a:pt x="1897" y="20064"/>
                    </a:cubicBezTo>
                    <a:cubicBezTo>
                      <a:pt x="1941" y="20085"/>
                      <a:pt x="1986" y="20100"/>
                      <a:pt x="2029" y="20119"/>
                    </a:cubicBezTo>
                    <a:cubicBezTo>
                      <a:pt x="2484" y="20305"/>
                      <a:pt x="2962" y="20353"/>
                      <a:pt x="3447" y="20370"/>
                    </a:cubicBezTo>
                    <a:cubicBezTo>
                      <a:pt x="3610" y="20375"/>
                      <a:pt x="3774" y="20378"/>
                      <a:pt x="3937" y="20378"/>
                    </a:cubicBezTo>
                    <a:cubicBezTo>
                      <a:pt x="4046" y="20378"/>
                      <a:pt x="4155" y="20377"/>
                      <a:pt x="4263" y="20374"/>
                    </a:cubicBezTo>
                    <a:cubicBezTo>
                      <a:pt x="4575" y="20368"/>
                      <a:pt x="4888" y="20358"/>
                      <a:pt x="5200" y="20334"/>
                    </a:cubicBezTo>
                    <a:cubicBezTo>
                      <a:pt x="5539" y="20305"/>
                      <a:pt x="5876" y="20266"/>
                      <a:pt x="6212" y="20221"/>
                    </a:cubicBezTo>
                    <a:cubicBezTo>
                      <a:pt x="6589" y="20172"/>
                      <a:pt x="6964" y="20112"/>
                      <a:pt x="7341" y="20055"/>
                    </a:cubicBezTo>
                    <a:cubicBezTo>
                      <a:pt x="7425" y="20043"/>
                      <a:pt x="7551" y="20047"/>
                      <a:pt x="7581" y="19998"/>
                    </a:cubicBezTo>
                    <a:cubicBezTo>
                      <a:pt x="7621" y="19930"/>
                      <a:pt x="7587" y="19818"/>
                      <a:pt x="7587" y="19725"/>
                    </a:cubicBezTo>
                    <a:cubicBezTo>
                      <a:pt x="7587" y="19045"/>
                      <a:pt x="7567" y="18364"/>
                      <a:pt x="7593" y="17684"/>
                    </a:cubicBezTo>
                    <a:cubicBezTo>
                      <a:pt x="7630" y="16712"/>
                      <a:pt x="7689" y="15741"/>
                      <a:pt x="7660" y="14769"/>
                    </a:cubicBezTo>
                    <a:cubicBezTo>
                      <a:pt x="7657" y="14649"/>
                      <a:pt x="7687" y="14562"/>
                      <a:pt x="7791" y="14493"/>
                    </a:cubicBezTo>
                    <a:cubicBezTo>
                      <a:pt x="8028" y="14335"/>
                      <a:pt x="8196" y="14119"/>
                      <a:pt x="8327" y="13866"/>
                    </a:cubicBezTo>
                    <a:cubicBezTo>
                      <a:pt x="8624" y="13285"/>
                      <a:pt x="8954" y="12719"/>
                      <a:pt x="9224" y="12127"/>
                    </a:cubicBezTo>
                    <a:cubicBezTo>
                      <a:pt x="9522" y="11474"/>
                      <a:pt x="9708" y="10788"/>
                      <a:pt x="9552" y="10053"/>
                    </a:cubicBezTo>
                    <a:cubicBezTo>
                      <a:pt x="9516" y="9889"/>
                      <a:pt x="9462" y="9742"/>
                      <a:pt x="9380" y="9600"/>
                    </a:cubicBezTo>
                    <a:cubicBezTo>
                      <a:pt x="9317" y="9489"/>
                      <a:pt x="9255" y="9370"/>
                      <a:pt x="9227" y="9247"/>
                    </a:cubicBezTo>
                    <a:cubicBezTo>
                      <a:pt x="9179" y="9037"/>
                      <a:pt x="9147" y="8821"/>
                      <a:pt x="9126" y="8605"/>
                    </a:cubicBezTo>
                    <a:cubicBezTo>
                      <a:pt x="9101" y="8334"/>
                      <a:pt x="9089" y="8062"/>
                      <a:pt x="9078" y="7790"/>
                    </a:cubicBezTo>
                    <a:cubicBezTo>
                      <a:pt x="9048" y="6955"/>
                      <a:pt x="9018" y="6119"/>
                      <a:pt x="8997" y="5283"/>
                    </a:cubicBezTo>
                    <a:cubicBezTo>
                      <a:pt x="8991" y="5006"/>
                      <a:pt x="9000" y="4725"/>
                      <a:pt x="9026" y="4447"/>
                    </a:cubicBezTo>
                    <a:cubicBezTo>
                      <a:pt x="9104" y="3565"/>
                      <a:pt x="9128" y="2681"/>
                      <a:pt x="9047" y="1799"/>
                    </a:cubicBezTo>
                    <a:cubicBezTo>
                      <a:pt x="9008" y="1372"/>
                      <a:pt x="8930" y="951"/>
                      <a:pt x="8769" y="549"/>
                    </a:cubicBezTo>
                    <a:cubicBezTo>
                      <a:pt x="8675" y="315"/>
                      <a:pt x="8546" y="119"/>
                      <a:pt x="831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9"/>
              <p:cNvSpPr/>
              <p:nvPr/>
            </p:nvSpPr>
            <p:spPr>
              <a:xfrm>
                <a:off x="2408450" y="1635925"/>
                <a:ext cx="13075" cy="252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101" extrusionOk="0">
                    <a:moveTo>
                      <a:pt x="245" y="0"/>
                    </a:moveTo>
                    <a:cubicBezTo>
                      <a:pt x="164" y="0"/>
                      <a:pt x="82" y="12"/>
                      <a:pt x="1" y="17"/>
                    </a:cubicBezTo>
                    <a:cubicBezTo>
                      <a:pt x="105" y="77"/>
                      <a:pt x="213" y="100"/>
                      <a:pt x="322" y="100"/>
                    </a:cubicBezTo>
                    <a:cubicBezTo>
                      <a:pt x="388" y="100"/>
                      <a:pt x="455" y="92"/>
                      <a:pt x="523" y="78"/>
                    </a:cubicBezTo>
                    <a:cubicBezTo>
                      <a:pt x="435" y="16"/>
                      <a:pt x="341" y="0"/>
                      <a:pt x="2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5" name="Google Shape;195;p29"/>
          <p:cNvSpPr/>
          <p:nvPr/>
        </p:nvSpPr>
        <p:spPr>
          <a:xfrm>
            <a:off x="7281675" y="3471268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96" name="Google Shape;196;p29"/>
          <p:cNvGrpSpPr/>
          <p:nvPr/>
        </p:nvGrpSpPr>
        <p:grpSpPr>
          <a:xfrm>
            <a:off x="7481264" y="3443138"/>
            <a:ext cx="709921" cy="1165362"/>
            <a:chOff x="7503132" y="3518051"/>
            <a:chExt cx="664285" cy="1090448"/>
          </a:xfrm>
        </p:grpSpPr>
        <p:sp>
          <p:nvSpPr>
            <p:cNvPr id="197" name="Google Shape;197;p29"/>
            <p:cNvSpPr/>
            <p:nvPr/>
          </p:nvSpPr>
          <p:spPr>
            <a:xfrm>
              <a:off x="7503132" y="3518051"/>
              <a:ext cx="664216" cy="1090392"/>
            </a:xfrm>
            <a:custGeom>
              <a:avLst/>
              <a:gdLst/>
              <a:ahLst/>
              <a:cxnLst/>
              <a:rect l="l" t="t" r="r" b="b"/>
              <a:pathLst>
                <a:path w="10583" h="17374" extrusionOk="0">
                  <a:moveTo>
                    <a:pt x="5645" y="1"/>
                  </a:moveTo>
                  <a:cubicBezTo>
                    <a:pt x="5568" y="1"/>
                    <a:pt x="5488" y="8"/>
                    <a:pt x="5406" y="22"/>
                  </a:cubicBezTo>
                  <a:cubicBezTo>
                    <a:pt x="4994" y="94"/>
                    <a:pt x="4616" y="293"/>
                    <a:pt x="4413" y="709"/>
                  </a:cubicBezTo>
                  <a:cubicBezTo>
                    <a:pt x="4403" y="732"/>
                    <a:pt x="4380" y="750"/>
                    <a:pt x="4346" y="793"/>
                  </a:cubicBezTo>
                  <a:cubicBezTo>
                    <a:pt x="4295" y="726"/>
                    <a:pt x="4254" y="679"/>
                    <a:pt x="4224" y="628"/>
                  </a:cubicBezTo>
                  <a:cubicBezTo>
                    <a:pt x="4112" y="431"/>
                    <a:pt x="3939" y="320"/>
                    <a:pt x="3721" y="272"/>
                  </a:cubicBezTo>
                  <a:cubicBezTo>
                    <a:pt x="3615" y="248"/>
                    <a:pt x="3508" y="220"/>
                    <a:pt x="3400" y="205"/>
                  </a:cubicBezTo>
                  <a:cubicBezTo>
                    <a:pt x="3335" y="195"/>
                    <a:pt x="3271" y="191"/>
                    <a:pt x="3210" y="191"/>
                  </a:cubicBezTo>
                  <a:cubicBezTo>
                    <a:pt x="2841" y="191"/>
                    <a:pt x="2547" y="360"/>
                    <a:pt x="2335" y="697"/>
                  </a:cubicBezTo>
                  <a:cubicBezTo>
                    <a:pt x="2194" y="919"/>
                    <a:pt x="2100" y="1156"/>
                    <a:pt x="2092" y="1426"/>
                  </a:cubicBezTo>
                  <a:cubicBezTo>
                    <a:pt x="2088" y="1558"/>
                    <a:pt x="2061" y="1689"/>
                    <a:pt x="2044" y="1819"/>
                  </a:cubicBezTo>
                  <a:cubicBezTo>
                    <a:pt x="2029" y="1824"/>
                    <a:pt x="2015" y="1828"/>
                    <a:pt x="2002" y="1831"/>
                  </a:cubicBezTo>
                  <a:cubicBezTo>
                    <a:pt x="1954" y="1761"/>
                    <a:pt x="1903" y="1690"/>
                    <a:pt x="1858" y="1618"/>
                  </a:cubicBezTo>
                  <a:cubicBezTo>
                    <a:pt x="1737" y="1430"/>
                    <a:pt x="1571" y="1324"/>
                    <a:pt x="1364" y="1324"/>
                  </a:cubicBezTo>
                  <a:cubicBezTo>
                    <a:pt x="1333" y="1324"/>
                    <a:pt x="1300" y="1327"/>
                    <a:pt x="1267" y="1332"/>
                  </a:cubicBezTo>
                  <a:cubicBezTo>
                    <a:pt x="1031" y="1368"/>
                    <a:pt x="797" y="1425"/>
                    <a:pt x="569" y="1492"/>
                  </a:cubicBezTo>
                  <a:cubicBezTo>
                    <a:pt x="401" y="1542"/>
                    <a:pt x="264" y="1660"/>
                    <a:pt x="195" y="1822"/>
                  </a:cubicBezTo>
                  <a:cubicBezTo>
                    <a:pt x="128" y="1984"/>
                    <a:pt x="59" y="2155"/>
                    <a:pt x="45" y="2328"/>
                  </a:cubicBezTo>
                  <a:cubicBezTo>
                    <a:pt x="0" y="2849"/>
                    <a:pt x="44" y="3365"/>
                    <a:pt x="179" y="3873"/>
                  </a:cubicBezTo>
                  <a:cubicBezTo>
                    <a:pt x="215" y="4004"/>
                    <a:pt x="234" y="4141"/>
                    <a:pt x="248" y="4276"/>
                  </a:cubicBezTo>
                  <a:lnTo>
                    <a:pt x="249" y="4274"/>
                  </a:lnTo>
                  <a:cubicBezTo>
                    <a:pt x="287" y="4642"/>
                    <a:pt x="323" y="5009"/>
                    <a:pt x="350" y="5377"/>
                  </a:cubicBezTo>
                  <a:cubicBezTo>
                    <a:pt x="392" y="6004"/>
                    <a:pt x="568" y="6618"/>
                    <a:pt x="523" y="7251"/>
                  </a:cubicBezTo>
                  <a:cubicBezTo>
                    <a:pt x="520" y="7291"/>
                    <a:pt x="533" y="7333"/>
                    <a:pt x="538" y="7374"/>
                  </a:cubicBezTo>
                  <a:cubicBezTo>
                    <a:pt x="565" y="7590"/>
                    <a:pt x="587" y="7808"/>
                    <a:pt x="620" y="8024"/>
                  </a:cubicBezTo>
                  <a:cubicBezTo>
                    <a:pt x="683" y="8442"/>
                    <a:pt x="721" y="8868"/>
                    <a:pt x="826" y="9276"/>
                  </a:cubicBezTo>
                  <a:cubicBezTo>
                    <a:pt x="973" y="9838"/>
                    <a:pt x="1180" y="10382"/>
                    <a:pt x="1588" y="10822"/>
                  </a:cubicBezTo>
                  <a:cubicBezTo>
                    <a:pt x="1612" y="10849"/>
                    <a:pt x="1621" y="10895"/>
                    <a:pt x="1622" y="10933"/>
                  </a:cubicBezTo>
                  <a:cubicBezTo>
                    <a:pt x="1633" y="11329"/>
                    <a:pt x="1648" y="11725"/>
                    <a:pt x="1645" y="12123"/>
                  </a:cubicBezTo>
                  <a:cubicBezTo>
                    <a:pt x="1637" y="13209"/>
                    <a:pt x="1622" y="14295"/>
                    <a:pt x="1612" y="15382"/>
                  </a:cubicBezTo>
                  <a:cubicBezTo>
                    <a:pt x="1607" y="15772"/>
                    <a:pt x="1606" y="16160"/>
                    <a:pt x="1609" y="16551"/>
                  </a:cubicBezTo>
                  <a:cubicBezTo>
                    <a:pt x="1609" y="16596"/>
                    <a:pt x="1643" y="16660"/>
                    <a:pt x="1681" y="16683"/>
                  </a:cubicBezTo>
                  <a:cubicBezTo>
                    <a:pt x="1850" y="16785"/>
                    <a:pt x="2017" y="16905"/>
                    <a:pt x="2202" y="16960"/>
                  </a:cubicBezTo>
                  <a:cubicBezTo>
                    <a:pt x="2593" y="17076"/>
                    <a:pt x="2994" y="17167"/>
                    <a:pt x="3396" y="17248"/>
                  </a:cubicBezTo>
                  <a:cubicBezTo>
                    <a:pt x="3761" y="17321"/>
                    <a:pt x="4129" y="17373"/>
                    <a:pt x="4499" y="17373"/>
                  </a:cubicBezTo>
                  <a:cubicBezTo>
                    <a:pt x="4648" y="17373"/>
                    <a:pt x="4797" y="17365"/>
                    <a:pt x="4946" y="17346"/>
                  </a:cubicBezTo>
                  <a:cubicBezTo>
                    <a:pt x="5384" y="17290"/>
                    <a:pt x="5822" y="17200"/>
                    <a:pt x="6251" y="17094"/>
                  </a:cubicBezTo>
                  <a:cubicBezTo>
                    <a:pt x="6614" y="17005"/>
                    <a:pt x="6976" y="16897"/>
                    <a:pt x="7308" y="16711"/>
                  </a:cubicBezTo>
                  <a:cubicBezTo>
                    <a:pt x="7419" y="16648"/>
                    <a:pt x="7546" y="16615"/>
                    <a:pt x="7689" y="16560"/>
                  </a:cubicBezTo>
                  <a:cubicBezTo>
                    <a:pt x="7716" y="16444"/>
                    <a:pt x="7699" y="16310"/>
                    <a:pt x="7687" y="16175"/>
                  </a:cubicBezTo>
                  <a:cubicBezTo>
                    <a:pt x="7668" y="15931"/>
                    <a:pt x="7648" y="15686"/>
                    <a:pt x="7641" y="15440"/>
                  </a:cubicBezTo>
                  <a:cubicBezTo>
                    <a:pt x="7636" y="15284"/>
                    <a:pt x="7662" y="15128"/>
                    <a:pt x="7666" y="14971"/>
                  </a:cubicBezTo>
                  <a:cubicBezTo>
                    <a:pt x="7681" y="14451"/>
                    <a:pt x="7683" y="13932"/>
                    <a:pt x="7711" y="13415"/>
                  </a:cubicBezTo>
                  <a:cubicBezTo>
                    <a:pt x="7752" y="12622"/>
                    <a:pt x="7810" y="11832"/>
                    <a:pt x="7858" y="11041"/>
                  </a:cubicBezTo>
                  <a:cubicBezTo>
                    <a:pt x="7866" y="10930"/>
                    <a:pt x="7882" y="10835"/>
                    <a:pt x="7959" y="10741"/>
                  </a:cubicBezTo>
                  <a:cubicBezTo>
                    <a:pt x="8124" y="10541"/>
                    <a:pt x="8271" y="10328"/>
                    <a:pt x="8424" y="10118"/>
                  </a:cubicBezTo>
                  <a:cubicBezTo>
                    <a:pt x="8517" y="9992"/>
                    <a:pt x="8599" y="9857"/>
                    <a:pt x="8700" y="9737"/>
                  </a:cubicBezTo>
                  <a:cubicBezTo>
                    <a:pt x="8889" y="9512"/>
                    <a:pt x="9087" y="9296"/>
                    <a:pt x="9279" y="9072"/>
                  </a:cubicBezTo>
                  <a:cubicBezTo>
                    <a:pt x="9708" y="8576"/>
                    <a:pt x="10131" y="8075"/>
                    <a:pt x="10431" y="7483"/>
                  </a:cubicBezTo>
                  <a:cubicBezTo>
                    <a:pt x="10526" y="7296"/>
                    <a:pt x="10583" y="7113"/>
                    <a:pt x="10547" y="6915"/>
                  </a:cubicBezTo>
                  <a:cubicBezTo>
                    <a:pt x="10517" y="6748"/>
                    <a:pt x="10470" y="6580"/>
                    <a:pt x="10395" y="6430"/>
                  </a:cubicBezTo>
                  <a:cubicBezTo>
                    <a:pt x="10182" y="6000"/>
                    <a:pt x="9998" y="5561"/>
                    <a:pt x="9920" y="5083"/>
                  </a:cubicBezTo>
                  <a:cubicBezTo>
                    <a:pt x="9891" y="4904"/>
                    <a:pt x="9780" y="4777"/>
                    <a:pt x="9621" y="4688"/>
                  </a:cubicBezTo>
                  <a:cubicBezTo>
                    <a:pt x="9558" y="4652"/>
                    <a:pt x="9495" y="4613"/>
                    <a:pt x="9429" y="4574"/>
                  </a:cubicBezTo>
                  <a:cubicBezTo>
                    <a:pt x="9440" y="4481"/>
                    <a:pt x="9443" y="4399"/>
                    <a:pt x="9456" y="4318"/>
                  </a:cubicBezTo>
                  <a:cubicBezTo>
                    <a:pt x="9554" y="3768"/>
                    <a:pt x="9572" y="3216"/>
                    <a:pt x="9507" y="2664"/>
                  </a:cubicBezTo>
                  <a:cubicBezTo>
                    <a:pt x="9471" y="2360"/>
                    <a:pt x="9446" y="2050"/>
                    <a:pt x="9318" y="1764"/>
                  </a:cubicBezTo>
                  <a:cubicBezTo>
                    <a:pt x="9221" y="1546"/>
                    <a:pt x="9126" y="1327"/>
                    <a:pt x="9032" y="1107"/>
                  </a:cubicBezTo>
                  <a:cubicBezTo>
                    <a:pt x="8926" y="867"/>
                    <a:pt x="8764" y="681"/>
                    <a:pt x="8527" y="562"/>
                  </a:cubicBezTo>
                  <a:cubicBezTo>
                    <a:pt x="8356" y="476"/>
                    <a:pt x="8188" y="385"/>
                    <a:pt x="8020" y="293"/>
                  </a:cubicBezTo>
                  <a:cubicBezTo>
                    <a:pt x="7843" y="195"/>
                    <a:pt x="7671" y="146"/>
                    <a:pt x="7505" y="146"/>
                  </a:cubicBezTo>
                  <a:cubicBezTo>
                    <a:pt x="7229" y="146"/>
                    <a:pt x="6971" y="283"/>
                    <a:pt x="6745" y="554"/>
                  </a:cubicBezTo>
                  <a:cubicBezTo>
                    <a:pt x="6712" y="594"/>
                    <a:pt x="6673" y="628"/>
                    <a:pt x="6625" y="675"/>
                  </a:cubicBezTo>
                  <a:cubicBezTo>
                    <a:pt x="6578" y="598"/>
                    <a:pt x="6545" y="539"/>
                    <a:pt x="6509" y="482"/>
                  </a:cubicBezTo>
                  <a:cubicBezTo>
                    <a:pt x="6300" y="154"/>
                    <a:pt x="6000" y="1"/>
                    <a:pt x="5645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8" name="Google Shape;198;p29"/>
            <p:cNvGrpSpPr/>
            <p:nvPr/>
          </p:nvGrpSpPr>
          <p:grpSpPr>
            <a:xfrm>
              <a:off x="7503138" y="3518107"/>
              <a:ext cx="664278" cy="1090392"/>
              <a:chOff x="3033000" y="1308475"/>
              <a:chExt cx="264600" cy="434350"/>
            </a:xfrm>
          </p:grpSpPr>
          <p:sp>
            <p:nvSpPr>
              <p:cNvPr id="199" name="Google Shape;199;p29"/>
              <p:cNvSpPr/>
              <p:nvPr/>
            </p:nvSpPr>
            <p:spPr>
              <a:xfrm>
                <a:off x="3087850" y="1316275"/>
                <a:ext cx="51650" cy="16290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6516" extrusionOk="0">
                    <a:moveTo>
                      <a:pt x="1053" y="0"/>
                    </a:moveTo>
                    <a:cubicBezTo>
                      <a:pt x="996" y="0"/>
                      <a:pt x="938" y="4"/>
                      <a:pt x="881" y="13"/>
                    </a:cubicBezTo>
                    <a:cubicBezTo>
                      <a:pt x="752" y="32"/>
                      <a:pt x="614" y="86"/>
                      <a:pt x="511" y="166"/>
                    </a:cubicBezTo>
                    <a:cubicBezTo>
                      <a:pt x="269" y="348"/>
                      <a:pt x="98" y="591"/>
                      <a:pt x="59" y="897"/>
                    </a:cubicBezTo>
                    <a:cubicBezTo>
                      <a:pt x="21" y="1173"/>
                      <a:pt x="15" y="1453"/>
                      <a:pt x="0" y="1662"/>
                    </a:cubicBezTo>
                    <a:cubicBezTo>
                      <a:pt x="26" y="2115"/>
                      <a:pt x="20" y="2501"/>
                      <a:pt x="74" y="2879"/>
                    </a:cubicBezTo>
                    <a:cubicBezTo>
                      <a:pt x="180" y="3606"/>
                      <a:pt x="254" y="4340"/>
                      <a:pt x="469" y="5050"/>
                    </a:cubicBezTo>
                    <a:cubicBezTo>
                      <a:pt x="619" y="5545"/>
                      <a:pt x="859" y="5982"/>
                      <a:pt x="1210" y="6355"/>
                    </a:cubicBezTo>
                    <a:cubicBezTo>
                      <a:pt x="1311" y="6462"/>
                      <a:pt x="1449" y="6515"/>
                      <a:pt x="1591" y="6515"/>
                    </a:cubicBezTo>
                    <a:cubicBezTo>
                      <a:pt x="1681" y="6515"/>
                      <a:pt x="1772" y="6494"/>
                      <a:pt x="1855" y="6451"/>
                    </a:cubicBezTo>
                    <a:cubicBezTo>
                      <a:pt x="2040" y="6358"/>
                      <a:pt x="2065" y="6288"/>
                      <a:pt x="1997" y="6090"/>
                    </a:cubicBezTo>
                    <a:cubicBezTo>
                      <a:pt x="1922" y="5877"/>
                      <a:pt x="1831" y="5668"/>
                      <a:pt x="1784" y="5449"/>
                    </a:cubicBezTo>
                    <a:cubicBezTo>
                      <a:pt x="1607" y="4624"/>
                      <a:pt x="1543" y="3788"/>
                      <a:pt x="1621" y="2946"/>
                    </a:cubicBezTo>
                    <a:cubicBezTo>
                      <a:pt x="1687" y="2246"/>
                      <a:pt x="1775" y="1549"/>
                      <a:pt x="1997" y="876"/>
                    </a:cubicBezTo>
                    <a:cubicBezTo>
                      <a:pt x="2026" y="790"/>
                      <a:pt x="2041" y="684"/>
                      <a:pt x="2015" y="600"/>
                    </a:cubicBezTo>
                    <a:cubicBezTo>
                      <a:pt x="1948" y="366"/>
                      <a:pt x="1801" y="190"/>
                      <a:pt x="1567" y="101"/>
                    </a:cubicBezTo>
                    <a:cubicBezTo>
                      <a:pt x="1400" y="38"/>
                      <a:pt x="1227" y="0"/>
                      <a:pt x="1053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9"/>
              <p:cNvSpPr/>
              <p:nvPr/>
            </p:nvSpPr>
            <p:spPr>
              <a:xfrm>
                <a:off x="3130500" y="1311900"/>
                <a:ext cx="66150" cy="170750"/>
              </a:xfrm>
              <a:custGeom>
                <a:avLst/>
                <a:gdLst/>
                <a:ahLst/>
                <a:cxnLst/>
                <a:rect l="l" t="t" r="r" b="b"/>
                <a:pathLst>
                  <a:path w="2646" h="6830" extrusionOk="0">
                    <a:moveTo>
                      <a:pt x="1711" y="0"/>
                    </a:moveTo>
                    <a:cubicBezTo>
                      <a:pt x="1285" y="0"/>
                      <a:pt x="847" y="233"/>
                      <a:pt x="658" y="614"/>
                    </a:cubicBezTo>
                    <a:cubicBezTo>
                      <a:pt x="508" y="919"/>
                      <a:pt x="370" y="1237"/>
                      <a:pt x="287" y="1565"/>
                    </a:cubicBezTo>
                    <a:cubicBezTo>
                      <a:pt x="83" y="2376"/>
                      <a:pt x="0" y="3205"/>
                      <a:pt x="9" y="4041"/>
                    </a:cubicBezTo>
                    <a:cubicBezTo>
                      <a:pt x="15" y="4580"/>
                      <a:pt x="92" y="5115"/>
                      <a:pt x="215" y="5642"/>
                    </a:cubicBezTo>
                    <a:cubicBezTo>
                      <a:pt x="297" y="6007"/>
                      <a:pt x="451" y="6340"/>
                      <a:pt x="691" y="6628"/>
                    </a:cubicBezTo>
                    <a:cubicBezTo>
                      <a:pt x="805" y="6765"/>
                      <a:pt x="961" y="6830"/>
                      <a:pt x="1111" y="6830"/>
                    </a:cubicBezTo>
                    <a:cubicBezTo>
                      <a:pt x="1299" y="6830"/>
                      <a:pt x="1478" y="6727"/>
                      <a:pt x="1550" y="6538"/>
                    </a:cubicBezTo>
                    <a:cubicBezTo>
                      <a:pt x="1441" y="6319"/>
                      <a:pt x="1324" y="6103"/>
                      <a:pt x="1225" y="5879"/>
                    </a:cubicBezTo>
                    <a:cubicBezTo>
                      <a:pt x="1109" y="5619"/>
                      <a:pt x="1135" y="5358"/>
                      <a:pt x="1262" y="5108"/>
                    </a:cubicBezTo>
                    <a:cubicBezTo>
                      <a:pt x="1382" y="4871"/>
                      <a:pt x="1537" y="4667"/>
                      <a:pt x="1825" y="4620"/>
                    </a:cubicBezTo>
                    <a:cubicBezTo>
                      <a:pt x="1852" y="4616"/>
                      <a:pt x="1877" y="4604"/>
                      <a:pt x="1915" y="4592"/>
                    </a:cubicBezTo>
                    <a:cubicBezTo>
                      <a:pt x="1915" y="4415"/>
                      <a:pt x="1909" y="4251"/>
                      <a:pt x="1916" y="4089"/>
                    </a:cubicBezTo>
                    <a:cubicBezTo>
                      <a:pt x="1949" y="3309"/>
                      <a:pt x="2110" y="2547"/>
                      <a:pt x="2283" y="1789"/>
                    </a:cubicBezTo>
                    <a:cubicBezTo>
                      <a:pt x="2343" y="1525"/>
                      <a:pt x="2461" y="1274"/>
                      <a:pt x="2547" y="1016"/>
                    </a:cubicBezTo>
                    <a:cubicBezTo>
                      <a:pt x="2580" y="920"/>
                      <a:pt x="2646" y="805"/>
                      <a:pt x="2617" y="727"/>
                    </a:cubicBezTo>
                    <a:cubicBezTo>
                      <a:pt x="2512" y="436"/>
                      <a:pt x="2374" y="159"/>
                      <a:pt x="2044" y="51"/>
                    </a:cubicBezTo>
                    <a:cubicBezTo>
                      <a:pt x="1937" y="17"/>
                      <a:pt x="1824" y="0"/>
                      <a:pt x="1711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9"/>
              <p:cNvSpPr/>
              <p:nvPr/>
            </p:nvSpPr>
            <p:spPr>
              <a:xfrm>
                <a:off x="3035400" y="1344225"/>
                <a:ext cx="68225" cy="134525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5381" extrusionOk="0">
                    <a:moveTo>
                      <a:pt x="1230" y="1"/>
                    </a:moveTo>
                    <a:cubicBezTo>
                      <a:pt x="1011" y="52"/>
                      <a:pt x="792" y="103"/>
                      <a:pt x="574" y="155"/>
                    </a:cubicBezTo>
                    <a:cubicBezTo>
                      <a:pt x="380" y="202"/>
                      <a:pt x="242" y="325"/>
                      <a:pt x="175" y="506"/>
                    </a:cubicBezTo>
                    <a:cubicBezTo>
                      <a:pt x="121" y="644"/>
                      <a:pt x="88" y="793"/>
                      <a:pt x="64" y="940"/>
                    </a:cubicBezTo>
                    <a:cubicBezTo>
                      <a:pt x="1" y="1323"/>
                      <a:pt x="67" y="1702"/>
                      <a:pt x="136" y="2077"/>
                    </a:cubicBezTo>
                    <a:cubicBezTo>
                      <a:pt x="323" y="3095"/>
                      <a:pt x="750" y="4013"/>
                      <a:pt x="1347" y="4853"/>
                    </a:cubicBezTo>
                    <a:cubicBezTo>
                      <a:pt x="1458" y="5012"/>
                      <a:pt x="1608" y="5150"/>
                      <a:pt x="1759" y="5275"/>
                    </a:cubicBezTo>
                    <a:cubicBezTo>
                      <a:pt x="1847" y="5347"/>
                      <a:pt x="1945" y="5381"/>
                      <a:pt x="2045" y="5381"/>
                    </a:cubicBezTo>
                    <a:cubicBezTo>
                      <a:pt x="2129" y="5381"/>
                      <a:pt x="2215" y="5357"/>
                      <a:pt x="2299" y="5314"/>
                    </a:cubicBezTo>
                    <a:cubicBezTo>
                      <a:pt x="2462" y="5231"/>
                      <a:pt x="2585" y="5108"/>
                      <a:pt x="2663" y="4939"/>
                    </a:cubicBezTo>
                    <a:cubicBezTo>
                      <a:pt x="2727" y="4799"/>
                      <a:pt x="2729" y="4669"/>
                      <a:pt x="2658" y="4528"/>
                    </a:cubicBezTo>
                    <a:cubicBezTo>
                      <a:pt x="2591" y="4394"/>
                      <a:pt x="2535" y="4254"/>
                      <a:pt x="2489" y="4112"/>
                    </a:cubicBezTo>
                    <a:cubicBezTo>
                      <a:pt x="2365" y="3743"/>
                      <a:pt x="2269" y="3366"/>
                      <a:pt x="2220" y="2979"/>
                    </a:cubicBezTo>
                    <a:cubicBezTo>
                      <a:pt x="2145" y="2404"/>
                      <a:pt x="2020" y="1836"/>
                      <a:pt x="2029" y="1252"/>
                    </a:cubicBezTo>
                    <a:cubicBezTo>
                      <a:pt x="2035" y="833"/>
                      <a:pt x="1875" y="484"/>
                      <a:pt x="1594" y="182"/>
                    </a:cubicBezTo>
                    <a:cubicBezTo>
                      <a:pt x="1497" y="76"/>
                      <a:pt x="1380" y="14"/>
                      <a:pt x="1230" y="1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9"/>
              <p:cNvSpPr/>
              <p:nvPr/>
            </p:nvSpPr>
            <p:spPr>
              <a:xfrm>
                <a:off x="3043575" y="1423750"/>
                <a:ext cx="250675" cy="315125"/>
              </a:xfrm>
              <a:custGeom>
                <a:avLst/>
                <a:gdLst/>
                <a:ahLst/>
                <a:cxnLst/>
                <a:rect l="l" t="t" r="r" b="b"/>
                <a:pathLst>
                  <a:path w="10027" h="12605" extrusionOk="0">
                    <a:moveTo>
                      <a:pt x="8358" y="0"/>
                    </a:moveTo>
                    <a:cubicBezTo>
                      <a:pt x="8262" y="0"/>
                      <a:pt x="8164" y="13"/>
                      <a:pt x="8063" y="43"/>
                    </a:cubicBezTo>
                    <a:lnTo>
                      <a:pt x="8063" y="41"/>
                    </a:lnTo>
                    <a:cubicBezTo>
                      <a:pt x="7886" y="94"/>
                      <a:pt x="7707" y="160"/>
                      <a:pt x="7527" y="172"/>
                    </a:cubicBezTo>
                    <a:cubicBezTo>
                      <a:pt x="6982" y="209"/>
                      <a:pt x="6436" y="221"/>
                      <a:pt x="5890" y="244"/>
                    </a:cubicBezTo>
                    <a:cubicBezTo>
                      <a:pt x="5740" y="250"/>
                      <a:pt x="5590" y="257"/>
                      <a:pt x="5440" y="263"/>
                    </a:cubicBezTo>
                    <a:cubicBezTo>
                      <a:pt x="5216" y="274"/>
                      <a:pt x="5054" y="388"/>
                      <a:pt x="4931" y="566"/>
                    </a:cubicBezTo>
                    <a:cubicBezTo>
                      <a:pt x="4768" y="802"/>
                      <a:pt x="4733" y="1057"/>
                      <a:pt x="4819" y="1327"/>
                    </a:cubicBezTo>
                    <a:cubicBezTo>
                      <a:pt x="4919" y="1639"/>
                      <a:pt x="5086" y="1914"/>
                      <a:pt x="5318" y="2142"/>
                    </a:cubicBezTo>
                    <a:cubicBezTo>
                      <a:pt x="5407" y="2229"/>
                      <a:pt x="5527" y="2296"/>
                      <a:pt x="5644" y="2344"/>
                    </a:cubicBezTo>
                    <a:cubicBezTo>
                      <a:pt x="5922" y="2458"/>
                      <a:pt x="6211" y="2506"/>
                      <a:pt x="6507" y="2506"/>
                    </a:cubicBezTo>
                    <a:cubicBezTo>
                      <a:pt x="6574" y="2506"/>
                      <a:pt x="6642" y="2504"/>
                      <a:pt x="6709" y="2499"/>
                    </a:cubicBezTo>
                    <a:cubicBezTo>
                      <a:pt x="7188" y="2464"/>
                      <a:pt x="7641" y="2361"/>
                      <a:pt x="8012" y="2026"/>
                    </a:cubicBezTo>
                    <a:cubicBezTo>
                      <a:pt x="8093" y="1954"/>
                      <a:pt x="8184" y="1894"/>
                      <a:pt x="8276" y="1831"/>
                    </a:cubicBezTo>
                    <a:cubicBezTo>
                      <a:pt x="8304" y="1812"/>
                      <a:pt x="8342" y="1803"/>
                      <a:pt x="8406" y="1776"/>
                    </a:cubicBezTo>
                    <a:lnTo>
                      <a:pt x="8406" y="1776"/>
                    </a:lnTo>
                    <a:cubicBezTo>
                      <a:pt x="8360" y="1962"/>
                      <a:pt x="8165" y="1984"/>
                      <a:pt x="8115" y="2140"/>
                    </a:cubicBezTo>
                    <a:cubicBezTo>
                      <a:pt x="8240" y="2130"/>
                      <a:pt x="8346" y="2121"/>
                      <a:pt x="8454" y="2113"/>
                    </a:cubicBezTo>
                    <a:lnTo>
                      <a:pt x="8454" y="2113"/>
                    </a:lnTo>
                    <a:cubicBezTo>
                      <a:pt x="8384" y="2176"/>
                      <a:pt x="8304" y="2206"/>
                      <a:pt x="8223" y="2232"/>
                    </a:cubicBezTo>
                    <a:cubicBezTo>
                      <a:pt x="8030" y="2292"/>
                      <a:pt x="7829" y="2337"/>
                      <a:pt x="7641" y="2413"/>
                    </a:cubicBezTo>
                    <a:cubicBezTo>
                      <a:pt x="7281" y="2559"/>
                      <a:pt x="6913" y="2627"/>
                      <a:pt x="6538" y="2627"/>
                    </a:cubicBezTo>
                    <a:cubicBezTo>
                      <a:pt x="6377" y="2627"/>
                      <a:pt x="6215" y="2615"/>
                      <a:pt x="6052" y="2590"/>
                    </a:cubicBezTo>
                    <a:cubicBezTo>
                      <a:pt x="5791" y="2551"/>
                      <a:pt x="5527" y="2490"/>
                      <a:pt x="5308" y="2320"/>
                    </a:cubicBezTo>
                    <a:cubicBezTo>
                      <a:pt x="5233" y="2261"/>
                      <a:pt x="5193" y="2230"/>
                      <a:pt x="5154" y="2230"/>
                    </a:cubicBezTo>
                    <a:cubicBezTo>
                      <a:pt x="5114" y="2230"/>
                      <a:pt x="5075" y="2262"/>
                      <a:pt x="5000" y="2329"/>
                    </a:cubicBezTo>
                    <a:cubicBezTo>
                      <a:pt x="4871" y="2447"/>
                      <a:pt x="4729" y="2493"/>
                      <a:pt x="4593" y="2493"/>
                    </a:cubicBezTo>
                    <a:cubicBezTo>
                      <a:pt x="4406" y="2493"/>
                      <a:pt x="4230" y="2406"/>
                      <a:pt x="4111" y="2295"/>
                    </a:cubicBezTo>
                    <a:cubicBezTo>
                      <a:pt x="4057" y="2244"/>
                      <a:pt x="4019" y="2176"/>
                      <a:pt x="3971" y="2113"/>
                    </a:cubicBezTo>
                    <a:cubicBezTo>
                      <a:pt x="3860" y="2175"/>
                      <a:pt x="3785" y="2220"/>
                      <a:pt x="3707" y="2262"/>
                    </a:cubicBezTo>
                    <a:cubicBezTo>
                      <a:pt x="3595" y="2323"/>
                      <a:pt x="3480" y="2354"/>
                      <a:pt x="3363" y="2354"/>
                    </a:cubicBezTo>
                    <a:cubicBezTo>
                      <a:pt x="3281" y="2354"/>
                      <a:pt x="3198" y="2339"/>
                      <a:pt x="3114" y="2308"/>
                    </a:cubicBezTo>
                    <a:cubicBezTo>
                      <a:pt x="2979" y="2260"/>
                      <a:pt x="2885" y="2166"/>
                      <a:pt x="2798" y="2056"/>
                    </a:cubicBezTo>
                    <a:cubicBezTo>
                      <a:pt x="2708" y="1942"/>
                      <a:pt x="2613" y="1831"/>
                      <a:pt x="2508" y="1705"/>
                    </a:cubicBezTo>
                    <a:cubicBezTo>
                      <a:pt x="2447" y="1803"/>
                      <a:pt x="2405" y="1873"/>
                      <a:pt x="2361" y="1942"/>
                    </a:cubicBezTo>
                    <a:cubicBezTo>
                      <a:pt x="2203" y="2188"/>
                      <a:pt x="1978" y="2317"/>
                      <a:pt x="1747" y="2317"/>
                    </a:cubicBezTo>
                    <a:cubicBezTo>
                      <a:pt x="1570" y="2317"/>
                      <a:pt x="1389" y="2241"/>
                      <a:pt x="1231" y="2083"/>
                    </a:cubicBezTo>
                    <a:cubicBezTo>
                      <a:pt x="1032" y="1882"/>
                      <a:pt x="852" y="1653"/>
                      <a:pt x="702" y="1410"/>
                    </a:cubicBezTo>
                    <a:cubicBezTo>
                      <a:pt x="483" y="1057"/>
                      <a:pt x="301" y="680"/>
                      <a:pt x="100" y="316"/>
                    </a:cubicBezTo>
                    <a:cubicBezTo>
                      <a:pt x="77" y="274"/>
                      <a:pt x="44" y="238"/>
                      <a:pt x="16" y="200"/>
                    </a:cubicBezTo>
                    <a:lnTo>
                      <a:pt x="16" y="200"/>
                    </a:lnTo>
                    <a:cubicBezTo>
                      <a:pt x="1" y="413"/>
                      <a:pt x="29" y="607"/>
                      <a:pt x="47" y="803"/>
                    </a:cubicBezTo>
                    <a:cubicBezTo>
                      <a:pt x="107" y="1455"/>
                      <a:pt x="254" y="2098"/>
                      <a:pt x="236" y="2757"/>
                    </a:cubicBezTo>
                    <a:cubicBezTo>
                      <a:pt x="236" y="2791"/>
                      <a:pt x="241" y="2826"/>
                      <a:pt x="244" y="2859"/>
                    </a:cubicBezTo>
                    <a:cubicBezTo>
                      <a:pt x="278" y="3171"/>
                      <a:pt x="313" y="3483"/>
                      <a:pt x="348" y="3795"/>
                    </a:cubicBezTo>
                    <a:cubicBezTo>
                      <a:pt x="463" y="4807"/>
                      <a:pt x="781" y="5720"/>
                      <a:pt x="1567" y="6427"/>
                    </a:cubicBezTo>
                    <a:cubicBezTo>
                      <a:pt x="1878" y="6708"/>
                      <a:pt x="2211" y="6927"/>
                      <a:pt x="2616" y="7041"/>
                    </a:cubicBezTo>
                    <a:cubicBezTo>
                      <a:pt x="2721" y="7071"/>
                      <a:pt x="2822" y="7114"/>
                      <a:pt x="2919" y="7161"/>
                    </a:cubicBezTo>
                    <a:cubicBezTo>
                      <a:pt x="2945" y="7173"/>
                      <a:pt x="2955" y="7218"/>
                      <a:pt x="2973" y="7248"/>
                    </a:cubicBezTo>
                    <a:cubicBezTo>
                      <a:pt x="2805" y="7237"/>
                      <a:pt x="2657" y="7197"/>
                      <a:pt x="2514" y="7146"/>
                    </a:cubicBezTo>
                    <a:cubicBezTo>
                      <a:pt x="2372" y="7095"/>
                      <a:pt x="2231" y="7041"/>
                      <a:pt x="2099" y="6972"/>
                    </a:cubicBezTo>
                    <a:cubicBezTo>
                      <a:pt x="1960" y="6898"/>
                      <a:pt x="1834" y="6805"/>
                      <a:pt x="1701" y="6721"/>
                    </a:cubicBezTo>
                    <a:cubicBezTo>
                      <a:pt x="1575" y="6639"/>
                      <a:pt x="1504" y="6486"/>
                      <a:pt x="1342" y="6424"/>
                    </a:cubicBezTo>
                    <a:cubicBezTo>
                      <a:pt x="1342" y="6517"/>
                      <a:pt x="1341" y="6592"/>
                      <a:pt x="1342" y="6667"/>
                    </a:cubicBezTo>
                    <a:cubicBezTo>
                      <a:pt x="1353" y="7077"/>
                      <a:pt x="1368" y="7486"/>
                      <a:pt x="1372" y="7897"/>
                    </a:cubicBezTo>
                    <a:cubicBezTo>
                      <a:pt x="1378" y="8492"/>
                      <a:pt x="1377" y="9086"/>
                      <a:pt x="1378" y="9681"/>
                    </a:cubicBezTo>
                    <a:cubicBezTo>
                      <a:pt x="1378" y="9906"/>
                      <a:pt x="1380" y="10133"/>
                      <a:pt x="1377" y="10358"/>
                    </a:cubicBezTo>
                    <a:cubicBezTo>
                      <a:pt x="1368" y="10849"/>
                      <a:pt x="1359" y="11341"/>
                      <a:pt x="1344" y="11832"/>
                    </a:cubicBezTo>
                    <a:cubicBezTo>
                      <a:pt x="1341" y="11931"/>
                      <a:pt x="1380" y="11991"/>
                      <a:pt x="1461" y="12027"/>
                    </a:cubicBezTo>
                    <a:cubicBezTo>
                      <a:pt x="1621" y="12099"/>
                      <a:pt x="1780" y="12189"/>
                      <a:pt x="1950" y="12231"/>
                    </a:cubicBezTo>
                    <a:cubicBezTo>
                      <a:pt x="2414" y="12345"/>
                      <a:pt x="2880" y="12453"/>
                      <a:pt x="3351" y="12532"/>
                    </a:cubicBezTo>
                    <a:cubicBezTo>
                      <a:pt x="3614" y="12577"/>
                      <a:pt x="3880" y="12605"/>
                      <a:pt x="4145" y="12605"/>
                    </a:cubicBezTo>
                    <a:cubicBezTo>
                      <a:pt x="4337" y="12605"/>
                      <a:pt x="4528" y="12590"/>
                      <a:pt x="4718" y="12556"/>
                    </a:cubicBezTo>
                    <a:cubicBezTo>
                      <a:pt x="5479" y="12418"/>
                      <a:pt x="6235" y="12261"/>
                      <a:pt x="6928" y="11896"/>
                    </a:cubicBezTo>
                    <a:cubicBezTo>
                      <a:pt x="7131" y="11788"/>
                      <a:pt x="7131" y="11796"/>
                      <a:pt x="7107" y="11570"/>
                    </a:cubicBezTo>
                    <a:cubicBezTo>
                      <a:pt x="7083" y="11341"/>
                      <a:pt x="7060" y="11108"/>
                      <a:pt x="7059" y="10877"/>
                    </a:cubicBezTo>
                    <a:cubicBezTo>
                      <a:pt x="7059" y="10529"/>
                      <a:pt x="7093" y="10181"/>
                      <a:pt x="7083" y="9833"/>
                    </a:cubicBezTo>
                    <a:cubicBezTo>
                      <a:pt x="7066" y="9236"/>
                      <a:pt x="7152" y="8646"/>
                      <a:pt x="7188" y="8053"/>
                    </a:cubicBezTo>
                    <a:cubicBezTo>
                      <a:pt x="7218" y="7543"/>
                      <a:pt x="7252" y="7032"/>
                      <a:pt x="7283" y="6520"/>
                    </a:cubicBezTo>
                    <a:cubicBezTo>
                      <a:pt x="7286" y="6478"/>
                      <a:pt x="7272" y="6434"/>
                      <a:pt x="7263" y="6365"/>
                    </a:cubicBezTo>
                    <a:cubicBezTo>
                      <a:pt x="6862" y="6706"/>
                      <a:pt x="6415" y="6912"/>
                      <a:pt x="5971" y="7123"/>
                    </a:cubicBezTo>
                    <a:cubicBezTo>
                      <a:pt x="5599" y="7302"/>
                      <a:pt x="5203" y="7356"/>
                      <a:pt x="4796" y="7360"/>
                    </a:cubicBezTo>
                    <a:cubicBezTo>
                      <a:pt x="4795" y="7360"/>
                      <a:pt x="4793" y="7360"/>
                      <a:pt x="4791" y="7360"/>
                    </a:cubicBezTo>
                    <a:cubicBezTo>
                      <a:pt x="4739" y="7360"/>
                      <a:pt x="4685" y="7339"/>
                      <a:pt x="4633" y="7327"/>
                    </a:cubicBezTo>
                    <a:cubicBezTo>
                      <a:pt x="4634" y="7314"/>
                      <a:pt x="4636" y="7300"/>
                      <a:pt x="4637" y="7285"/>
                    </a:cubicBezTo>
                    <a:cubicBezTo>
                      <a:pt x="4688" y="7278"/>
                      <a:pt x="4739" y="7269"/>
                      <a:pt x="4790" y="7261"/>
                    </a:cubicBezTo>
                    <a:cubicBezTo>
                      <a:pt x="5053" y="7218"/>
                      <a:pt x="5323" y="7203"/>
                      <a:pt x="5577" y="7126"/>
                    </a:cubicBezTo>
                    <a:cubicBezTo>
                      <a:pt x="6156" y="6952"/>
                      <a:pt x="6687" y="6669"/>
                      <a:pt x="7164" y="6295"/>
                    </a:cubicBezTo>
                    <a:cubicBezTo>
                      <a:pt x="7460" y="6061"/>
                      <a:pt x="7697" y="5771"/>
                      <a:pt x="7895" y="5449"/>
                    </a:cubicBezTo>
                    <a:cubicBezTo>
                      <a:pt x="7977" y="5315"/>
                      <a:pt x="8075" y="5191"/>
                      <a:pt x="8175" y="5071"/>
                    </a:cubicBezTo>
                    <a:cubicBezTo>
                      <a:pt x="8508" y="4673"/>
                      <a:pt x="8850" y="4281"/>
                      <a:pt x="9184" y="3884"/>
                    </a:cubicBezTo>
                    <a:cubicBezTo>
                      <a:pt x="9449" y="3569"/>
                      <a:pt x="9695" y="3242"/>
                      <a:pt x="9868" y="2865"/>
                    </a:cubicBezTo>
                    <a:cubicBezTo>
                      <a:pt x="10009" y="2556"/>
                      <a:pt x="10027" y="2259"/>
                      <a:pt x="9866" y="1942"/>
                    </a:cubicBezTo>
                    <a:cubicBezTo>
                      <a:pt x="9664" y="1542"/>
                      <a:pt x="9466" y="1136"/>
                      <a:pt x="9401" y="680"/>
                    </a:cubicBezTo>
                    <a:cubicBezTo>
                      <a:pt x="9376" y="500"/>
                      <a:pt x="9307" y="308"/>
                      <a:pt x="9125" y="221"/>
                    </a:cubicBezTo>
                    <a:cubicBezTo>
                      <a:pt x="8878" y="102"/>
                      <a:pt x="8627" y="0"/>
                      <a:pt x="8358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9"/>
              <p:cNvSpPr/>
              <p:nvPr/>
            </p:nvSpPr>
            <p:spPr>
              <a:xfrm>
                <a:off x="3180525" y="1315000"/>
                <a:ext cx="88450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3538" h="4471" extrusionOk="0">
                    <a:moveTo>
                      <a:pt x="1622" y="0"/>
                    </a:moveTo>
                    <a:cubicBezTo>
                      <a:pt x="1535" y="0"/>
                      <a:pt x="1448" y="19"/>
                      <a:pt x="1362" y="58"/>
                    </a:cubicBezTo>
                    <a:cubicBezTo>
                      <a:pt x="1104" y="175"/>
                      <a:pt x="903" y="352"/>
                      <a:pt x="799" y="624"/>
                    </a:cubicBezTo>
                    <a:cubicBezTo>
                      <a:pt x="772" y="694"/>
                      <a:pt x="736" y="760"/>
                      <a:pt x="711" y="831"/>
                    </a:cubicBezTo>
                    <a:cubicBezTo>
                      <a:pt x="607" y="1126"/>
                      <a:pt x="492" y="1419"/>
                      <a:pt x="409" y="1720"/>
                    </a:cubicBezTo>
                    <a:cubicBezTo>
                      <a:pt x="243" y="2333"/>
                      <a:pt x="130" y="2958"/>
                      <a:pt x="61" y="3588"/>
                    </a:cubicBezTo>
                    <a:cubicBezTo>
                      <a:pt x="31" y="3871"/>
                      <a:pt x="1" y="4157"/>
                      <a:pt x="105" y="4432"/>
                    </a:cubicBezTo>
                    <a:cubicBezTo>
                      <a:pt x="353" y="4458"/>
                      <a:pt x="599" y="4470"/>
                      <a:pt x="844" y="4470"/>
                    </a:cubicBezTo>
                    <a:cubicBezTo>
                      <a:pt x="1257" y="4470"/>
                      <a:pt x="1667" y="4436"/>
                      <a:pt x="2076" y="4384"/>
                    </a:cubicBezTo>
                    <a:cubicBezTo>
                      <a:pt x="2271" y="4358"/>
                      <a:pt x="2285" y="4340"/>
                      <a:pt x="2322" y="4147"/>
                    </a:cubicBezTo>
                    <a:cubicBezTo>
                      <a:pt x="2330" y="4106"/>
                      <a:pt x="2336" y="4066"/>
                      <a:pt x="2342" y="4025"/>
                    </a:cubicBezTo>
                    <a:cubicBezTo>
                      <a:pt x="2426" y="3498"/>
                      <a:pt x="2343" y="2976"/>
                      <a:pt x="2276" y="2457"/>
                    </a:cubicBezTo>
                    <a:cubicBezTo>
                      <a:pt x="2250" y="2259"/>
                      <a:pt x="2153" y="2070"/>
                      <a:pt x="2087" y="1876"/>
                    </a:cubicBezTo>
                    <a:cubicBezTo>
                      <a:pt x="2058" y="1794"/>
                      <a:pt x="1988" y="1717"/>
                      <a:pt x="2043" y="1603"/>
                    </a:cubicBezTo>
                    <a:lnTo>
                      <a:pt x="2043" y="1603"/>
                    </a:lnTo>
                    <a:cubicBezTo>
                      <a:pt x="2195" y="1681"/>
                      <a:pt x="2199" y="1834"/>
                      <a:pt x="2259" y="1947"/>
                    </a:cubicBezTo>
                    <a:cubicBezTo>
                      <a:pt x="2325" y="2069"/>
                      <a:pt x="2358" y="2207"/>
                      <a:pt x="2409" y="2348"/>
                    </a:cubicBezTo>
                    <a:cubicBezTo>
                      <a:pt x="2546" y="2235"/>
                      <a:pt x="2486" y="2043"/>
                      <a:pt x="2636" y="1911"/>
                    </a:cubicBezTo>
                    <a:lnTo>
                      <a:pt x="2636" y="1911"/>
                    </a:lnTo>
                    <a:cubicBezTo>
                      <a:pt x="2603" y="2135"/>
                      <a:pt x="2636" y="2334"/>
                      <a:pt x="2511" y="2496"/>
                    </a:cubicBezTo>
                    <a:cubicBezTo>
                      <a:pt x="2432" y="2600"/>
                      <a:pt x="2432" y="2703"/>
                      <a:pt x="2447" y="2825"/>
                    </a:cubicBezTo>
                    <a:cubicBezTo>
                      <a:pt x="2474" y="3041"/>
                      <a:pt x="2499" y="3258"/>
                      <a:pt x="2501" y="3476"/>
                    </a:cubicBezTo>
                    <a:cubicBezTo>
                      <a:pt x="2504" y="3720"/>
                      <a:pt x="2480" y="3965"/>
                      <a:pt x="2468" y="4208"/>
                    </a:cubicBezTo>
                    <a:cubicBezTo>
                      <a:pt x="2741" y="4228"/>
                      <a:pt x="3003" y="4243"/>
                      <a:pt x="3267" y="4262"/>
                    </a:cubicBezTo>
                    <a:cubicBezTo>
                      <a:pt x="3275" y="4263"/>
                      <a:pt x="3282" y="4263"/>
                      <a:pt x="3289" y="4263"/>
                    </a:cubicBezTo>
                    <a:cubicBezTo>
                      <a:pt x="3368" y="4263"/>
                      <a:pt x="3406" y="4224"/>
                      <a:pt x="3416" y="4139"/>
                    </a:cubicBezTo>
                    <a:cubicBezTo>
                      <a:pt x="3434" y="3991"/>
                      <a:pt x="3465" y="3842"/>
                      <a:pt x="3476" y="3692"/>
                    </a:cubicBezTo>
                    <a:cubicBezTo>
                      <a:pt x="3498" y="3386"/>
                      <a:pt x="3538" y="3078"/>
                      <a:pt x="3520" y="2774"/>
                    </a:cubicBezTo>
                    <a:cubicBezTo>
                      <a:pt x="3482" y="2150"/>
                      <a:pt x="3336" y="1548"/>
                      <a:pt x="3051" y="985"/>
                    </a:cubicBezTo>
                    <a:cubicBezTo>
                      <a:pt x="2919" y="727"/>
                      <a:pt x="2759" y="507"/>
                      <a:pt x="2501" y="370"/>
                    </a:cubicBezTo>
                    <a:cubicBezTo>
                      <a:pt x="2307" y="268"/>
                      <a:pt x="2114" y="169"/>
                      <a:pt x="1917" y="73"/>
                    </a:cubicBezTo>
                    <a:cubicBezTo>
                      <a:pt x="1820" y="25"/>
                      <a:pt x="1722" y="0"/>
                      <a:pt x="1622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9"/>
              <p:cNvSpPr/>
              <p:nvPr/>
            </p:nvSpPr>
            <p:spPr>
              <a:xfrm>
                <a:off x="3033000" y="1308475"/>
                <a:ext cx="264600" cy="434350"/>
              </a:xfrm>
              <a:custGeom>
                <a:avLst/>
                <a:gdLst/>
                <a:ahLst/>
                <a:cxnLst/>
                <a:rect l="l" t="t" r="r" b="b"/>
                <a:pathLst>
                  <a:path w="10584" h="17374" extrusionOk="0">
                    <a:moveTo>
                      <a:pt x="7525" y="262"/>
                    </a:moveTo>
                    <a:cubicBezTo>
                      <a:pt x="7623" y="262"/>
                      <a:pt x="7722" y="286"/>
                      <a:pt x="7818" y="334"/>
                    </a:cubicBezTo>
                    <a:cubicBezTo>
                      <a:pt x="8013" y="430"/>
                      <a:pt x="8208" y="529"/>
                      <a:pt x="8402" y="631"/>
                    </a:cubicBezTo>
                    <a:cubicBezTo>
                      <a:pt x="8660" y="768"/>
                      <a:pt x="8820" y="988"/>
                      <a:pt x="8951" y="1246"/>
                    </a:cubicBezTo>
                    <a:cubicBezTo>
                      <a:pt x="9237" y="1809"/>
                      <a:pt x="9383" y="2411"/>
                      <a:pt x="9419" y="3035"/>
                    </a:cubicBezTo>
                    <a:cubicBezTo>
                      <a:pt x="9437" y="3339"/>
                      <a:pt x="9398" y="3648"/>
                      <a:pt x="9377" y="3954"/>
                    </a:cubicBezTo>
                    <a:cubicBezTo>
                      <a:pt x="9366" y="4103"/>
                      <a:pt x="9335" y="4252"/>
                      <a:pt x="9317" y="4400"/>
                    </a:cubicBezTo>
                    <a:cubicBezTo>
                      <a:pt x="9307" y="4485"/>
                      <a:pt x="9269" y="4524"/>
                      <a:pt x="9190" y="4524"/>
                    </a:cubicBezTo>
                    <a:cubicBezTo>
                      <a:pt x="9183" y="4524"/>
                      <a:pt x="9176" y="4524"/>
                      <a:pt x="9168" y="4523"/>
                    </a:cubicBezTo>
                    <a:cubicBezTo>
                      <a:pt x="8904" y="4505"/>
                      <a:pt x="8642" y="4489"/>
                      <a:pt x="8369" y="4469"/>
                    </a:cubicBezTo>
                    <a:cubicBezTo>
                      <a:pt x="8381" y="4226"/>
                      <a:pt x="8403" y="3981"/>
                      <a:pt x="8402" y="3738"/>
                    </a:cubicBezTo>
                    <a:cubicBezTo>
                      <a:pt x="8399" y="3519"/>
                      <a:pt x="8375" y="3302"/>
                      <a:pt x="8348" y="3086"/>
                    </a:cubicBezTo>
                    <a:cubicBezTo>
                      <a:pt x="8333" y="2966"/>
                      <a:pt x="8333" y="2861"/>
                      <a:pt x="8412" y="2757"/>
                    </a:cubicBezTo>
                    <a:cubicBezTo>
                      <a:pt x="8537" y="2595"/>
                      <a:pt x="8504" y="2396"/>
                      <a:pt x="8537" y="2172"/>
                    </a:cubicBezTo>
                    <a:lnTo>
                      <a:pt x="8537" y="2172"/>
                    </a:lnTo>
                    <a:cubicBezTo>
                      <a:pt x="8387" y="2304"/>
                      <a:pt x="8447" y="2496"/>
                      <a:pt x="8310" y="2610"/>
                    </a:cubicBezTo>
                    <a:cubicBezTo>
                      <a:pt x="8259" y="2468"/>
                      <a:pt x="8225" y="2330"/>
                      <a:pt x="8160" y="2208"/>
                    </a:cubicBezTo>
                    <a:cubicBezTo>
                      <a:pt x="8100" y="2095"/>
                      <a:pt x="8094" y="1942"/>
                      <a:pt x="7944" y="1866"/>
                    </a:cubicBezTo>
                    <a:lnTo>
                      <a:pt x="7944" y="1866"/>
                    </a:lnTo>
                    <a:cubicBezTo>
                      <a:pt x="7889" y="1978"/>
                      <a:pt x="7959" y="2055"/>
                      <a:pt x="7988" y="2137"/>
                    </a:cubicBezTo>
                    <a:cubicBezTo>
                      <a:pt x="8054" y="2331"/>
                      <a:pt x="8151" y="2520"/>
                      <a:pt x="8177" y="2718"/>
                    </a:cubicBezTo>
                    <a:cubicBezTo>
                      <a:pt x="8244" y="3237"/>
                      <a:pt x="8327" y="3759"/>
                      <a:pt x="8243" y="4286"/>
                    </a:cubicBezTo>
                    <a:cubicBezTo>
                      <a:pt x="8237" y="4327"/>
                      <a:pt x="8231" y="4367"/>
                      <a:pt x="8223" y="4408"/>
                    </a:cubicBezTo>
                    <a:cubicBezTo>
                      <a:pt x="8186" y="4601"/>
                      <a:pt x="8172" y="4621"/>
                      <a:pt x="7977" y="4645"/>
                    </a:cubicBezTo>
                    <a:cubicBezTo>
                      <a:pt x="7566" y="4698"/>
                      <a:pt x="7154" y="4732"/>
                      <a:pt x="6738" y="4732"/>
                    </a:cubicBezTo>
                    <a:cubicBezTo>
                      <a:pt x="6495" y="4732"/>
                      <a:pt x="6251" y="4720"/>
                      <a:pt x="6006" y="4694"/>
                    </a:cubicBezTo>
                    <a:cubicBezTo>
                      <a:pt x="5902" y="4418"/>
                      <a:pt x="5932" y="4132"/>
                      <a:pt x="5962" y="3849"/>
                    </a:cubicBezTo>
                    <a:cubicBezTo>
                      <a:pt x="6031" y="3219"/>
                      <a:pt x="6144" y="2594"/>
                      <a:pt x="6310" y="1981"/>
                    </a:cubicBezTo>
                    <a:cubicBezTo>
                      <a:pt x="6393" y="1680"/>
                      <a:pt x="6508" y="1387"/>
                      <a:pt x="6612" y="1092"/>
                    </a:cubicBezTo>
                    <a:cubicBezTo>
                      <a:pt x="6637" y="1021"/>
                      <a:pt x="6673" y="955"/>
                      <a:pt x="6700" y="885"/>
                    </a:cubicBezTo>
                    <a:cubicBezTo>
                      <a:pt x="6804" y="613"/>
                      <a:pt x="7005" y="436"/>
                      <a:pt x="7263" y="320"/>
                    </a:cubicBezTo>
                    <a:cubicBezTo>
                      <a:pt x="7350" y="281"/>
                      <a:pt x="7437" y="262"/>
                      <a:pt x="7525" y="262"/>
                    </a:cubicBezTo>
                    <a:close/>
                    <a:moveTo>
                      <a:pt x="1326" y="1432"/>
                    </a:moveTo>
                    <a:cubicBezTo>
                      <a:pt x="1476" y="1446"/>
                      <a:pt x="1593" y="1507"/>
                      <a:pt x="1690" y="1612"/>
                    </a:cubicBezTo>
                    <a:cubicBezTo>
                      <a:pt x="1971" y="1914"/>
                      <a:pt x="2131" y="2263"/>
                      <a:pt x="2125" y="2682"/>
                    </a:cubicBezTo>
                    <a:cubicBezTo>
                      <a:pt x="2116" y="3266"/>
                      <a:pt x="2241" y="3834"/>
                      <a:pt x="2316" y="4409"/>
                    </a:cubicBezTo>
                    <a:cubicBezTo>
                      <a:pt x="2365" y="4798"/>
                      <a:pt x="2461" y="5173"/>
                      <a:pt x="2585" y="5542"/>
                    </a:cubicBezTo>
                    <a:cubicBezTo>
                      <a:pt x="2631" y="5684"/>
                      <a:pt x="2687" y="5824"/>
                      <a:pt x="2754" y="5958"/>
                    </a:cubicBezTo>
                    <a:cubicBezTo>
                      <a:pt x="2825" y="6099"/>
                      <a:pt x="2823" y="6229"/>
                      <a:pt x="2759" y="6369"/>
                    </a:cubicBezTo>
                    <a:cubicBezTo>
                      <a:pt x="2681" y="6538"/>
                      <a:pt x="2558" y="6661"/>
                      <a:pt x="2395" y="6744"/>
                    </a:cubicBezTo>
                    <a:cubicBezTo>
                      <a:pt x="2310" y="6787"/>
                      <a:pt x="2224" y="6811"/>
                      <a:pt x="2141" y="6811"/>
                    </a:cubicBezTo>
                    <a:cubicBezTo>
                      <a:pt x="2040" y="6811"/>
                      <a:pt x="1943" y="6777"/>
                      <a:pt x="1855" y="6705"/>
                    </a:cubicBezTo>
                    <a:cubicBezTo>
                      <a:pt x="1704" y="6580"/>
                      <a:pt x="1554" y="6442"/>
                      <a:pt x="1441" y="6283"/>
                    </a:cubicBezTo>
                    <a:cubicBezTo>
                      <a:pt x="846" y="5443"/>
                      <a:pt x="419" y="4526"/>
                      <a:pt x="232" y="3509"/>
                    </a:cubicBezTo>
                    <a:cubicBezTo>
                      <a:pt x="163" y="3134"/>
                      <a:pt x="95" y="2754"/>
                      <a:pt x="160" y="2370"/>
                    </a:cubicBezTo>
                    <a:cubicBezTo>
                      <a:pt x="184" y="2223"/>
                      <a:pt x="217" y="2074"/>
                      <a:pt x="269" y="1936"/>
                    </a:cubicBezTo>
                    <a:cubicBezTo>
                      <a:pt x="338" y="1755"/>
                      <a:pt x="475" y="1632"/>
                      <a:pt x="670" y="1585"/>
                    </a:cubicBezTo>
                    <a:cubicBezTo>
                      <a:pt x="888" y="1533"/>
                      <a:pt x="1107" y="1483"/>
                      <a:pt x="1326" y="1432"/>
                    </a:cubicBezTo>
                    <a:close/>
                    <a:moveTo>
                      <a:pt x="3247" y="312"/>
                    </a:moveTo>
                    <a:cubicBezTo>
                      <a:pt x="3421" y="312"/>
                      <a:pt x="3594" y="350"/>
                      <a:pt x="3761" y="413"/>
                    </a:cubicBezTo>
                    <a:cubicBezTo>
                      <a:pt x="3995" y="502"/>
                      <a:pt x="4142" y="678"/>
                      <a:pt x="4209" y="912"/>
                    </a:cubicBezTo>
                    <a:cubicBezTo>
                      <a:pt x="4235" y="996"/>
                      <a:pt x="4220" y="1102"/>
                      <a:pt x="4191" y="1189"/>
                    </a:cubicBezTo>
                    <a:cubicBezTo>
                      <a:pt x="3969" y="1861"/>
                      <a:pt x="3881" y="2558"/>
                      <a:pt x="3815" y="3258"/>
                    </a:cubicBezTo>
                    <a:cubicBezTo>
                      <a:pt x="3737" y="4102"/>
                      <a:pt x="3801" y="4936"/>
                      <a:pt x="3978" y="5762"/>
                    </a:cubicBezTo>
                    <a:cubicBezTo>
                      <a:pt x="4025" y="5980"/>
                      <a:pt x="4116" y="6190"/>
                      <a:pt x="4191" y="6402"/>
                    </a:cubicBezTo>
                    <a:cubicBezTo>
                      <a:pt x="4259" y="6600"/>
                      <a:pt x="4234" y="6670"/>
                      <a:pt x="4049" y="6763"/>
                    </a:cubicBezTo>
                    <a:cubicBezTo>
                      <a:pt x="3966" y="6806"/>
                      <a:pt x="3875" y="6827"/>
                      <a:pt x="3785" y="6827"/>
                    </a:cubicBezTo>
                    <a:cubicBezTo>
                      <a:pt x="3643" y="6827"/>
                      <a:pt x="3505" y="6774"/>
                      <a:pt x="3404" y="6667"/>
                    </a:cubicBezTo>
                    <a:cubicBezTo>
                      <a:pt x="3053" y="6294"/>
                      <a:pt x="2813" y="5857"/>
                      <a:pt x="2663" y="5362"/>
                    </a:cubicBezTo>
                    <a:cubicBezTo>
                      <a:pt x="2448" y="4652"/>
                      <a:pt x="2374" y="3918"/>
                      <a:pt x="2268" y="3191"/>
                    </a:cubicBezTo>
                    <a:cubicBezTo>
                      <a:pt x="2214" y="2814"/>
                      <a:pt x="2220" y="2429"/>
                      <a:pt x="2194" y="1974"/>
                    </a:cubicBezTo>
                    <a:cubicBezTo>
                      <a:pt x="2209" y="1765"/>
                      <a:pt x="2215" y="1485"/>
                      <a:pt x="2253" y="1209"/>
                    </a:cubicBezTo>
                    <a:cubicBezTo>
                      <a:pt x="2292" y="904"/>
                      <a:pt x="2463" y="660"/>
                      <a:pt x="2705" y="478"/>
                    </a:cubicBezTo>
                    <a:cubicBezTo>
                      <a:pt x="2808" y="398"/>
                      <a:pt x="2946" y="344"/>
                      <a:pt x="3075" y="325"/>
                    </a:cubicBezTo>
                    <a:cubicBezTo>
                      <a:pt x="3132" y="316"/>
                      <a:pt x="3190" y="312"/>
                      <a:pt x="3247" y="312"/>
                    </a:cubicBezTo>
                    <a:close/>
                    <a:moveTo>
                      <a:pt x="5611" y="137"/>
                    </a:moveTo>
                    <a:cubicBezTo>
                      <a:pt x="5724" y="137"/>
                      <a:pt x="5837" y="154"/>
                      <a:pt x="5944" y="188"/>
                    </a:cubicBezTo>
                    <a:cubicBezTo>
                      <a:pt x="6274" y="296"/>
                      <a:pt x="6412" y="573"/>
                      <a:pt x="6517" y="864"/>
                    </a:cubicBezTo>
                    <a:cubicBezTo>
                      <a:pt x="6546" y="942"/>
                      <a:pt x="6480" y="1057"/>
                      <a:pt x="6448" y="1153"/>
                    </a:cubicBezTo>
                    <a:cubicBezTo>
                      <a:pt x="6361" y="1411"/>
                      <a:pt x="6243" y="1662"/>
                      <a:pt x="6184" y="1926"/>
                    </a:cubicBezTo>
                    <a:cubicBezTo>
                      <a:pt x="6012" y="2684"/>
                      <a:pt x="5849" y="3446"/>
                      <a:pt x="5816" y="4226"/>
                    </a:cubicBezTo>
                    <a:cubicBezTo>
                      <a:pt x="5810" y="4388"/>
                      <a:pt x="5816" y="4552"/>
                      <a:pt x="5816" y="4729"/>
                    </a:cubicBezTo>
                    <a:cubicBezTo>
                      <a:pt x="5777" y="4741"/>
                      <a:pt x="5752" y="4753"/>
                      <a:pt x="5726" y="4757"/>
                    </a:cubicBezTo>
                    <a:cubicBezTo>
                      <a:pt x="5437" y="4804"/>
                      <a:pt x="5282" y="5008"/>
                      <a:pt x="5162" y="5245"/>
                    </a:cubicBezTo>
                    <a:cubicBezTo>
                      <a:pt x="5035" y="5495"/>
                      <a:pt x="5011" y="5756"/>
                      <a:pt x="5125" y="6016"/>
                    </a:cubicBezTo>
                    <a:cubicBezTo>
                      <a:pt x="5224" y="6240"/>
                      <a:pt x="5341" y="6456"/>
                      <a:pt x="5452" y="6675"/>
                    </a:cubicBezTo>
                    <a:cubicBezTo>
                      <a:pt x="5379" y="6863"/>
                      <a:pt x="5200" y="6966"/>
                      <a:pt x="5011" y="6966"/>
                    </a:cubicBezTo>
                    <a:cubicBezTo>
                      <a:pt x="4862" y="6966"/>
                      <a:pt x="4706" y="6902"/>
                      <a:pt x="4592" y="6765"/>
                    </a:cubicBezTo>
                    <a:cubicBezTo>
                      <a:pt x="4351" y="6477"/>
                      <a:pt x="4199" y="6144"/>
                      <a:pt x="4115" y="5779"/>
                    </a:cubicBezTo>
                    <a:cubicBezTo>
                      <a:pt x="3992" y="5252"/>
                      <a:pt x="3915" y="4717"/>
                      <a:pt x="3909" y="4178"/>
                    </a:cubicBezTo>
                    <a:cubicBezTo>
                      <a:pt x="3900" y="3342"/>
                      <a:pt x="3983" y="2513"/>
                      <a:pt x="4187" y="1702"/>
                    </a:cubicBezTo>
                    <a:cubicBezTo>
                      <a:pt x="4270" y="1374"/>
                      <a:pt x="4408" y="1056"/>
                      <a:pt x="4559" y="751"/>
                    </a:cubicBezTo>
                    <a:cubicBezTo>
                      <a:pt x="4747" y="370"/>
                      <a:pt x="5185" y="137"/>
                      <a:pt x="5611" y="137"/>
                    </a:cubicBezTo>
                    <a:close/>
                    <a:moveTo>
                      <a:pt x="8782" y="4610"/>
                    </a:moveTo>
                    <a:cubicBezTo>
                      <a:pt x="9051" y="4610"/>
                      <a:pt x="9303" y="4711"/>
                      <a:pt x="9550" y="4831"/>
                    </a:cubicBezTo>
                    <a:lnTo>
                      <a:pt x="9548" y="4831"/>
                    </a:lnTo>
                    <a:cubicBezTo>
                      <a:pt x="9731" y="4919"/>
                      <a:pt x="9799" y="5111"/>
                      <a:pt x="9824" y="5290"/>
                    </a:cubicBezTo>
                    <a:cubicBezTo>
                      <a:pt x="9890" y="5747"/>
                      <a:pt x="10088" y="6151"/>
                      <a:pt x="10291" y="6553"/>
                    </a:cubicBezTo>
                    <a:cubicBezTo>
                      <a:pt x="10450" y="6868"/>
                      <a:pt x="10432" y="7167"/>
                      <a:pt x="10292" y="7476"/>
                    </a:cubicBezTo>
                    <a:cubicBezTo>
                      <a:pt x="10118" y="7853"/>
                      <a:pt x="9872" y="8180"/>
                      <a:pt x="9608" y="8493"/>
                    </a:cubicBezTo>
                    <a:cubicBezTo>
                      <a:pt x="9273" y="8891"/>
                      <a:pt x="8933" y="9284"/>
                      <a:pt x="8600" y="9680"/>
                    </a:cubicBezTo>
                    <a:cubicBezTo>
                      <a:pt x="8498" y="9800"/>
                      <a:pt x="8400" y="9925"/>
                      <a:pt x="8319" y="10058"/>
                    </a:cubicBezTo>
                    <a:cubicBezTo>
                      <a:pt x="8120" y="10381"/>
                      <a:pt x="7884" y="10672"/>
                      <a:pt x="7587" y="10904"/>
                    </a:cubicBezTo>
                    <a:cubicBezTo>
                      <a:pt x="7111" y="11280"/>
                      <a:pt x="6580" y="11563"/>
                      <a:pt x="6000" y="11737"/>
                    </a:cubicBezTo>
                    <a:cubicBezTo>
                      <a:pt x="5747" y="11812"/>
                      <a:pt x="5477" y="11829"/>
                      <a:pt x="5215" y="11871"/>
                    </a:cubicBezTo>
                    <a:cubicBezTo>
                      <a:pt x="5164" y="11880"/>
                      <a:pt x="5111" y="11887"/>
                      <a:pt x="5062" y="11896"/>
                    </a:cubicBezTo>
                    <a:cubicBezTo>
                      <a:pt x="5060" y="11910"/>
                      <a:pt x="5059" y="11923"/>
                      <a:pt x="5057" y="11937"/>
                    </a:cubicBezTo>
                    <a:cubicBezTo>
                      <a:pt x="5111" y="11949"/>
                      <a:pt x="5165" y="11971"/>
                      <a:pt x="5221" y="11971"/>
                    </a:cubicBezTo>
                    <a:cubicBezTo>
                      <a:pt x="5626" y="11967"/>
                      <a:pt x="6024" y="11913"/>
                      <a:pt x="6394" y="11734"/>
                    </a:cubicBezTo>
                    <a:cubicBezTo>
                      <a:pt x="6838" y="11523"/>
                      <a:pt x="7285" y="11317"/>
                      <a:pt x="7686" y="10975"/>
                    </a:cubicBezTo>
                    <a:cubicBezTo>
                      <a:pt x="7697" y="11045"/>
                      <a:pt x="7710" y="11089"/>
                      <a:pt x="7707" y="11131"/>
                    </a:cubicBezTo>
                    <a:cubicBezTo>
                      <a:pt x="7675" y="11641"/>
                      <a:pt x="7641" y="12153"/>
                      <a:pt x="7611" y="12664"/>
                    </a:cubicBezTo>
                    <a:cubicBezTo>
                      <a:pt x="7576" y="13257"/>
                      <a:pt x="7489" y="13847"/>
                      <a:pt x="7506" y="14442"/>
                    </a:cubicBezTo>
                    <a:cubicBezTo>
                      <a:pt x="7516" y="14791"/>
                      <a:pt x="7482" y="15140"/>
                      <a:pt x="7483" y="15488"/>
                    </a:cubicBezTo>
                    <a:cubicBezTo>
                      <a:pt x="7485" y="15719"/>
                      <a:pt x="7506" y="15950"/>
                      <a:pt x="7531" y="16181"/>
                    </a:cubicBezTo>
                    <a:cubicBezTo>
                      <a:pt x="7555" y="16405"/>
                      <a:pt x="7555" y="16399"/>
                      <a:pt x="7351" y="16506"/>
                    </a:cubicBezTo>
                    <a:cubicBezTo>
                      <a:pt x="6658" y="16872"/>
                      <a:pt x="5903" y="17029"/>
                      <a:pt x="5143" y="17166"/>
                    </a:cubicBezTo>
                    <a:cubicBezTo>
                      <a:pt x="4953" y="17200"/>
                      <a:pt x="4762" y="17215"/>
                      <a:pt x="4571" y="17215"/>
                    </a:cubicBezTo>
                    <a:cubicBezTo>
                      <a:pt x="4304" y="17215"/>
                      <a:pt x="4037" y="17186"/>
                      <a:pt x="3774" y="17142"/>
                    </a:cubicBezTo>
                    <a:cubicBezTo>
                      <a:pt x="3305" y="17064"/>
                      <a:pt x="2838" y="16954"/>
                      <a:pt x="2373" y="16840"/>
                    </a:cubicBezTo>
                    <a:cubicBezTo>
                      <a:pt x="2205" y="16800"/>
                      <a:pt x="2046" y="16710"/>
                      <a:pt x="1885" y="16636"/>
                    </a:cubicBezTo>
                    <a:cubicBezTo>
                      <a:pt x="1804" y="16600"/>
                      <a:pt x="1765" y="16540"/>
                      <a:pt x="1768" y="16443"/>
                    </a:cubicBezTo>
                    <a:cubicBezTo>
                      <a:pt x="1783" y="15950"/>
                      <a:pt x="1792" y="15460"/>
                      <a:pt x="1800" y="14968"/>
                    </a:cubicBezTo>
                    <a:cubicBezTo>
                      <a:pt x="1804" y="14743"/>
                      <a:pt x="1803" y="14517"/>
                      <a:pt x="1803" y="14291"/>
                    </a:cubicBezTo>
                    <a:cubicBezTo>
                      <a:pt x="1801" y="13697"/>
                      <a:pt x="1803" y="13103"/>
                      <a:pt x="1797" y="12507"/>
                    </a:cubicBezTo>
                    <a:cubicBezTo>
                      <a:pt x="1792" y="12097"/>
                      <a:pt x="1776" y="11688"/>
                      <a:pt x="1765" y="11278"/>
                    </a:cubicBezTo>
                    <a:cubicBezTo>
                      <a:pt x="1765" y="11203"/>
                      <a:pt x="1765" y="11128"/>
                      <a:pt x="1765" y="11035"/>
                    </a:cubicBezTo>
                    <a:cubicBezTo>
                      <a:pt x="1927" y="11097"/>
                      <a:pt x="1998" y="11250"/>
                      <a:pt x="2125" y="11331"/>
                    </a:cubicBezTo>
                    <a:cubicBezTo>
                      <a:pt x="2257" y="11415"/>
                      <a:pt x="2383" y="11509"/>
                      <a:pt x="2523" y="11583"/>
                    </a:cubicBezTo>
                    <a:cubicBezTo>
                      <a:pt x="2655" y="11652"/>
                      <a:pt x="2796" y="11706"/>
                      <a:pt x="2937" y="11755"/>
                    </a:cubicBezTo>
                    <a:cubicBezTo>
                      <a:pt x="3081" y="11808"/>
                      <a:pt x="3228" y="11847"/>
                      <a:pt x="3396" y="11857"/>
                    </a:cubicBezTo>
                    <a:cubicBezTo>
                      <a:pt x="3380" y="11829"/>
                      <a:pt x="3369" y="11784"/>
                      <a:pt x="3344" y="11772"/>
                    </a:cubicBezTo>
                    <a:cubicBezTo>
                      <a:pt x="3245" y="11725"/>
                      <a:pt x="3144" y="11680"/>
                      <a:pt x="3041" y="11650"/>
                    </a:cubicBezTo>
                    <a:cubicBezTo>
                      <a:pt x="2636" y="11538"/>
                      <a:pt x="2302" y="11317"/>
                      <a:pt x="1990" y="11036"/>
                    </a:cubicBezTo>
                    <a:cubicBezTo>
                      <a:pt x="1206" y="10330"/>
                      <a:pt x="888" y="9418"/>
                      <a:pt x="772" y="8406"/>
                    </a:cubicBezTo>
                    <a:cubicBezTo>
                      <a:pt x="736" y="8094"/>
                      <a:pt x="703" y="7782"/>
                      <a:pt x="668" y="7470"/>
                    </a:cubicBezTo>
                    <a:cubicBezTo>
                      <a:pt x="664" y="7435"/>
                      <a:pt x="659" y="7401"/>
                      <a:pt x="661" y="7368"/>
                    </a:cubicBezTo>
                    <a:cubicBezTo>
                      <a:pt x="677" y="6709"/>
                      <a:pt x="532" y="6066"/>
                      <a:pt x="470" y="5413"/>
                    </a:cubicBezTo>
                    <a:cubicBezTo>
                      <a:pt x="452" y="5218"/>
                      <a:pt x="425" y="5023"/>
                      <a:pt x="439" y="4810"/>
                    </a:cubicBezTo>
                    <a:lnTo>
                      <a:pt x="439" y="4810"/>
                    </a:lnTo>
                    <a:cubicBezTo>
                      <a:pt x="467" y="4849"/>
                      <a:pt x="500" y="4885"/>
                      <a:pt x="523" y="4925"/>
                    </a:cubicBezTo>
                    <a:cubicBezTo>
                      <a:pt x="724" y="5291"/>
                      <a:pt x="907" y="5666"/>
                      <a:pt x="1126" y="6021"/>
                    </a:cubicBezTo>
                    <a:cubicBezTo>
                      <a:pt x="1275" y="6262"/>
                      <a:pt x="1456" y="6492"/>
                      <a:pt x="1654" y="6694"/>
                    </a:cubicBezTo>
                    <a:cubicBezTo>
                      <a:pt x="1812" y="6852"/>
                      <a:pt x="1992" y="6928"/>
                      <a:pt x="2169" y="6928"/>
                    </a:cubicBezTo>
                    <a:cubicBezTo>
                      <a:pt x="2401" y="6928"/>
                      <a:pt x="2626" y="6798"/>
                      <a:pt x="2784" y="6552"/>
                    </a:cubicBezTo>
                    <a:cubicBezTo>
                      <a:pt x="2829" y="6483"/>
                      <a:pt x="2871" y="6414"/>
                      <a:pt x="2933" y="6315"/>
                    </a:cubicBezTo>
                    <a:cubicBezTo>
                      <a:pt x="3038" y="6442"/>
                      <a:pt x="3132" y="6552"/>
                      <a:pt x="3222" y="6667"/>
                    </a:cubicBezTo>
                    <a:cubicBezTo>
                      <a:pt x="3308" y="6775"/>
                      <a:pt x="3404" y="6871"/>
                      <a:pt x="3537" y="6919"/>
                    </a:cubicBezTo>
                    <a:cubicBezTo>
                      <a:pt x="3621" y="6949"/>
                      <a:pt x="3704" y="6963"/>
                      <a:pt x="3785" y="6963"/>
                    </a:cubicBezTo>
                    <a:cubicBezTo>
                      <a:pt x="3903" y="6963"/>
                      <a:pt x="4019" y="6933"/>
                      <a:pt x="4131" y="6871"/>
                    </a:cubicBezTo>
                    <a:cubicBezTo>
                      <a:pt x="4208" y="6829"/>
                      <a:pt x="4285" y="6786"/>
                      <a:pt x="4394" y="6724"/>
                    </a:cubicBezTo>
                    <a:cubicBezTo>
                      <a:pt x="4442" y="6787"/>
                      <a:pt x="4481" y="6855"/>
                      <a:pt x="4535" y="6904"/>
                    </a:cubicBezTo>
                    <a:cubicBezTo>
                      <a:pt x="4654" y="7016"/>
                      <a:pt x="4831" y="7104"/>
                      <a:pt x="5018" y="7104"/>
                    </a:cubicBezTo>
                    <a:cubicBezTo>
                      <a:pt x="5153" y="7104"/>
                      <a:pt x="5295" y="7058"/>
                      <a:pt x="5425" y="6940"/>
                    </a:cubicBezTo>
                    <a:cubicBezTo>
                      <a:pt x="5499" y="6872"/>
                      <a:pt x="5538" y="6840"/>
                      <a:pt x="5578" y="6840"/>
                    </a:cubicBezTo>
                    <a:cubicBezTo>
                      <a:pt x="5617" y="6840"/>
                      <a:pt x="5657" y="6871"/>
                      <a:pt x="5732" y="6930"/>
                    </a:cubicBezTo>
                    <a:cubicBezTo>
                      <a:pt x="5951" y="7099"/>
                      <a:pt x="6214" y="7161"/>
                      <a:pt x="6475" y="7200"/>
                    </a:cubicBezTo>
                    <a:cubicBezTo>
                      <a:pt x="6640" y="7225"/>
                      <a:pt x="6803" y="7238"/>
                      <a:pt x="6965" y="7238"/>
                    </a:cubicBezTo>
                    <a:cubicBezTo>
                      <a:pt x="7338" y="7238"/>
                      <a:pt x="7705" y="7169"/>
                      <a:pt x="8064" y="7023"/>
                    </a:cubicBezTo>
                    <a:cubicBezTo>
                      <a:pt x="8253" y="6948"/>
                      <a:pt x="8453" y="6903"/>
                      <a:pt x="8648" y="6841"/>
                    </a:cubicBezTo>
                    <a:cubicBezTo>
                      <a:pt x="8729" y="6816"/>
                      <a:pt x="8808" y="6787"/>
                      <a:pt x="8877" y="6723"/>
                    </a:cubicBezTo>
                    <a:lnTo>
                      <a:pt x="8877" y="6723"/>
                    </a:lnTo>
                    <a:cubicBezTo>
                      <a:pt x="8771" y="6732"/>
                      <a:pt x="8663" y="6741"/>
                      <a:pt x="8540" y="6751"/>
                    </a:cubicBezTo>
                    <a:cubicBezTo>
                      <a:pt x="8589" y="6595"/>
                      <a:pt x="8784" y="6573"/>
                      <a:pt x="8831" y="6387"/>
                    </a:cubicBezTo>
                    <a:lnTo>
                      <a:pt x="8831" y="6387"/>
                    </a:lnTo>
                    <a:cubicBezTo>
                      <a:pt x="8766" y="6412"/>
                      <a:pt x="8727" y="6421"/>
                      <a:pt x="8699" y="6441"/>
                    </a:cubicBezTo>
                    <a:cubicBezTo>
                      <a:pt x="8609" y="6504"/>
                      <a:pt x="8517" y="6564"/>
                      <a:pt x="8435" y="6637"/>
                    </a:cubicBezTo>
                    <a:cubicBezTo>
                      <a:pt x="8064" y="6970"/>
                      <a:pt x="7611" y="7075"/>
                      <a:pt x="7132" y="7108"/>
                    </a:cubicBezTo>
                    <a:cubicBezTo>
                      <a:pt x="7064" y="7113"/>
                      <a:pt x="6996" y="7116"/>
                      <a:pt x="6928" y="7116"/>
                    </a:cubicBezTo>
                    <a:cubicBezTo>
                      <a:pt x="6634" y="7116"/>
                      <a:pt x="6345" y="7068"/>
                      <a:pt x="6067" y="6954"/>
                    </a:cubicBezTo>
                    <a:cubicBezTo>
                      <a:pt x="5950" y="6906"/>
                      <a:pt x="5831" y="6838"/>
                      <a:pt x="5743" y="6751"/>
                    </a:cubicBezTo>
                    <a:cubicBezTo>
                      <a:pt x="5510" y="6523"/>
                      <a:pt x="5342" y="6249"/>
                      <a:pt x="5243" y="5938"/>
                    </a:cubicBezTo>
                    <a:cubicBezTo>
                      <a:pt x="5158" y="5668"/>
                      <a:pt x="5192" y="5411"/>
                      <a:pt x="5354" y="5176"/>
                    </a:cubicBezTo>
                    <a:cubicBezTo>
                      <a:pt x="5477" y="4997"/>
                      <a:pt x="5639" y="4885"/>
                      <a:pt x="5863" y="4874"/>
                    </a:cubicBezTo>
                    <a:cubicBezTo>
                      <a:pt x="6013" y="4867"/>
                      <a:pt x="6163" y="4861"/>
                      <a:pt x="6313" y="4855"/>
                    </a:cubicBezTo>
                    <a:cubicBezTo>
                      <a:pt x="6859" y="4832"/>
                      <a:pt x="7405" y="4819"/>
                      <a:pt x="7950" y="4783"/>
                    </a:cubicBezTo>
                    <a:cubicBezTo>
                      <a:pt x="8132" y="4771"/>
                      <a:pt x="8310" y="4703"/>
                      <a:pt x="8487" y="4652"/>
                    </a:cubicBezTo>
                    <a:cubicBezTo>
                      <a:pt x="8588" y="4623"/>
                      <a:pt x="8686" y="4610"/>
                      <a:pt x="8782" y="4610"/>
                    </a:cubicBezTo>
                    <a:close/>
                    <a:moveTo>
                      <a:pt x="5646" y="1"/>
                    </a:moveTo>
                    <a:cubicBezTo>
                      <a:pt x="5569" y="1"/>
                      <a:pt x="5490" y="8"/>
                      <a:pt x="5408" y="22"/>
                    </a:cubicBezTo>
                    <a:cubicBezTo>
                      <a:pt x="4994" y="94"/>
                      <a:pt x="4618" y="293"/>
                      <a:pt x="4414" y="709"/>
                    </a:cubicBezTo>
                    <a:cubicBezTo>
                      <a:pt x="4403" y="732"/>
                      <a:pt x="4381" y="751"/>
                      <a:pt x="4346" y="793"/>
                    </a:cubicBezTo>
                    <a:cubicBezTo>
                      <a:pt x="4297" y="726"/>
                      <a:pt x="4256" y="679"/>
                      <a:pt x="4225" y="628"/>
                    </a:cubicBezTo>
                    <a:cubicBezTo>
                      <a:pt x="4112" y="431"/>
                      <a:pt x="3939" y="320"/>
                      <a:pt x="3722" y="272"/>
                    </a:cubicBezTo>
                    <a:cubicBezTo>
                      <a:pt x="3615" y="248"/>
                      <a:pt x="3509" y="220"/>
                      <a:pt x="3401" y="205"/>
                    </a:cubicBezTo>
                    <a:cubicBezTo>
                      <a:pt x="3335" y="195"/>
                      <a:pt x="3272" y="191"/>
                      <a:pt x="3210" y="191"/>
                    </a:cubicBezTo>
                    <a:cubicBezTo>
                      <a:pt x="2841" y="191"/>
                      <a:pt x="2548" y="360"/>
                      <a:pt x="2335" y="697"/>
                    </a:cubicBezTo>
                    <a:cubicBezTo>
                      <a:pt x="2194" y="919"/>
                      <a:pt x="2100" y="1156"/>
                      <a:pt x="2092" y="1426"/>
                    </a:cubicBezTo>
                    <a:cubicBezTo>
                      <a:pt x="2088" y="1558"/>
                      <a:pt x="2062" y="1689"/>
                      <a:pt x="2044" y="1819"/>
                    </a:cubicBezTo>
                    <a:cubicBezTo>
                      <a:pt x="2031" y="1824"/>
                      <a:pt x="2016" y="1828"/>
                      <a:pt x="2004" y="1831"/>
                    </a:cubicBezTo>
                    <a:cubicBezTo>
                      <a:pt x="1954" y="1761"/>
                      <a:pt x="1903" y="1690"/>
                      <a:pt x="1858" y="1618"/>
                    </a:cubicBezTo>
                    <a:cubicBezTo>
                      <a:pt x="1739" y="1430"/>
                      <a:pt x="1571" y="1324"/>
                      <a:pt x="1364" y="1324"/>
                    </a:cubicBezTo>
                    <a:cubicBezTo>
                      <a:pt x="1333" y="1324"/>
                      <a:pt x="1300" y="1327"/>
                      <a:pt x="1267" y="1332"/>
                    </a:cubicBezTo>
                    <a:cubicBezTo>
                      <a:pt x="1032" y="1368"/>
                      <a:pt x="799" y="1425"/>
                      <a:pt x="571" y="1492"/>
                    </a:cubicBezTo>
                    <a:cubicBezTo>
                      <a:pt x="401" y="1542"/>
                      <a:pt x="265" y="1660"/>
                      <a:pt x="196" y="1822"/>
                    </a:cubicBezTo>
                    <a:cubicBezTo>
                      <a:pt x="128" y="1984"/>
                      <a:pt x="61" y="2155"/>
                      <a:pt x="46" y="2328"/>
                    </a:cubicBezTo>
                    <a:cubicBezTo>
                      <a:pt x="1" y="2849"/>
                      <a:pt x="44" y="3365"/>
                      <a:pt x="181" y="3873"/>
                    </a:cubicBezTo>
                    <a:cubicBezTo>
                      <a:pt x="215" y="4004"/>
                      <a:pt x="235" y="4141"/>
                      <a:pt x="250" y="4276"/>
                    </a:cubicBezTo>
                    <a:lnTo>
                      <a:pt x="250" y="4274"/>
                    </a:lnTo>
                    <a:cubicBezTo>
                      <a:pt x="287" y="4642"/>
                      <a:pt x="323" y="5009"/>
                      <a:pt x="350" y="5377"/>
                    </a:cubicBezTo>
                    <a:cubicBezTo>
                      <a:pt x="392" y="6004"/>
                      <a:pt x="568" y="6618"/>
                      <a:pt x="523" y="7251"/>
                    </a:cubicBezTo>
                    <a:cubicBezTo>
                      <a:pt x="520" y="7291"/>
                      <a:pt x="533" y="7333"/>
                      <a:pt x="538" y="7374"/>
                    </a:cubicBezTo>
                    <a:cubicBezTo>
                      <a:pt x="565" y="7590"/>
                      <a:pt x="587" y="7808"/>
                      <a:pt x="620" y="8024"/>
                    </a:cubicBezTo>
                    <a:cubicBezTo>
                      <a:pt x="683" y="8442"/>
                      <a:pt x="721" y="8868"/>
                      <a:pt x="826" y="9276"/>
                    </a:cubicBezTo>
                    <a:cubicBezTo>
                      <a:pt x="973" y="9838"/>
                      <a:pt x="1180" y="10382"/>
                      <a:pt x="1588" y="10822"/>
                    </a:cubicBezTo>
                    <a:cubicBezTo>
                      <a:pt x="1612" y="10849"/>
                      <a:pt x="1621" y="10895"/>
                      <a:pt x="1623" y="10933"/>
                    </a:cubicBezTo>
                    <a:cubicBezTo>
                      <a:pt x="1632" y="11329"/>
                      <a:pt x="1648" y="11725"/>
                      <a:pt x="1645" y="12123"/>
                    </a:cubicBezTo>
                    <a:cubicBezTo>
                      <a:pt x="1638" y="13209"/>
                      <a:pt x="1623" y="14295"/>
                      <a:pt x="1612" y="15382"/>
                    </a:cubicBezTo>
                    <a:cubicBezTo>
                      <a:pt x="1608" y="15772"/>
                      <a:pt x="1606" y="16160"/>
                      <a:pt x="1609" y="16551"/>
                    </a:cubicBezTo>
                    <a:cubicBezTo>
                      <a:pt x="1609" y="16596"/>
                      <a:pt x="1644" y="16660"/>
                      <a:pt x="1680" y="16683"/>
                    </a:cubicBezTo>
                    <a:cubicBezTo>
                      <a:pt x="1851" y="16785"/>
                      <a:pt x="2016" y="16905"/>
                      <a:pt x="2202" y="16960"/>
                    </a:cubicBezTo>
                    <a:cubicBezTo>
                      <a:pt x="2594" y="17076"/>
                      <a:pt x="2994" y="17167"/>
                      <a:pt x="3396" y="17248"/>
                    </a:cubicBezTo>
                    <a:cubicBezTo>
                      <a:pt x="3760" y="17321"/>
                      <a:pt x="4129" y="17373"/>
                      <a:pt x="4499" y="17373"/>
                    </a:cubicBezTo>
                    <a:cubicBezTo>
                      <a:pt x="4648" y="17373"/>
                      <a:pt x="4797" y="17365"/>
                      <a:pt x="4946" y="17346"/>
                    </a:cubicBezTo>
                    <a:cubicBezTo>
                      <a:pt x="5384" y="17290"/>
                      <a:pt x="5822" y="17200"/>
                      <a:pt x="6252" y="17094"/>
                    </a:cubicBezTo>
                    <a:cubicBezTo>
                      <a:pt x="6615" y="17005"/>
                      <a:pt x="6976" y="16897"/>
                      <a:pt x="7308" y="16711"/>
                    </a:cubicBezTo>
                    <a:cubicBezTo>
                      <a:pt x="7419" y="16648"/>
                      <a:pt x="7546" y="16615"/>
                      <a:pt x="7689" y="16560"/>
                    </a:cubicBezTo>
                    <a:cubicBezTo>
                      <a:pt x="7716" y="16444"/>
                      <a:pt x="7700" y="16310"/>
                      <a:pt x="7689" y="16175"/>
                    </a:cubicBezTo>
                    <a:cubicBezTo>
                      <a:pt x="7668" y="15931"/>
                      <a:pt x="7648" y="15686"/>
                      <a:pt x="7641" y="15440"/>
                    </a:cubicBezTo>
                    <a:cubicBezTo>
                      <a:pt x="7636" y="15284"/>
                      <a:pt x="7662" y="15128"/>
                      <a:pt x="7666" y="14971"/>
                    </a:cubicBezTo>
                    <a:cubicBezTo>
                      <a:pt x="7681" y="14451"/>
                      <a:pt x="7684" y="13932"/>
                      <a:pt x="7712" y="13415"/>
                    </a:cubicBezTo>
                    <a:cubicBezTo>
                      <a:pt x="7752" y="12622"/>
                      <a:pt x="7812" y="11832"/>
                      <a:pt x="7859" y="11041"/>
                    </a:cubicBezTo>
                    <a:cubicBezTo>
                      <a:pt x="7866" y="10930"/>
                      <a:pt x="7883" y="10835"/>
                      <a:pt x="7959" y="10741"/>
                    </a:cubicBezTo>
                    <a:cubicBezTo>
                      <a:pt x="8124" y="10541"/>
                      <a:pt x="8271" y="10328"/>
                      <a:pt x="8424" y="10118"/>
                    </a:cubicBezTo>
                    <a:cubicBezTo>
                      <a:pt x="8517" y="9992"/>
                      <a:pt x="8600" y="9857"/>
                      <a:pt x="8700" y="9737"/>
                    </a:cubicBezTo>
                    <a:cubicBezTo>
                      <a:pt x="8889" y="9512"/>
                      <a:pt x="9089" y="9296"/>
                      <a:pt x="9279" y="9072"/>
                    </a:cubicBezTo>
                    <a:cubicBezTo>
                      <a:pt x="9709" y="8576"/>
                      <a:pt x="10132" y="8075"/>
                      <a:pt x="10432" y="7483"/>
                    </a:cubicBezTo>
                    <a:cubicBezTo>
                      <a:pt x="10526" y="7296"/>
                      <a:pt x="10583" y="7113"/>
                      <a:pt x="10547" y="6915"/>
                    </a:cubicBezTo>
                    <a:cubicBezTo>
                      <a:pt x="10517" y="6748"/>
                      <a:pt x="10471" y="6580"/>
                      <a:pt x="10396" y="6430"/>
                    </a:cubicBezTo>
                    <a:cubicBezTo>
                      <a:pt x="10183" y="6000"/>
                      <a:pt x="9998" y="5561"/>
                      <a:pt x="9920" y="5083"/>
                    </a:cubicBezTo>
                    <a:cubicBezTo>
                      <a:pt x="9892" y="4904"/>
                      <a:pt x="9781" y="4777"/>
                      <a:pt x="9622" y="4688"/>
                    </a:cubicBezTo>
                    <a:cubicBezTo>
                      <a:pt x="9559" y="4652"/>
                      <a:pt x="9496" y="4613"/>
                      <a:pt x="9430" y="4574"/>
                    </a:cubicBezTo>
                    <a:cubicBezTo>
                      <a:pt x="9440" y="4481"/>
                      <a:pt x="9443" y="4399"/>
                      <a:pt x="9457" y="4318"/>
                    </a:cubicBezTo>
                    <a:cubicBezTo>
                      <a:pt x="9554" y="3768"/>
                      <a:pt x="9572" y="3216"/>
                      <a:pt x="9508" y="2664"/>
                    </a:cubicBezTo>
                    <a:cubicBezTo>
                      <a:pt x="9472" y="2360"/>
                      <a:pt x="9446" y="2050"/>
                      <a:pt x="9318" y="1764"/>
                    </a:cubicBezTo>
                    <a:cubicBezTo>
                      <a:pt x="9221" y="1546"/>
                      <a:pt x="9126" y="1327"/>
                      <a:pt x="9032" y="1107"/>
                    </a:cubicBezTo>
                    <a:cubicBezTo>
                      <a:pt x="8928" y="867"/>
                      <a:pt x="8765" y="681"/>
                      <a:pt x="8528" y="562"/>
                    </a:cubicBezTo>
                    <a:cubicBezTo>
                      <a:pt x="8357" y="476"/>
                      <a:pt x="8189" y="385"/>
                      <a:pt x="8021" y="293"/>
                    </a:cubicBezTo>
                    <a:cubicBezTo>
                      <a:pt x="7844" y="195"/>
                      <a:pt x="7672" y="146"/>
                      <a:pt x="7506" y="146"/>
                    </a:cubicBezTo>
                    <a:cubicBezTo>
                      <a:pt x="7230" y="146"/>
                      <a:pt x="6973" y="283"/>
                      <a:pt x="6747" y="554"/>
                    </a:cubicBezTo>
                    <a:cubicBezTo>
                      <a:pt x="6714" y="594"/>
                      <a:pt x="6673" y="628"/>
                      <a:pt x="6627" y="675"/>
                    </a:cubicBezTo>
                    <a:cubicBezTo>
                      <a:pt x="6580" y="598"/>
                      <a:pt x="6546" y="539"/>
                      <a:pt x="6510" y="482"/>
                    </a:cubicBezTo>
                    <a:cubicBezTo>
                      <a:pt x="6300" y="154"/>
                      <a:pt x="6001" y="1"/>
                      <a:pt x="5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797378544"/>
              </p:ext>
            </p:extLst>
          </p:nvPr>
        </p:nvGraphicFramePr>
        <p:xfrm>
          <a:off x="273423" y="914398"/>
          <a:ext cx="8624047" cy="4271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352800" y="327212"/>
            <a:ext cx="2465294" cy="5916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97088" y="392214"/>
            <a:ext cx="1976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Rounded MT Bold" panose="020F0704030504030204" pitchFamily="34" charset="0"/>
              </a:rPr>
              <a:t>AGENDA</a:t>
            </a:r>
            <a:endParaRPr lang="en-US" sz="2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38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>
            <a:spLocks noGrp="1"/>
          </p:cNvSpPr>
          <p:nvPr>
            <p:ph type="title"/>
          </p:nvPr>
        </p:nvSpPr>
        <p:spPr>
          <a:xfrm>
            <a:off x="169811" y="1226138"/>
            <a:ext cx="712800" cy="5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850449" y="1949076"/>
            <a:ext cx="2139639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Project idea, goals, and its importance for real-time interaction and accessibility</a:t>
            </a:r>
            <a:r>
              <a:rPr lang="ar-EG" dirty="0"/>
              <a:t> 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22" name="Google Shape;222;p31"/>
          <p:cNvSpPr txBox="1">
            <a:spLocks noGrp="1"/>
          </p:cNvSpPr>
          <p:nvPr>
            <p:ph type="subTitle" idx="2"/>
          </p:nvPr>
        </p:nvSpPr>
        <p:spPr>
          <a:xfrm>
            <a:off x="882455" y="1229945"/>
            <a:ext cx="2285942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&amp; Objectives</a:t>
            </a:r>
          </a:p>
        </p:txBody>
      </p:sp>
      <p:sp>
        <p:nvSpPr>
          <p:cNvPr id="223" name="Google Shape;223;p31"/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224" name="Google Shape;224;p31"/>
          <p:cNvSpPr txBox="1">
            <a:spLocks noGrp="1"/>
          </p:cNvSpPr>
          <p:nvPr>
            <p:ph type="title" idx="4"/>
          </p:nvPr>
        </p:nvSpPr>
        <p:spPr>
          <a:xfrm>
            <a:off x="2990088" y="1226138"/>
            <a:ext cx="712800" cy="5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225" name="Google Shape;225;p31"/>
          <p:cNvSpPr txBox="1">
            <a:spLocks noGrp="1"/>
          </p:cNvSpPr>
          <p:nvPr>
            <p:ph type="subTitle" idx="5"/>
          </p:nvPr>
        </p:nvSpPr>
        <p:spPr>
          <a:xfrm>
            <a:off x="3657594" y="1931370"/>
            <a:ext cx="200253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dirty="0"/>
              <a:t>Dataset collection, preprocessing, model architecture, and performance . </a:t>
            </a:r>
            <a:endParaRPr dirty="0"/>
          </a:p>
        </p:txBody>
      </p:sp>
      <p:sp>
        <p:nvSpPr>
          <p:cNvPr id="226" name="Google Shape;226;p31"/>
          <p:cNvSpPr txBox="1">
            <a:spLocks noGrp="1"/>
          </p:cNvSpPr>
          <p:nvPr>
            <p:ph type="subTitle" idx="6"/>
          </p:nvPr>
        </p:nvSpPr>
        <p:spPr>
          <a:xfrm>
            <a:off x="3702713" y="1226138"/>
            <a:ext cx="2002522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&amp; Model Overview</a:t>
            </a:r>
            <a:endParaRPr dirty="0"/>
          </a:p>
        </p:txBody>
      </p:sp>
      <p:sp>
        <p:nvSpPr>
          <p:cNvPr id="227" name="Google Shape;227;p31"/>
          <p:cNvSpPr txBox="1">
            <a:spLocks noGrp="1"/>
          </p:cNvSpPr>
          <p:nvPr>
            <p:ph type="title" idx="7"/>
          </p:nvPr>
        </p:nvSpPr>
        <p:spPr>
          <a:xfrm>
            <a:off x="5705235" y="1233514"/>
            <a:ext cx="712800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228" name="Google Shape;228;p31"/>
          <p:cNvSpPr txBox="1">
            <a:spLocks noGrp="1"/>
          </p:cNvSpPr>
          <p:nvPr>
            <p:ph type="subTitle" idx="8"/>
          </p:nvPr>
        </p:nvSpPr>
        <p:spPr>
          <a:xfrm>
            <a:off x="6417940" y="2049509"/>
            <a:ext cx="2232624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dirty="0"/>
              <a:t>Live demonstration and practical uses like device control and VR .</a:t>
            </a:r>
            <a:endParaRPr dirty="0"/>
          </a:p>
        </p:txBody>
      </p:sp>
      <p:sp>
        <p:nvSpPr>
          <p:cNvPr id="229" name="Google Shape;229;p31"/>
          <p:cNvSpPr txBox="1">
            <a:spLocks noGrp="1"/>
          </p:cNvSpPr>
          <p:nvPr>
            <p:ph type="subTitle" idx="9"/>
          </p:nvPr>
        </p:nvSpPr>
        <p:spPr>
          <a:xfrm>
            <a:off x="6417940" y="1229644"/>
            <a:ext cx="2425365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Real-Time Demo &amp; Applications</a:t>
            </a:r>
            <a:endParaRPr dirty="0"/>
          </a:p>
        </p:txBody>
      </p:sp>
      <p:sp>
        <p:nvSpPr>
          <p:cNvPr id="230" name="Google Shape;230;p31"/>
          <p:cNvSpPr txBox="1">
            <a:spLocks noGrp="1"/>
          </p:cNvSpPr>
          <p:nvPr>
            <p:ph type="title" idx="13"/>
          </p:nvPr>
        </p:nvSpPr>
        <p:spPr>
          <a:xfrm>
            <a:off x="4575595" y="3115971"/>
            <a:ext cx="712800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05.</a:t>
            </a:r>
            <a:endParaRPr dirty="0"/>
          </a:p>
        </p:txBody>
      </p:sp>
      <p:sp>
        <p:nvSpPr>
          <p:cNvPr id="231" name="Google Shape;231;p31"/>
          <p:cNvSpPr txBox="1">
            <a:spLocks noGrp="1"/>
          </p:cNvSpPr>
          <p:nvPr>
            <p:ph type="subTitle" idx="14"/>
          </p:nvPr>
        </p:nvSpPr>
        <p:spPr>
          <a:xfrm>
            <a:off x="5288395" y="3777801"/>
            <a:ext cx="3197719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dirty="0"/>
              <a:t>Key challenges, suggested improvements, and project impact .</a:t>
            </a:r>
            <a:endParaRPr dirty="0"/>
          </a:p>
        </p:txBody>
      </p:sp>
      <p:sp>
        <p:nvSpPr>
          <p:cNvPr id="232" name="Google Shape;232;p31"/>
          <p:cNvSpPr txBox="1">
            <a:spLocks noGrp="1"/>
          </p:cNvSpPr>
          <p:nvPr>
            <p:ph type="subTitle" idx="15"/>
          </p:nvPr>
        </p:nvSpPr>
        <p:spPr>
          <a:xfrm>
            <a:off x="5236321" y="3143403"/>
            <a:ext cx="3420711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Conclusion</a:t>
            </a:r>
            <a:endParaRPr dirty="0"/>
          </a:p>
        </p:txBody>
      </p:sp>
      <p:sp>
        <p:nvSpPr>
          <p:cNvPr id="16" name="Google Shape;230;p31"/>
          <p:cNvSpPr txBox="1">
            <a:spLocks/>
          </p:cNvSpPr>
          <p:nvPr/>
        </p:nvSpPr>
        <p:spPr>
          <a:xfrm>
            <a:off x="1022727" y="3134067"/>
            <a:ext cx="712800" cy="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2500" b="1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dirty="0" smtClean="0"/>
              <a:t>04.</a:t>
            </a:r>
            <a:endParaRPr lang="en" dirty="0"/>
          </a:p>
        </p:txBody>
      </p:sp>
      <p:sp>
        <p:nvSpPr>
          <p:cNvPr id="17" name="Google Shape;231;p31"/>
          <p:cNvSpPr txBox="1">
            <a:spLocks/>
          </p:cNvSpPr>
          <p:nvPr/>
        </p:nvSpPr>
        <p:spPr>
          <a:xfrm>
            <a:off x="1735372" y="3761145"/>
            <a:ext cx="2643888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>
              <a:buClr>
                <a:schemeClr val="accent2"/>
              </a:buClr>
              <a:buSzPts val="1100"/>
            </a:pPr>
            <a:r>
              <a:rPr lang="en-US" dirty="0"/>
              <a:t>Tracking training runs, storing results, and preparing the model for deployment.</a:t>
            </a:r>
          </a:p>
        </p:txBody>
      </p:sp>
      <p:sp>
        <p:nvSpPr>
          <p:cNvPr id="18" name="Google Shape;232;p31"/>
          <p:cNvSpPr txBox="1">
            <a:spLocks/>
          </p:cNvSpPr>
          <p:nvPr/>
        </p:nvSpPr>
        <p:spPr>
          <a:xfrm>
            <a:off x="1607352" y="3163632"/>
            <a:ext cx="3040323" cy="540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 err="1"/>
              <a:t>MLflow</a:t>
            </a:r>
            <a:r>
              <a:rPr lang="en-US" dirty="0"/>
              <a:t> </a:t>
            </a:r>
            <a:r>
              <a:rPr lang="en-US" dirty="0" smtClean="0"/>
              <a:t>Workflow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>
            <a:spLocks noGrp="1"/>
          </p:cNvSpPr>
          <p:nvPr>
            <p:ph type="title"/>
          </p:nvPr>
        </p:nvSpPr>
        <p:spPr>
          <a:xfrm>
            <a:off x="706244" y="2264850"/>
            <a:ext cx="8406703" cy="9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&amp; Objectives</a:t>
            </a:r>
          </a:p>
        </p:txBody>
      </p:sp>
      <p:sp>
        <p:nvSpPr>
          <p:cNvPr id="256" name="Google Shape;256;p33"/>
          <p:cNvSpPr txBox="1">
            <a:spLocks noGrp="1"/>
          </p:cNvSpPr>
          <p:nvPr>
            <p:ph type="title" idx="2"/>
          </p:nvPr>
        </p:nvSpPr>
        <p:spPr>
          <a:xfrm>
            <a:off x="2391900" y="1316550"/>
            <a:ext cx="4360200" cy="11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58" name="Google Shape;258;p33"/>
          <p:cNvSpPr/>
          <p:nvPr/>
        </p:nvSpPr>
        <p:spPr>
          <a:xfrm>
            <a:off x="900169" y="775675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59" name="Google Shape;259;p33"/>
          <p:cNvGrpSpPr/>
          <p:nvPr/>
        </p:nvGrpSpPr>
        <p:grpSpPr>
          <a:xfrm>
            <a:off x="1099784" y="754905"/>
            <a:ext cx="709869" cy="1150641"/>
            <a:chOff x="2824954" y="566857"/>
            <a:chExt cx="840579" cy="1362512"/>
          </a:xfrm>
        </p:grpSpPr>
        <p:sp>
          <p:nvSpPr>
            <p:cNvPr id="260" name="Google Shape;260;p33"/>
            <p:cNvSpPr/>
            <p:nvPr/>
          </p:nvSpPr>
          <p:spPr>
            <a:xfrm>
              <a:off x="2824954" y="566873"/>
              <a:ext cx="840579" cy="1362495"/>
            </a:xfrm>
            <a:custGeom>
              <a:avLst/>
              <a:gdLst/>
              <a:ahLst/>
              <a:cxnLst/>
              <a:rect l="l" t="t" r="r" b="b"/>
              <a:pathLst>
                <a:path w="11894" h="19279" extrusionOk="0">
                  <a:moveTo>
                    <a:pt x="6832" y="0"/>
                  </a:moveTo>
                  <a:cubicBezTo>
                    <a:pt x="6498" y="0"/>
                    <a:pt x="6204" y="90"/>
                    <a:pt x="5968" y="349"/>
                  </a:cubicBezTo>
                  <a:cubicBezTo>
                    <a:pt x="5961" y="358"/>
                    <a:pt x="5944" y="358"/>
                    <a:pt x="5923" y="364"/>
                  </a:cubicBezTo>
                  <a:cubicBezTo>
                    <a:pt x="5845" y="313"/>
                    <a:pt x="5767" y="245"/>
                    <a:pt x="5678" y="206"/>
                  </a:cubicBezTo>
                  <a:cubicBezTo>
                    <a:pt x="5522" y="136"/>
                    <a:pt x="5363" y="41"/>
                    <a:pt x="5200" y="29"/>
                  </a:cubicBezTo>
                  <a:cubicBezTo>
                    <a:pt x="5030" y="16"/>
                    <a:pt x="4858" y="5"/>
                    <a:pt x="4687" y="5"/>
                  </a:cubicBezTo>
                  <a:cubicBezTo>
                    <a:pt x="4494" y="5"/>
                    <a:pt x="4301" y="19"/>
                    <a:pt x="4111" y="59"/>
                  </a:cubicBezTo>
                  <a:cubicBezTo>
                    <a:pt x="3731" y="142"/>
                    <a:pt x="3357" y="241"/>
                    <a:pt x="3141" y="614"/>
                  </a:cubicBezTo>
                  <a:cubicBezTo>
                    <a:pt x="3108" y="672"/>
                    <a:pt x="3061" y="694"/>
                    <a:pt x="3006" y="694"/>
                  </a:cubicBezTo>
                  <a:cubicBezTo>
                    <a:pt x="2983" y="694"/>
                    <a:pt x="2959" y="690"/>
                    <a:pt x="2934" y="683"/>
                  </a:cubicBezTo>
                  <a:cubicBezTo>
                    <a:pt x="2889" y="671"/>
                    <a:pt x="2846" y="653"/>
                    <a:pt x="2802" y="638"/>
                  </a:cubicBezTo>
                  <a:cubicBezTo>
                    <a:pt x="2506" y="539"/>
                    <a:pt x="2211" y="489"/>
                    <a:pt x="1916" y="489"/>
                  </a:cubicBezTo>
                  <a:cubicBezTo>
                    <a:pt x="1619" y="489"/>
                    <a:pt x="1323" y="539"/>
                    <a:pt x="1026" y="638"/>
                  </a:cubicBezTo>
                  <a:cubicBezTo>
                    <a:pt x="694" y="749"/>
                    <a:pt x="299" y="1276"/>
                    <a:pt x="289" y="1624"/>
                  </a:cubicBezTo>
                  <a:cubicBezTo>
                    <a:pt x="287" y="1663"/>
                    <a:pt x="304" y="1702"/>
                    <a:pt x="302" y="1741"/>
                  </a:cubicBezTo>
                  <a:cubicBezTo>
                    <a:pt x="299" y="1881"/>
                    <a:pt x="308" y="2020"/>
                    <a:pt x="286" y="2155"/>
                  </a:cubicBezTo>
                  <a:cubicBezTo>
                    <a:pt x="223" y="2535"/>
                    <a:pt x="148" y="2911"/>
                    <a:pt x="76" y="3288"/>
                  </a:cubicBezTo>
                  <a:cubicBezTo>
                    <a:pt x="14" y="3599"/>
                    <a:pt x="32" y="3908"/>
                    <a:pt x="98" y="4215"/>
                  </a:cubicBezTo>
                  <a:cubicBezTo>
                    <a:pt x="179" y="4589"/>
                    <a:pt x="170" y="4964"/>
                    <a:pt x="142" y="5344"/>
                  </a:cubicBezTo>
                  <a:cubicBezTo>
                    <a:pt x="86" y="6089"/>
                    <a:pt x="34" y="6838"/>
                    <a:pt x="13" y="7585"/>
                  </a:cubicBezTo>
                  <a:cubicBezTo>
                    <a:pt x="1" y="7975"/>
                    <a:pt x="25" y="8372"/>
                    <a:pt x="92" y="8754"/>
                  </a:cubicBezTo>
                  <a:cubicBezTo>
                    <a:pt x="263" y="9723"/>
                    <a:pt x="565" y="10657"/>
                    <a:pt x="967" y="11555"/>
                  </a:cubicBezTo>
                  <a:cubicBezTo>
                    <a:pt x="1104" y="11860"/>
                    <a:pt x="1248" y="12159"/>
                    <a:pt x="1566" y="12315"/>
                  </a:cubicBezTo>
                  <a:lnTo>
                    <a:pt x="1566" y="12408"/>
                  </a:lnTo>
                  <a:cubicBezTo>
                    <a:pt x="1549" y="13555"/>
                    <a:pt x="1519" y="14702"/>
                    <a:pt x="1524" y="15848"/>
                  </a:cubicBezTo>
                  <a:cubicBezTo>
                    <a:pt x="1527" y="16666"/>
                    <a:pt x="1459" y="17476"/>
                    <a:pt x="1402" y="18289"/>
                  </a:cubicBezTo>
                  <a:cubicBezTo>
                    <a:pt x="1398" y="18337"/>
                    <a:pt x="1429" y="18409"/>
                    <a:pt x="1468" y="18438"/>
                  </a:cubicBezTo>
                  <a:cubicBezTo>
                    <a:pt x="1612" y="18544"/>
                    <a:pt x="1756" y="18660"/>
                    <a:pt x="1917" y="18726"/>
                  </a:cubicBezTo>
                  <a:cubicBezTo>
                    <a:pt x="2179" y="18836"/>
                    <a:pt x="2451" y="18938"/>
                    <a:pt x="2729" y="18990"/>
                  </a:cubicBezTo>
                  <a:cubicBezTo>
                    <a:pt x="3275" y="19092"/>
                    <a:pt x="3827" y="19164"/>
                    <a:pt x="4378" y="19238"/>
                  </a:cubicBezTo>
                  <a:cubicBezTo>
                    <a:pt x="4577" y="19265"/>
                    <a:pt x="4778" y="19278"/>
                    <a:pt x="4978" y="19278"/>
                  </a:cubicBezTo>
                  <a:cubicBezTo>
                    <a:pt x="5242" y="19278"/>
                    <a:pt x="5505" y="19255"/>
                    <a:pt x="5765" y="19211"/>
                  </a:cubicBezTo>
                  <a:cubicBezTo>
                    <a:pt x="6255" y="19127"/>
                    <a:pt x="6738" y="19011"/>
                    <a:pt x="7221" y="18894"/>
                  </a:cubicBezTo>
                  <a:cubicBezTo>
                    <a:pt x="7528" y="18819"/>
                    <a:pt x="7832" y="18720"/>
                    <a:pt x="8135" y="18625"/>
                  </a:cubicBezTo>
                  <a:cubicBezTo>
                    <a:pt x="8403" y="18541"/>
                    <a:pt x="8562" y="18373"/>
                    <a:pt x="8553" y="18073"/>
                  </a:cubicBezTo>
                  <a:cubicBezTo>
                    <a:pt x="8550" y="18001"/>
                    <a:pt x="8576" y="17929"/>
                    <a:pt x="8577" y="17857"/>
                  </a:cubicBezTo>
                  <a:cubicBezTo>
                    <a:pt x="8594" y="16969"/>
                    <a:pt x="8613" y="16081"/>
                    <a:pt x="8621" y="15192"/>
                  </a:cubicBezTo>
                  <a:cubicBezTo>
                    <a:pt x="8625" y="14636"/>
                    <a:pt x="8615" y="14079"/>
                    <a:pt x="8606" y="13521"/>
                  </a:cubicBezTo>
                  <a:cubicBezTo>
                    <a:pt x="8598" y="13011"/>
                    <a:pt x="8583" y="12501"/>
                    <a:pt x="8570" y="11991"/>
                  </a:cubicBezTo>
                  <a:cubicBezTo>
                    <a:pt x="8567" y="11911"/>
                    <a:pt x="8598" y="11859"/>
                    <a:pt x="8652" y="11801"/>
                  </a:cubicBezTo>
                  <a:cubicBezTo>
                    <a:pt x="8774" y="11671"/>
                    <a:pt x="8885" y="11530"/>
                    <a:pt x="8993" y="11387"/>
                  </a:cubicBezTo>
                  <a:cubicBezTo>
                    <a:pt x="9239" y="11059"/>
                    <a:pt x="9463" y="10712"/>
                    <a:pt x="9725" y="10399"/>
                  </a:cubicBezTo>
                  <a:cubicBezTo>
                    <a:pt x="10099" y="9959"/>
                    <a:pt x="10499" y="9542"/>
                    <a:pt x="10889" y="9117"/>
                  </a:cubicBezTo>
                  <a:cubicBezTo>
                    <a:pt x="11311" y="8658"/>
                    <a:pt x="11635" y="8137"/>
                    <a:pt x="11860" y="7558"/>
                  </a:cubicBezTo>
                  <a:cubicBezTo>
                    <a:pt x="11878" y="7515"/>
                    <a:pt x="11893" y="7468"/>
                    <a:pt x="11893" y="7423"/>
                  </a:cubicBezTo>
                  <a:cubicBezTo>
                    <a:pt x="11884" y="7080"/>
                    <a:pt x="11893" y="6738"/>
                    <a:pt x="11790" y="6400"/>
                  </a:cubicBezTo>
                  <a:cubicBezTo>
                    <a:pt x="11641" y="5912"/>
                    <a:pt x="11509" y="5419"/>
                    <a:pt x="11398" y="4922"/>
                  </a:cubicBezTo>
                  <a:cubicBezTo>
                    <a:pt x="11325" y="4587"/>
                    <a:pt x="11295" y="4242"/>
                    <a:pt x="11254" y="3900"/>
                  </a:cubicBezTo>
                  <a:cubicBezTo>
                    <a:pt x="11229" y="3680"/>
                    <a:pt x="11136" y="3527"/>
                    <a:pt x="10907" y="3474"/>
                  </a:cubicBezTo>
                  <a:cubicBezTo>
                    <a:pt x="10856" y="3462"/>
                    <a:pt x="10808" y="3437"/>
                    <a:pt x="10760" y="3416"/>
                  </a:cubicBezTo>
                  <a:cubicBezTo>
                    <a:pt x="10677" y="3380"/>
                    <a:pt x="10596" y="3363"/>
                    <a:pt x="10517" y="3363"/>
                  </a:cubicBezTo>
                  <a:cubicBezTo>
                    <a:pt x="10391" y="3363"/>
                    <a:pt x="10271" y="3405"/>
                    <a:pt x="10154" y="3482"/>
                  </a:cubicBezTo>
                  <a:cubicBezTo>
                    <a:pt x="10096" y="3522"/>
                    <a:pt x="10037" y="3564"/>
                    <a:pt x="9958" y="3621"/>
                  </a:cubicBezTo>
                  <a:cubicBezTo>
                    <a:pt x="9851" y="3387"/>
                    <a:pt x="9926" y="3188"/>
                    <a:pt x="9979" y="2983"/>
                  </a:cubicBezTo>
                  <a:cubicBezTo>
                    <a:pt x="10012" y="2851"/>
                    <a:pt x="10133" y="2850"/>
                    <a:pt x="10220" y="2802"/>
                  </a:cubicBezTo>
                  <a:cubicBezTo>
                    <a:pt x="10450" y="2677"/>
                    <a:pt x="10676" y="2209"/>
                    <a:pt x="10628" y="1951"/>
                  </a:cubicBezTo>
                  <a:cubicBezTo>
                    <a:pt x="10622" y="1926"/>
                    <a:pt x="10616" y="1899"/>
                    <a:pt x="10607" y="1875"/>
                  </a:cubicBezTo>
                  <a:cubicBezTo>
                    <a:pt x="10463" y="1542"/>
                    <a:pt x="10270" y="1243"/>
                    <a:pt x="9986" y="1012"/>
                  </a:cubicBezTo>
                  <a:cubicBezTo>
                    <a:pt x="9797" y="856"/>
                    <a:pt x="9582" y="779"/>
                    <a:pt x="9347" y="779"/>
                  </a:cubicBezTo>
                  <a:cubicBezTo>
                    <a:pt x="9301" y="779"/>
                    <a:pt x="9254" y="782"/>
                    <a:pt x="9206" y="788"/>
                  </a:cubicBezTo>
                  <a:cubicBezTo>
                    <a:pt x="9129" y="797"/>
                    <a:pt x="9051" y="800"/>
                    <a:pt x="8981" y="805"/>
                  </a:cubicBezTo>
                  <a:cubicBezTo>
                    <a:pt x="8961" y="772"/>
                    <a:pt x="8946" y="757"/>
                    <a:pt x="8940" y="739"/>
                  </a:cubicBezTo>
                  <a:cubicBezTo>
                    <a:pt x="8867" y="484"/>
                    <a:pt x="8679" y="362"/>
                    <a:pt x="8441" y="274"/>
                  </a:cubicBezTo>
                  <a:cubicBezTo>
                    <a:pt x="7949" y="92"/>
                    <a:pt x="7441" y="25"/>
                    <a:pt x="6921" y="2"/>
                  </a:cubicBezTo>
                  <a:cubicBezTo>
                    <a:pt x="6891" y="1"/>
                    <a:pt x="6861" y="0"/>
                    <a:pt x="6832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33"/>
            <p:cNvGrpSpPr/>
            <p:nvPr/>
          </p:nvGrpSpPr>
          <p:grpSpPr>
            <a:xfrm>
              <a:off x="2824967" y="566857"/>
              <a:ext cx="840508" cy="1362495"/>
              <a:chOff x="1683825" y="1246400"/>
              <a:chExt cx="297325" cy="481975"/>
            </a:xfrm>
          </p:grpSpPr>
          <p:sp>
            <p:nvSpPr>
              <p:cNvPr id="262" name="Google Shape;262;p33"/>
              <p:cNvSpPr/>
              <p:nvPr/>
            </p:nvSpPr>
            <p:spPr>
              <a:xfrm>
                <a:off x="1834525" y="1250625"/>
                <a:ext cx="73150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1877" extrusionOk="0">
                    <a:moveTo>
                      <a:pt x="995" y="0"/>
                    </a:moveTo>
                    <a:cubicBezTo>
                      <a:pt x="969" y="0"/>
                      <a:pt x="943" y="1"/>
                      <a:pt x="916" y="1"/>
                    </a:cubicBezTo>
                    <a:cubicBezTo>
                      <a:pt x="854" y="1"/>
                      <a:pt x="792" y="3"/>
                      <a:pt x="731" y="3"/>
                    </a:cubicBezTo>
                    <a:cubicBezTo>
                      <a:pt x="700" y="3"/>
                      <a:pt x="669" y="2"/>
                      <a:pt x="639" y="1"/>
                    </a:cubicBezTo>
                    <a:cubicBezTo>
                      <a:pt x="631" y="1"/>
                      <a:pt x="623" y="1"/>
                      <a:pt x="616" y="1"/>
                    </a:cubicBezTo>
                    <a:cubicBezTo>
                      <a:pt x="405" y="1"/>
                      <a:pt x="240" y="101"/>
                      <a:pt x="94" y="244"/>
                    </a:cubicBezTo>
                    <a:cubicBezTo>
                      <a:pt x="19" y="319"/>
                      <a:pt x="1" y="388"/>
                      <a:pt x="40" y="492"/>
                    </a:cubicBezTo>
                    <a:cubicBezTo>
                      <a:pt x="127" y="724"/>
                      <a:pt x="152" y="964"/>
                      <a:pt x="100" y="1214"/>
                    </a:cubicBezTo>
                    <a:cubicBezTo>
                      <a:pt x="58" y="1416"/>
                      <a:pt x="88" y="1470"/>
                      <a:pt x="294" y="1535"/>
                    </a:cubicBezTo>
                    <a:cubicBezTo>
                      <a:pt x="609" y="1634"/>
                      <a:pt x="931" y="1707"/>
                      <a:pt x="1248" y="1803"/>
                    </a:cubicBezTo>
                    <a:cubicBezTo>
                      <a:pt x="1417" y="1856"/>
                      <a:pt x="1586" y="1877"/>
                      <a:pt x="1755" y="1877"/>
                    </a:cubicBezTo>
                    <a:cubicBezTo>
                      <a:pt x="1952" y="1877"/>
                      <a:pt x="2149" y="1848"/>
                      <a:pt x="2346" y="1808"/>
                    </a:cubicBezTo>
                    <a:cubicBezTo>
                      <a:pt x="2462" y="1784"/>
                      <a:pt x="2561" y="1728"/>
                      <a:pt x="2616" y="1623"/>
                    </a:cubicBezTo>
                    <a:cubicBezTo>
                      <a:pt x="2688" y="1484"/>
                      <a:pt x="2769" y="1343"/>
                      <a:pt x="2808" y="1193"/>
                    </a:cubicBezTo>
                    <a:cubicBezTo>
                      <a:pt x="2925" y="745"/>
                      <a:pt x="2712" y="379"/>
                      <a:pt x="2277" y="232"/>
                    </a:cubicBezTo>
                    <a:cubicBezTo>
                      <a:pt x="1861" y="93"/>
                      <a:pt x="1437" y="0"/>
                      <a:pt x="995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3"/>
              <p:cNvSpPr/>
              <p:nvPr/>
            </p:nvSpPr>
            <p:spPr>
              <a:xfrm>
                <a:off x="1894175" y="1269575"/>
                <a:ext cx="5310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820" extrusionOk="0">
                    <a:moveTo>
                      <a:pt x="906" y="1"/>
                    </a:moveTo>
                    <a:cubicBezTo>
                      <a:pt x="899" y="1"/>
                      <a:pt x="892" y="1"/>
                      <a:pt x="884" y="1"/>
                    </a:cubicBezTo>
                    <a:cubicBezTo>
                      <a:pt x="659" y="7"/>
                      <a:pt x="635" y="46"/>
                      <a:pt x="607" y="266"/>
                    </a:cubicBezTo>
                    <a:cubicBezTo>
                      <a:pt x="563" y="619"/>
                      <a:pt x="455" y="940"/>
                      <a:pt x="136" y="1146"/>
                    </a:cubicBezTo>
                    <a:cubicBezTo>
                      <a:pt x="103" y="1167"/>
                      <a:pt x="71" y="1191"/>
                      <a:pt x="1" y="1240"/>
                    </a:cubicBezTo>
                    <a:cubicBezTo>
                      <a:pt x="98" y="1320"/>
                      <a:pt x="152" y="1377"/>
                      <a:pt x="217" y="1414"/>
                    </a:cubicBezTo>
                    <a:cubicBezTo>
                      <a:pt x="359" y="1498"/>
                      <a:pt x="508" y="1572"/>
                      <a:pt x="653" y="1650"/>
                    </a:cubicBezTo>
                    <a:cubicBezTo>
                      <a:pt x="864" y="1765"/>
                      <a:pt x="1083" y="1820"/>
                      <a:pt x="1320" y="1820"/>
                    </a:cubicBezTo>
                    <a:cubicBezTo>
                      <a:pt x="1346" y="1820"/>
                      <a:pt x="1372" y="1819"/>
                      <a:pt x="1399" y="1818"/>
                    </a:cubicBezTo>
                    <a:cubicBezTo>
                      <a:pt x="1650" y="1807"/>
                      <a:pt x="1852" y="1728"/>
                      <a:pt x="1971" y="1495"/>
                    </a:cubicBezTo>
                    <a:cubicBezTo>
                      <a:pt x="2100" y="1248"/>
                      <a:pt x="2124" y="1005"/>
                      <a:pt x="1951" y="766"/>
                    </a:cubicBezTo>
                    <a:cubicBezTo>
                      <a:pt x="1897" y="691"/>
                      <a:pt x="1852" y="609"/>
                      <a:pt x="1803" y="531"/>
                    </a:cubicBezTo>
                    <a:cubicBezTo>
                      <a:pt x="1671" y="323"/>
                      <a:pt x="1497" y="158"/>
                      <a:pt x="1270" y="68"/>
                    </a:cubicBezTo>
                    <a:cubicBezTo>
                      <a:pt x="1157" y="24"/>
                      <a:pt x="1029" y="1"/>
                      <a:pt x="906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3"/>
              <p:cNvSpPr/>
              <p:nvPr/>
            </p:nvSpPr>
            <p:spPr>
              <a:xfrm>
                <a:off x="1686900" y="1291450"/>
                <a:ext cx="290500" cy="432775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7311" extrusionOk="0">
                    <a:moveTo>
                      <a:pt x="2096" y="521"/>
                    </a:moveTo>
                    <a:lnTo>
                      <a:pt x="2096" y="521"/>
                    </a:lnTo>
                    <a:cubicBezTo>
                      <a:pt x="1951" y="672"/>
                      <a:pt x="1723" y="754"/>
                      <a:pt x="1509" y="754"/>
                    </a:cubicBezTo>
                    <a:cubicBezTo>
                      <a:pt x="1343" y="754"/>
                      <a:pt x="1185" y="705"/>
                      <a:pt x="1082" y="601"/>
                    </a:cubicBezTo>
                    <a:lnTo>
                      <a:pt x="1082" y="601"/>
                    </a:lnTo>
                    <a:cubicBezTo>
                      <a:pt x="1220" y="615"/>
                      <a:pt x="1358" y="627"/>
                      <a:pt x="1494" y="627"/>
                    </a:cubicBezTo>
                    <a:cubicBezTo>
                      <a:pt x="1698" y="627"/>
                      <a:pt x="1899" y="601"/>
                      <a:pt x="2096" y="521"/>
                    </a:cubicBezTo>
                    <a:close/>
                    <a:moveTo>
                      <a:pt x="4372" y="907"/>
                    </a:moveTo>
                    <a:cubicBezTo>
                      <a:pt x="4412" y="910"/>
                      <a:pt x="4451" y="913"/>
                      <a:pt x="4491" y="916"/>
                    </a:cubicBezTo>
                    <a:lnTo>
                      <a:pt x="4491" y="949"/>
                    </a:lnTo>
                    <a:cubicBezTo>
                      <a:pt x="4451" y="950"/>
                      <a:pt x="4410" y="952"/>
                      <a:pt x="4369" y="953"/>
                    </a:cubicBezTo>
                    <a:cubicBezTo>
                      <a:pt x="4369" y="938"/>
                      <a:pt x="4371" y="922"/>
                      <a:pt x="4372" y="907"/>
                    </a:cubicBezTo>
                    <a:close/>
                    <a:moveTo>
                      <a:pt x="5376" y="2687"/>
                    </a:moveTo>
                    <a:cubicBezTo>
                      <a:pt x="5419" y="2687"/>
                      <a:pt x="5463" y="2691"/>
                      <a:pt x="5507" y="2698"/>
                    </a:cubicBezTo>
                    <a:cubicBezTo>
                      <a:pt x="5370" y="2765"/>
                      <a:pt x="5224" y="2783"/>
                      <a:pt x="5076" y="2783"/>
                    </a:cubicBezTo>
                    <a:cubicBezTo>
                      <a:pt x="5045" y="2783"/>
                      <a:pt x="5013" y="2782"/>
                      <a:pt x="4982" y="2781"/>
                    </a:cubicBezTo>
                    <a:cubicBezTo>
                      <a:pt x="5109" y="2723"/>
                      <a:pt x="5240" y="2687"/>
                      <a:pt x="5376" y="2687"/>
                    </a:cubicBezTo>
                    <a:close/>
                    <a:moveTo>
                      <a:pt x="5888" y="2339"/>
                    </a:moveTo>
                    <a:cubicBezTo>
                      <a:pt x="5984" y="2339"/>
                      <a:pt x="6079" y="2340"/>
                      <a:pt x="6175" y="2340"/>
                    </a:cubicBezTo>
                    <a:cubicBezTo>
                      <a:pt x="6260" y="2340"/>
                      <a:pt x="6346" y="2370"/>
                      <a:pt x="6464" y="2392"/>
                    </a:cubicBezTo>
                    <a:cubicBezTo>
                      <a:pt x="5991" y="2418"/>
                      <a:pt x="5555" y="2427"/>
                      <a:pt x="5123" y="2470"/>
                    </a:cubicBezTo>
                    <a:cubicBezTo>
                      <a:pt x="4692" y="2514"/>
                      <a:pt x="4266" y="2610"/>
                      <a:pt x="3838" y="2814"/>
                    </a:cubicBezTo>
                    <a:cubicBezTo>
                      <a:pt x="3880" y="2658"/>
                      <a:pt x="3975" y="2628"/>
                      <a:pt x="4063" y="2595"/>
                    </a:cubicBezTo>
                    <a:cubicBezTo>
                      <a:pt x="4407" y="2472"/>
                      <a:pt x="4761" y="2385"/>
                      <a:pt x="5124" y="2359"/>
                    </a:cubicBezTo>
                    <a:cubicBezTo>
                      <a:pt x="5377" y="2342"/>
                      <a:pt x="5633" y="2339"/>
                      <a:pt x="5888" y="2339"/>
                    </a:cubicBezTo>
                    <a:close/>
                    <a:moveTo>
                      <a:pt x="5645" y="1735"/>
                    </a:moveTo>
                    <a:cubicBezTo>
                      <a:pt x="5802" y="1735"/>
                      <a:pt x="5959" y="1741"/>
                      <a:pt x="6118" y="1756"/>
                    </a:cubicBezTo>
                    <a:cubicBezTo>
                      <a:pt x="6397" y="1782"/>
                      <a:pt x="6955" y="1911"/>
                      <a:pt x="7172" y="2032"/>
                    </a:cubicBezTo>
                    <a:cubicBezTo>
                      <a:pt x="7030" y="2005"/>
                      <a:pt x="6886" y="1989"/>
                      <a:pt x="6746" y="1951"/>
                    </a:cubicBezTo>
                    <a:cubicBezTo>
                      <a:pt x="6412" y="1858"/>
                      <a:pt x="6073" y="1816"/>
                      <a:pt x="5729" y="1816"/>
                    </a:cubicBezTo>
                    <a:cubicBezTo>
                      <a:pt x="5695" y="1816"/>
                      <a:pt x="5661" y="1817"/>
                      <a:pt x="5627" y="1818"/>
                    </a:cubicBezTo>
                    <a:cubicBezTo>
                      <a:pt x="4869" y="1836"/>
                      <a:pt x="4123" y="1936"/>
                      <a:pt x="3403" y="2182"/>
                    </a:cubicBezTo>
                    <a:cubicBezTo>
                      <a:pt x="2994" y="2320"/>
                      <a:pt x="2611" y="2514"/>
                      <a:pt x="2252" y="2755"/>
                    </a:cubicBezTo>
                    <a:cubicBezTo>
                      <a:pt x="2210" y="2782"/>
                      <a:pt x="2165" y="2805"/>
                      <a:pt x="2120" y="2832"/>
                    </a:cubicBezTo>
                    <a:cubicBezTo>
                      <a:pt x="2074" y="2746"/>
                      <a:pt x="2120" y="2703"/>
                      <a:pt x="2168" y="2668"/>
                    </a:cubicBezTo>
                    <a:cubicBezTo>
                      <a:pt x="2263" y="2598"/>
                      <a:pt x="2359" y="2526"/>
                      <a:pt x="2462" y="2467"/>
                    </a:cubicBezTo>
                    <a:cubicBezTo>
                      <a:pt x="2974" y="2178"/>
                      <a:pt x="3526" y="2004"/>
                      <a:pt x="4104" y="1900"/>
                    </a:cubicBezTo>
                    <a:cubicBezTo>
                      <a:pt x="4615" y="1807"/>
                      <a:pt x="5127" y="1735"/>
                      <a:pt x="5645" y="1735"/>
                    </a:cubicBezTo>
                    <a:close/>
                    <a:moveTo>
                      <a:pt x="5828" y="1"/>
                    </a:moveTo>
                    <a:cubicBezTo>
                      <a:pt x="5682" y="101"/>
                      <a:pt x="5550" y="202"/>
                      <a:pt x="5408" y="286"/>
                    </a:cubicBezTo>
                    <a:cubicBezTo>
                      <a:pt x="5226" y="394"/>
                      <a:pt x="5039" y="493"/>
                      <a:pt x="4851" y="589"/>
                    </a:cubicBezTo>
                    <a:cubicBezTo>
                      <a:pt x="4641" y="696"/>
                      <a:pt x="4424" y="778"/>
                      <a:pt x="4192" y="778"/>
                    </a:cubicBezTo>
                    <a:cubicBezTo>
                      <a:pt x="4126" y="778"/>
                      <a:pt x="4060" y="771"/>
                      <a:pt x="3991" y="757"/>
                    </a:cubicBezTo>
                    <a:cubicBezTo>
                      <a:pt x="3952" y="749"/>
                      <a:pt x="3919" y="721"/>
                      <a:pt x="3844" y="680"/>
                    </a:cubicBezTo>
                    <a:cubicBezTo>
                      <a:pt x="3934" y="649"/>
                      <a:pt x="4012" y="643"/>
                      <a:pt x="4083" y="643"/>
                    </a:cubicBezTo>
                    <a:cubicBezTo>
                      <a:pt x="4130" y="643"/>
                      <a:pt x="4174" y="645"/>
                      <a:pt x="4218" y="645"/>
                    </a:cubicBezTo>
                    <a:cubicBezTo>
                      <a:pt x="4231" y="645"/>
                      <a:pt x="4244" y="645"/>
                      <a:pt x="4257" y="644"/>
                    </a:cubicBezTo>
                    <a:cubicBezTo>
                      <a:pt x="4386" y="638"/>
                      <a:pt x="4514" y="638"/>
                      <a:pt x="4622" y="533"/>
                    </a:cubicBezTo>
                    <a:lnTo>
                      <a:pt x="4622" y="533"/>
                    </a:lnTo>
                    <a:cubicBezTo>
                      <a:pt x="4574" y="538"/>
                      <a:pt x="4526" y="540"/>
                      <a:pt x="4480" y="540"/>
                    </a:cubicBezTo>
                    <a:cubicBezTo>
                      <a:pt x="3965" y="540"/>
                      <a:pt x="3515" y="297"/>
                      <a:pt x="3043" y="119"/>
                    </a:cubicBezTo>
                    <a:cubicBezTo>
                      <a:pt x="3030" y="163"/>
                      <a:pt x="3018" y="187"/>
                      <a:pt x="3015" y="212"/>
                    </a:cubicBezTo>
                    <a:cubicBezTo>
                      <a:pt x="2973" y="553"/>
                      <a:pt x="2932" y="895"/>
                      <a:pt x="2887" y="1235"/>
                    </a:cubicBezTo>
                    <a:cubicBezTo>
                      <a:pt x="2868" y="1390"/>
                      <a:pt x="2869" y="1539"/>
                      <a:pt x="2928" y="1686"/>
                    </a:cubicBezTo>
                    <a:cubicBezTo>
                      <a:pt x="2943" y="1726"/>
                      <a:pt x="2929" y="1777"/>
                      <a:pt x="2929" y="1854"/>
                    </a:cubicBezTo>
                    <a:cubicBezTo>
                      <a:pt x="2820" y="1762"/>
                      <a:pt x="2794" y="1662"/>
                      <a:pt x="2785" y="1569"/>
                    </a:cubicBezTo>
                    <a:cubicBezTo>
                      <a:pt x="2770" y="1413"/>
                      <a:pt x="2769" y="1251"/>
                      <a:pt x="2781" y="1093"/>
                    </a:cubicBezTo>
                    <a:cubicBezTo>
                      <a:pt x="2803" y="809"/>
                      <a:pt x="2842" y="527"/>
                      <a:pt x="2869" y="244"/>
                    </a:cubicBezTo>
                    <a:cubicBezTo>
                      <a:pt x="2874" y="197"/>
                      <a:pt x="2860" y="148"/>
                      <a:pt x="2853" y="77"/>
                    </a:cubicBezTo>
                    <a:cubicBezTo>
                      <a:pt x="2396" y="364"/>
                      <a:pt x="1936" y="495"/>
                      <a:pt x="1471" y="495"/>
                    </a:cubicBezTo>
                    <a:cubicBezTo>
                      <a:pt x="1091" y="495"/>
                      <a:pt x="707" y="408"/>
                      <a:pt x="317" y="245"/>
                    </a:cubicBezTo>
                    <a:cubicBezTo>
                      <a:pt x="299" y="296"/>
                      <a:pt x="276" y="343"/>
                      <a:pt x="266" y="394"/>
                    </a:cubicBezTo>
                    <a:cubicBezTo>
                      <a:pt x="204" y="712"/>
                      <a:pt x="152" y="1031"/>
                      <a:pt x="86" y="1348"/>
                    </a:cubicBezTo>
                    <a:cubicBezTo>
                      <a:pt x="0" y="1761"/>
                      <a:pt x="26" y="2163"/>
                      <a:pt x="129" y="2568"/>
                    </a:cubicBezTo>
                    <a:cubicBezTo>
                      <a:pt x="168" y="2719"/>
                      <a:pt x="180" y="2883"/>
                      <a:pt x="171" y="3039"/>
                    </a:cubicBezTo>
                    <a:cubicBezTo>
                      <a:pt x="150" y="3416"/>
                      <a:pt x="95" y="3791"/>
                      <a:pt x="80" y="4167"/>
                    </a:cubicBezTo>
                    <a:cubicBezTo>
                      <a:pt x="50" y="4843"/>
                      <a:pt x="35" y="5519"/>
                      <a:pt x="26" y="6194"/>
                    </a:cubicBezTo>
                    <a:cubicBezTo>
                      <a:pt x="23" y="6425"/>
                      <a:pt x="39" y="6661"/>
                      <a:pt x="83" y="6886"/>
                    </a:cubicBezTo>
                    <a:cubicBezTo>
                      <a:pt x="267" y="7825"/>
                      <a:pt x="533" y="8741"/>
                      <a:pt x="926" y="9614"/>
                    </a:cubicBezTo>
                    <a:cubicBezTo>
                      <a:pt x="1201" y="10223"/>
                      <a:pt x="1105" y="10141"/>
                      <a:pt x="1652" y="10519"/>
                    </a:cubicBezTo>
                    <a:cubicBezTo>
                      <a:pt x="1667" y="10531"/>
                      <a:pt x="1687" y="10541"/>
                      <a:pt x="1699" y="10556"/>
                    </a:cubicBezTo>
                    <a:cubicBezTo>
                      <a:pt x="1721" y="10582"/>
                      <a:pt x="1739" y="10612"/>
                      <a:pt x="1780" y="10669"/>
                    </a:cubicBezTo>
                    <a:cubicBezTo>
                      <a:pt x="1691" y="10657"/>
                      <a:pt x="1639" y="10651"/>
                      <a:pt x="1588" y="10643"/>
                    </a:cubicBezTo>
                    <a:cubicBezTo>
                      <a:pt x="1571" y="11371"/>
                      <a:pt x="1546" y="12087"/>
                      <a:pt x="1541" y="12802"/>
                    </a:cubicBezTo>
                    <a:cubicBezTo>
                      <a:pt x="1534" y="13937"/>
                      <a:pt x="1580" y="15071"/>
                      <a:pt x="1433" y="16199"/>
                    </a:cubicBezTo>
                    <a:cubicBezTo>
                      <a:pt x="1393" y="16504"/>
                      <a:pt x="1528" y="16636"/>
                      <a:pt x="1759" y="16745"/>
                    </a:cubicBezTo>
                    <a:cubicBezTo>
                      <a:pt x="1795" y="16763"/>
                      <a:pt x="1831" y="16783"/>
                      <a:pt x="1868" y="16795"/>
                    </a:cubicBezTo>
                    <a:cubicBezTo>
                      <a:pt x="2132" y="16879"/>
                      <a:pt x="2393" y="16979"/>
                      <a:pt x="2664" y="17040"/>
                    </a:cubicBezTo>
                    <a:cubicBezTo>
                      <a:pt x="2980" y="17109"/>
                      <a:pt x="3306" y="17142"/>
                      <a:pt x="3625" y="17194"/>
                    </a:cubicBezTo>
                    <a:cubicBezTo>
                      <a:pt x="4031" y="17261"/>
                      <a:pt x="4436" y="17310"/>
                      <a:pt x="4845" y="17310"/>
                    </a:cubicBezTo>
                    <a:cubicBezTo>
                      <a:pt x="4979" y="17310"/>
                      <a:pt x="5114" y="17305"/>
                      <a:pt x="5249" y="17293"/>
                    </a:cubicBezTo>
                    <a:cubicBezTo>
                      <a:pt x="6140" y="17217"/>
                      <a:pt x="6995" y="16976"/>
                      <a:pt x="7843" y="16714"/>
                    </a:cubicBezTo>
                    <a:cubicBezTo>
                      <a:pt x="8227" y="16594"/>
                      <a:pt x="8292" y="16487"/>
                      <a:pt x="8308" y="16078"/>
                    </a:cubicBezTo>
                    <a:cubicBezTo>
                      <a:pt x="8325" y="15680"/>
                      <a:pt x="8346" y="15283"/>
                      <a:pt x="8344" y="14886"/>
                    </a:cubicBezTo>
                    <a:cubicBezTo>
                      <a:pt x="8340" y="13366"/>
                      <a:pt x="8326" y="11848"/>
                      <a:pt x="8314" y="10330"/>
                    </a:cubicBezTo>
                    <a:cubicBezTo>
                      <a:pt x="8314" y="10289"/>
                      <a:pt x="8301" y="10249"/>
                      <a:pt x="8290" y="10196"/>
                    </a:cubicBezTo>
                    <a:cubicBezTo>
                      <a:pt x="8217" y="10244"/>
                      <a:pt x="8164" y="10283"/>
                      <a:pt x="8107" y="10319"/>
                    </a:cubicBezTo>
                    <a:cubicBezTo>
                      <a:pt x="7415" y="10762"/>
                      <a:pt x="6677" y="11098"/>
                      <a:pt x="5862" y="11245"/>
                    </a:cubicBezTo>
                    <a:cubicBezTo>
                      <a:pt x="5590" y="11294"/>
                      <a:pt x="5317" y="11312"/>
                      <a:pt x="5044" y="11312"/>
                    </a:cubicBezTo>
                    <a:cubicBezTo>
                      <a:pt x="4656" y="11312"/>
                      <a:pt x="4268" y="11276"/>
                      <a:pt x="3880" y="11240"/>
                    </a:cubicBezTo>
                    <a:cubicBezTo>
                      <a:pt x="3316" y="11188"/>
                      <a:pt x="2787" y="10981"/>
                      <a:pt x="2237" y="10859"/>
                    </a:cubicBezTo>
                    <a:cubicBezTo>
                      <a:pt x="2204" y="10852"/>
                      <a:pt x="2170" y="10840"/>
                      <a:pt x="2147" y="10819"/>
                    </a:cubicBezTo>
                    <a:cubicBezTo>
                      <a:pt x="2120" y="10798"/>
                      <a:pt x="2108" y="10763"/>
                      <a:pt x="2068" y="10700"/>
                    </a:cubicBezTo>
                    <a:lnTo>
                      <a:pt x="2068" y="10700"/>
                    </a:lnTo>
                    <a:cubicBezTo>
                      <a:pt x="2168" y="10714"/>
                      <a:pt x="2233" y="10717"/>
                      <a:pt x="2296" y="10732"/>
                    </a:cubicBezTo>
                    <a:cubicBezTo>
                      <a:pt x="2573" y="10798"/>
                      <a:pt x="2853" y="10856"/>
                      <a:pt x="3126" y="10936"/>
                    </a:cubicBezTo>
                    <a:cubicBezTo>
                      <a:pt x="3703" y="11104"/>
                      <a:pt x="4296" y="11155"/>
                      <a:pt x="4893" y="11170"/>
                    </a:cubicBezTo>
                    <a:cubicBezTo>
                      <a:pt x="5015" y="11173"/>
                      <a:pt x="5139" y="11179"/>
                      <a:pt x="5263" y="11179"/>
                    </a:cubicBezTo>
                    <a:cubicBezTo>
                      <a:pt x="5399" y="11179"/>
                      <a:pt x="5534" y="11172"/>
                      <a:pt x="5666" y="11150"/>
                    </a:cubicBezTo>
                    <a:cubicBezTo>
                      <a:pt x="6452" y="11023"/>
                      <a:pt x="7175" y="10715"/>
                      <a:pt x="7863" y="10315"/>
                    </a:cubicBezTo>
                    <a:cubicBezTo>
                      <a:pt x="8134" y="10156"/>
                      <a:pt x="8355" y="9936"/>
                      <a:pt x="8563" y="9711"/>
                    </a:cubicBezTo>
                    <a:cubicBezTo>
                      <a:pt x="8764" y="9494"/>
                      <a:pt x="8922" y="9237"/>
                      <a:pt x="9105" y="9002"/>
                    </a:cubicBezTo>
                    <a:cubicBezTo>
                      <a:pt x="9283" y="8771"/>
                      <a:pt x="9457" y="8537"/>
                      <a:pt x="9651" y="8319"/>
                    </a:cubicBezTo>
                    <a:cubicBezTo>
                      <a:pt x="9977" y="7951"/>
                      <a:pt x="10316" y="7596"/>
                      <a:pt x="10650" y="7237"/>
                    </a:cubicBezTo>
                    <a:cubicBezTo>
                      <a:pt x="11039" y="6820"/>
                      <a:pt x="11347" y="6353"/>
                      <a:pt x="11551" y="5819"/>
                    </a:cubicBezTo>
                    <a:cubicBezTo>
                      <a:pt x="11576" y="5752"/>
                      <a:pt x="11612" y="5681"/>
                      <a:pt x="11614" y="5611"/>
                    </a:cubicBezTo>
                    <a:cubicBezTo>
                      <a:pt x="11620" y="5248"/>
                      <a:pt x="11608" y="4888"/>
                      <a:pt x="11504" y="4530"/>
                    </a:cubicBezTo>
                    <a:cubicBezTo>
                      <a:pt x="11362" y="4035"/>
                      <a:pt x="11243" y="3533"/>
                      <a:pt x="11132" y="3030"/>
                    </a:cubicBezTo>
                    <a:cubicBezTo>
                      <a:pt x="11078" y="2785"/>
                      <a:pt x="11043" y="2532"/>
                      <a:pt x="11039" y="2281"/>
                    </a:cubicBezTo>
                    <a:cubicBezTo>
                      <a:pt x="11031" y="1959"/>
                      <a:pt x="10868" y="1809"/>
                      <a:pt x="10572" y="1741"/>
                    </a:cubicBezTo>
                    <a:cubicBezTo>
                      <a:pt x="10506" y="1726"/>
                      <a:pt x="10443" y="1717"/>
                      <a:pt x="10383" y="1717"/>
                    </a:cubicBezTo>
                    <a:cubicBezTo>
                      <a:pt x="10242" y="1717"/>
                      <a:pt x="10118" y="1764"/>
                      <a:pt x="10011" y="1885"/>
                    </a:cubicBezTo>
                    <a:cubicBezTo>
                      <a:pt x="9678" y="2257"/>
                      <a:pt x="9376" y="2652"/>
                      <a:pt x="9181" y="3117"/>
                    </a:cubicBezTo>
                    <a:cubicBezTo>
                      <a:pt x="9129" y="3243"/>
                      <a:pt x="9082" y="3386"/>
                      <a:pt x="9088" y="3518"/>
                    </a:cubicBezTo>
                    <a:cubicBezTo>
                      <a:pt x="9103" y="3975"/>
                      <a:pt x="9081" y="4433"/>
                      <a:pt x="9165" y="4886"/>
                    </a:cubicBezTo>
                    <a:cubicBezTo>
                      <a:pt x="9199" y="5075"/>
                      <a:pt x="9186" y="5266"/>
                      <a:pt x="9118" y="5468"/>
                    </a:cubicBezTo>
                    <a:cubicBezTo>
                      <a:pt x="9067" y="5435"/>
                      <a:pt x="9027" y="5410"/>
                      <a:pt x="8977" y="5378"/>
                    </a:cubicBezTo>
                    <a:cubicBezTo>
                      <a:pt x="8929" y="5441"/>
                      <a:pt x="8883" y="5497"/>
                      <a:pt x="8844" y="5557"/>
                    </a:cubicBezTo>
                    <a:cubicBezTo>
                      <a:pt x="8766" y="5678"/>
                      <a:pt x="8661" y="5737"/>
                      <a:pt x="8514" y="5740"/>
                    </a:cubicBezTo>
                    <a:cubicBezTo>
                      <a:pt x="8341" y="5743"/>
                      <a:pt x="8170" y="5770"/>
                      <a:pt x="7998" y="5771"/>
                    </a:cubicBezTo>
                    <a:cubicBezTo>
                      <a:pt x="7838" y="5773"/>
                      <a:pt x="7696" y="5815"/>
                      <a:pt x="7568" y="5906"/>
                    </a:cubicBezTo>
                    <a:cubicBezTo>
                      <a:pt x="7331" y="6074"/>
                      <a:pt x="7097" y="6248"/>
                      <a:pt x="6863" y="6421"/>
                    </a:cubicBezTo>
                    <a:cubicBezTo>
                      <a:pt x="6803" y="6464"/>
                      <a:pt x="6745" y="6513"/>
                      <a:pt x="6686" y="6558"/>
                    </a:cubicBezTo>
                    <a:cubicBezTo>
                      <a:pt x="6676" y="6547"/>
                      <a:pt x="6667" y="6538"/>
                      <a:pt x="6656" y="6528"/>
                    </a:cubicBezTo>
                    <a:cubicBezTo>
                      <a:pt x="6667" y="6506"/>
                      <a:pt x="6674" y="6482"/>
                      <a:pt x="6689" y="6466"/>
                    </a:cubicBezTo>
                    <a:cubicBezTo>
                      <a:pt x="6947" y="6188"/>
                      <a:pt x="7235" y="5944"/>
                      <a:pt x="7561" y="5749"/>
                    </a:cubicBezTo>
                    <a:cubicBezTo>
                      <a:pt x="7700" y="5666"/>
                      <a:pt x="7855" y="5630"/>
                      <a:pt x="8017" y="5629"/>
                    </a:cubicBezTo>
                    <a:cubicBezTo>
                      <a:pt x="8157" y="5627"/>
                      <a:pt x="8296" y="5620"/>
                      <a:pt x="8434" y="5617"/>
                    </a:cubicBezTo>
                    <a:cubicBezTo>
                      <a:pt x="8578" y="5612"/>
                      <a:pt x="8691" y="5554"/>
                      <a:pt x="8769" y="5434"/>
                    </a:cubicBezTo>
                    <a:cubicBezTo>
                      <a:pt x="8824" y="5350"/>
                      <a:pt x="8877" y="5266"/>
                      <a:pt x="8935" y="5186"/>
                    </a:cubicBezTo>
                    <a:cubicBezTo>
                      <a:pt x="9028" y="5062"/>
                      <a:pt x="9048" y="4927"/>
                      <a:pt x="9036" y="4774"/>
                    </a:cubicBezTo>
                    <a:cubicBezTo>
                      <a:pt x="9004" y="4398"/>
                      <a:pt x="8982" y="4020"/>
                      <a:pt x="8964" y="3644"/>
                    </a:cubicBezTo>
                    <a:cubicBezTo>
                      <a:pt x="8955" y="3389"/>
                      <a:pt x="8992" y="3140"/>
                      <a:pt x="9130" y="2917"/>
                    </a:cubicBezTo>
                    <a:cubicBezTo>
                      <a:pt x="9288" y="2665"/>
                      <a:pt x="9447" y="2413"/>
                      <a:pt x="9612" y="2167"/>
                    </a:cubicBezTo>
                    <a:cubicBezTo>
                      <a:pt x="9677" y="2073"/>
                      <a:pt x="9722" y="1981"/>
                      <a:pt x="9687" y="1872"/>
                    </a:cubicBezTo>
                    <a:cubicBezTo>
                      <a:pt x="9627" y="1681"/>
                      <a:pt x="9647" y="1492"/>
                      <a:pt x="9680" y="1302"/>
                    </a:cubicBezTo>
                    <a:cubicBezTo>
                      <a:pt x="9686" y="1260"/>
                      <a:pt x="9680" y="1214"/>
                      <a:pt x="9680" y="1162"/>
                    </a:cubicBezTo>
                    <a:cubicBezTo>
                      <a:pt x="9480" y="1191"/>
                      <a:pt x="9289" y="1278"/>
                      <a:pt x="9082" y="1278"/>
                    </a:cubicBezTo>
                    <a:cubicBezTo>
                      <a:pt x="8994" y="1278"/>
                      <a:pt x="8903" y="1262"/>
                      <a:pt x="8808" y="1220"/>
                    </a:cubicBezTo>
                    <a:cubicBezTo>
                      <a:pt x="8881" y="1190"/>
                      <a:pt x="8954" y="1187"/>
                      <a:pt x="9024" y="1187"/>
                    </a:cubicBezTo>
                    <a:cubicBezTo>
                      <a:pt x="9043" y="1187"/>
                      <a:pt x="9062" y="1187"/>
                      <a:pt x="9080" y="1187"/>
                    </a:cubicBezTo>
                    <a:cubicBezTo>
                      <a:pt x="9174" y="1187"/>
                      <a:pt x="9260" y="1181"/>
                      <a:pt x="9330" y="1105"/>
                    </a:cubicBezTo>
                    <a:cubicBezTo>
                      <a:pt x="8983" y="941"/>
                      <a:pt x="8635" y="776"/>
                      <a:pt x="8286" y="610"/>
                    </a:cubicBezTo>
                    <a:cubicBezTo>
                      <a:pt x="8212" y="737"/>
                      <a:pt x="8239" y="851"/>
                      <a:pt x="8253" y="971"/>
                    </a:cubicBezTo>
                    <a:cubicBezTo>
                      <a:pt x="8281" y="1207"/>
                      <a:pt x="8298" y="1446"/>
                      <a:pt x="8308" y="1683"/>
                    </a:cubicBezTo>
                    <a:cubicBezTo>
                      <a:pt x="8313" y="1776"/>
                      <a:pt x="8295" y="1873"/>
                      <a:pt x="8173" y="1920"/>
                    </a:cubicBezTo>
                    <a:cubicBezTo>
                      <a:pt x="8173" y="1725"/>
                      <a:pt x="8193" y="1545"/>
                      <a:pt x="8167" y="1371"/>
                    </a:cubicBezTo>
                    <a:cubicBezTo>
                      <a:pt x="8125" y="1075"/>
                      <a:pt x="8062" y="784"/>
                      <a:pt x="8137" y="485"/>
                    </a:cubicBezTo>
                    <a:cubicBezTo>
                      <a:pt x="8139" y="476"/>
                      <a:pt x="8125" y="463"/>
                      <a:pt x="8119" y="452"/>
                    </a:cubicBezTo>
                    <a:cubicBezTo>
                      <a:pt x="8109" y="450"/>
                      <a:pt x="8098" y="444"/>
                      <a:pt x="8087" y="444"/>
                    </a:cubicBezTo>
                    <a:cubicBezTo>
                      <a:pt x="8085" y="444"/>
                      <a:pt x="8082" y="444"/>
                      <a:pt x="8080" y="445"/>
                    </a:cubicBezTo>
                    <a:cubicBezTo>
                      <a:pt x="8026" y="464"/>
                      <a:pt x="7971" y="487"/>
                      <a:pt x="7917" y="511"/>
                    </a:cubicBezTo>
                    <a:cubicBezTo>
                      <a:pt x="7695" y="609"/>
                      <a:pt x="7470" y="647"/>
                      <a:pt x="7241" y="647"/>
                    </a:cubicBezTo>
                    <a:cubicBezTo>
                      <a:pt x="7083" y="647"/>
                      <a:pt x="6924" y="629"/>
                      <a:pt x="6764" y="601"/>
                    </a:cubicBezTo>
                    <a:cubicBezTo>
                      <a:pt x="6731" y="595"/>
                      <a:pt x="6704" y="562"/>
                      <a:pt x="6674" y="541"/>
                    </a:cubicBezTo>
                    <a:cubicBezTo>
                      <a:pt x="6784" y="526"/>
                      <a:pt x="6893" y="526"/>
                      <a:pt x="7001" y="526"/>
                    </a:cubicBezTo>
                    <a:cubicBezTo>
                      <a:pt x="7015" y="526"/>
                      <a:pt x="7028" y="526"/>
                      <a:pt x="7042" y="526"/>
                    </a:cubicBezTo>
                    <a:cubicBezTo>
                      <a:pt x="7234" y="526"/>
                      <a:pt x="7423" y="523"/>
                      <a:pt x="7609" y="445"/>
                    </a:cubicBezTo>
                    <a:cubicBezTo>
                      <a:pt x="7094" y="314"/>
                      <a:pt x="6580" y="185"/>
                      <a:pt x="6074" y="58"/>
                    </a:cubicBezTo>
                    <a:cubicBezTo>
                      <a:pt x="6017" y="245"/>
                      <a:pt x="5969" y="430"/>
                      <a:pt x="5904" y="610"/>
                    </a:cubicBezTo>
                    <a:cubicBezTo>
                      <a:pt x="5808" y="875"/>
                      <a:pt x="5733" y="1138"/>
                      <a:pt x="5792" y="1425"/>
                    </a:cubicBezTo>
                    <a:cubicBezTo>
                      <a:pt x="5804" y="1488"/>
                      <a:pt x="5835" y="1569"/>
                      <a:pt x="5751" y="1621"/>
                    </a:cubicBezTo>
                    <a:cubicBezTo>
                      <a:pt x="5732" y="1606"/>
                      <a:pt x="5708" y="1596"/>
                      <a:pt x="5703" y="1581"/>
                    </a:cubicBezTo>
                    <a:cubicBezTo>
                      <a:pt x="5648" y="1368"/>
                      <a:pt x="5606" y="1153"/>
                      <a:pt x="5672" y="935"/>
                    </a:cubicBezTo>
                    <a:cubicBezTo>
                      <a:pt x="5729" y="737"/>
                      <a:pt x="5792" y="542"/>
                      <a:pt x="5853" y="347"/>
                    </a:cubicBezTo>
                    <a:cubicBezTo>
                      <a:pt x="5891" y="229"/>
                      <a:pt x="5928" y="112"/>
                      <a:pt x="5828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3"/>
              <p:cNvSpPr/>
              <p:nvPr/>
            </p:nvSpPr>
            <p:spPr>
              <a:xfrm>
                <a:off x="1762400" y="1250375"/>
                <a:ext cx="74900" cy="50000"/>
              </a:xfrm>
              <a:custGeom>
                <a:avLst/>
                <a:gdLst/>
                <a:ahLst/>
                <a:cxnLst/>
                <a:rect l="l" t="t" r="r" b="b"/>
                <a:pathLst>
                  <a:path w="2996" h="2000" extrusionOk="0">
                    <a:moveTo>
                      <a:pt x="1597" y="0"/>
                    </a:moveTo>
                    <a:cubicBezTo>
                      <a:pt x="1285" y="0"/>
                      <a:pt x="972" y="45"/>
                      <a:pt x="667" y="134"/>
                    </a:cubicBezTo>
                    <a:cubicBezTo>
                      <a:pt x="443" y="200"/>
                      <a:pt x="259" y="322"/>
                      <a:pt x="116" y="508"/>
                    </a:cubicBezTo>
                    <a:cubicBezTo>
                      <a:pt x="35" y="614"/>
                      <a:pt x="2" y="715"/>
                      <a:pt x="43" y="853"/>
                    </a:cubicBezTo>
                    <a:cubicBezTo>
                      <a:pt x="74" y="962"/>
                      <a:pt x="59" y="1088"/>
                      <a:pt x="53" y="1206"/>
                    </a:cubicBezTo>
                    <a:cubicBezTo>
                      <a:pt x="47" y="1311"/>
                      <a:pt x="22" y="1414"/>
                      <a:pt x="1" y="1537"/>
                    </a:cubicBezTo>
                    <a:lnTo>
                      <a:pt x="2" y="1537"/>
                    </a:lnTo>
                    <a:cubicBezTo>
                      <a:pt x="161" y="1671"/>
                      <a:pt x="352" y="1713"/>
                      <a:pt x="524" y="1795"/>
                    </a:cubicBezTo>
                    <a:cubicBezTo>
                      <a:pt x="814" y="1935"/>
                      <a:pt x="1112" y="2000"/>
                      <a:pt x="1422" y="2000"/>
                    </a:cubicBezTo>
                    <a:cubicBezTo>
                      <a:pt x="1540" y="2000"/>
                      <a:pt x="1660" y="1990"/>
                      <a:pt x="1782" y="1972"/>
                    </a:cubicBezTo>
                    <a:cubicBezTo>
                      <a:pt x="2065" y="1930"/>
                      <a:pt x="2317" y="1834"/>
                      <a:pt x="2541" y="1659"/>
                    </a:cubicBezTo>
                    <a:cubicBezTo>
                      <a:pt x="2670" y="1557"/>
                      <a:pt x="2758" y="1426"/>
                      <a:pt x="2811" y="1273"/>
                    </a:cubicBezTo>
                    <a:cubicBezTo>
                      <a:pt x="2995" y="745"/>
                      <a:pt x="2701" y="110"/>
                      <a:pt x="1984" y="23"/>
                    </a:cubicBezTo>
                    <a:cubicBezTo>
                      <a:pt x="1856" y="8"/>
                      <a:pt x="1726" y="0"/>
                      <a:pt x="1597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3"/>
              <p:cNvSpPr/>
              <p:nvPr/>
            </p:nvSpPr>
            <p:spPr>
              <a:xfrm>
                <a:off x="1694500" y="1262200"/>
                <a:ext cx="66800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10" extrusionOk="0">
                    <a:moveTo>
                      <a:pt x="1494" y="1"/>
                    </a:moveTo>
                    <a:cubicBezTo>
                      <a:pt x="1236" y="1"/>
                      <a:pt x="980" y="48"/>
                      <a:pt x="723" y="122"/>
                    </a:cubicBezTo>
                    <a:cubicBezTo>
                      <a:pt x="362" y="225"/>
                      <a:pt x="185" y="485"/>
                      <a:pt x="44" y="790"/>
                    </a:cubicBezTo>
                    <a:cubicBezTo>
                      <a:pt x="8" y="866"/>
                      <a:pt x="1" y="974"/>
                      <a:pt x="23" y="1055"/>
                    </a:cubicBezTo>
                    <a:cubicBezTo>
                      <a:pt x="88" y="1277"/>
                      <a:pt x="250" y="1414"/>
                      <a:pt x="479" y="1445"/>
                    </a:cubicBezTo>
                    <a:cubicBezTo>
                      <a:pt x="714" y="1477"/>
                      <a:pt x="952" y="1489"/>
                      <a:pt x="1189" y="1510"/>
                    </a:cubicBezTo>
                    <a:lnTo>
                      <a:pt x="1189" y="1492"/>
                    </a:lnTo>
                    <a:cubicBezTo>
                      <a:pt x="1256" y="1492"/>
                      <a:pt x="1322" y="1495"/>
                      <a:pt x="1389" y="1495"/>
                    </a:cubicBezTo>
                    <a:cubicBezTo>
                      <a:pt x="1428" y="1495"/>
                      <a:pt x="1468" y="1494"/>
                      <a:pt x="1507" y="1490"/>
                    </a:cubicBezTo>
                    <a:cubicBezTo>
                      <a:pt x="1824" y="1462"/>
                      <a:pt x="2112" y="1354"/>
                      <a:pt x="2361" y="1153"/>
                    </a:cubicBezTo>
                    <a:cubicBezTo>
                      <a:pt x="2609" y="952"/>
                      <a:pt x="2672" y="686"/>
                      <a:pt x="2616" y="386"/>
                    </a:cubicBezTo>
                    <a:cubicBezTo>
                      <a:pt x="2594" y="264"/>
                      <a:pt x="2525" y="183"/>
                      <a:pt x="2399" y="156"/>
                    </a:cubicBezTo>
                    <a:cubicBezTo>
                      <a:pt x="2242" y="122"/>
                      <a:pt x="2089" y="86"/>
                      <a:pt x="1935" y="50"/>
                    </a:cubicBezTo>
                    <a:cubicBezTo>
                      <a:pt x="1786" y="16"/>
                      <a:pt x="1640" y="1"/>
                      <a:pt x="1494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3"/>
              <p:cNvSpPr/>
              <p:nvPr/>
            </p:nvSpPr>
            <p:spPr>
              <a:xfrm>
                <a:off x="1683825" y="1246400"/>
                <a:ext cx="297325" cy="481975"/>
              </a:xfrm>
              <a:custGeom>
                <a:avLst/>
                <a:gdLst/>
                <a:ahLst/>
                <a:cxnLst/>
                <a:rect l="l" t="t" r="r" b="b"/>
                <a:pathLst>
                  <a:path w="11893" h="19279" extrusionOk="0">
                    <a:moveTo>
                      <a:pt x="7023" y="169"/>
                    </a:moveTo>
                    <a:cubicBezTo>
                      <a:pt x="7465" y="169"/>
                      <a:pt x="7889" y="263"/>
                      <a:pt x="8305" y="403"/>
                    </a:cubicBezTo>
                    <a:cubicBezTo>
                      <a:pt x="8740" y="548"/>
                      <a:pt x="8953" y="914"/>
                      <a:pt x="8836" y="1362"/>
                    </a:cubicBezTo>
                    <a:cubicBezTo>
                      <a:pt x="8797" y="1512"/>
                      <a:pt x="8716" y="1653"/>
                      <a:pt x="8644" y="1792"/>
                    </a:cubicBezTo>
                    <a:cubicBezTo>
                      <a:pt x="8589" y="1897"/>
                      <a:pt x="8490" y="1953"/>
                      <a:pt x="8374" y="1977"/>
                    </a:cubicBezTo>
                    <a:cubicBezTo>
                      <a:pt x="8177" y="2017"/>
                      <a:pt x="7980" y="2046"/>
                      <a:pt x="7783" y="2046"/>
                    </a:cubicBezTo>
                    <a:cubicBezTo>
                      <a:pt x="7614" y="2046"/>
                      <a:pt x="7445" y="2025"/>
                      <a:pt x="7276" y="1972"/>
                    </a:cubicBezTo>
                    <a:cubicBezTo>
                      <a:pt x="6959" y="1876"/>
                      <a:pt x="6637" y="1803"/>
                      <a:pt x="6322" y="1704"/>
                    </a:cubicBezTo>
                    <a:cubicBezTo>
                      <a:pt x="6116" y="1639"/>
                      <a:pt x="6086" y="1585"/>
                      <a:pt x="6128" y="1383"/>
                    </a:cubicBezTo>
                    <a:cubicBezTo>
                      <a:pt x="6180" y="1133"/>
                      <a:pt x="6155" y="893"/>
                      <a:pt x="6068" y="661"/>
                    </a:cubicBezTo>
                    <a:cubicBezTo>
                      <a:pt x="6029" y="557"/>
                      <a:pt x="6047" y="488"/>
                      <a:pt x="6122" y="413"/>
                    </a:cubicBezTo>
                    <a:lnTo>
                      <a:pt x="6122" y="415"/>
                    </a:lnTo>
                    <a:cubicBezTo>
                      <a:pt x="6268" y="270"/>
                      <a:pt x="6433" y="170"/>
                      <a:pt x="6644" y="170"/>
                    </a:cubicBezTo>
                    <a:cubicBezTo>
                      <a:pt x="6651" y="170"/>
                      <a:pt x="6659" y="170"/>
                      <a:pt x="6667" y="170"/>
                    </a:cubicBezTo>
                    <a:cubicBezTo>
                      <a:pt x="6697" y="171"/>
                      <a:pt x="6728" y="172"/>
                      <a:pt x="6759" y="172"/>
                    </a:cubicBezTo>
                    <a:cubicBezTo>
                      <a:pt x="6820" y="172"/>
                      <a:pt x="6882" y="170"/>
                      <a:pt x="6944" y="170"/>
                    </a:cubicBezTo>
                    <a:cubicBezTo>
                      <a:pt x="6971" y="170"/>
                      <a:pt x="6997" y="169"/>
                      <a:pt x="7023" y="169"/>
                    </a:cubicBezTo>
                    <a:close/>
                    <a:moveTo>
                      <a:pt x="1920" y="633"/>
                    </a:moveTo>
                    <a:cubicBezTo>
                      <a:pt x="2065" y="633"/>
                      <a:pt x="2212" y="648"/>
                      <a:pt x="2360" y="682"/>
                    </a:cubicBezTo>
                    <a:cubicBezTo>
                      <a:pt x="2515" y="718"/>
                      <a:pt x="2669" y="754"/>
                      <a:pt x="2824" y="788"/>
                    </a:cubicBezTo>
                    <a:cubicBezTo>
                      <a:pt x="2950" y="815"/>
                      <a:pt x="3021" y="896"/>
                      <a:pt x="3043" y="1018"/>
                    </a:cubicBezTo>
                    <a:cubicBezTo>
                      <a:pt x="3099" y="1318"/>
                      <a:pt x="3036" y="1584"/>
                      <a:pt x="2788" y="1785"/>
                    </a:cubicBezTo>
                    <a:cubicBezTo>
                      <a:pt x="2539" y="1986"/>
                      <a:pt x="2251" y="2094"/>
                      <a:pt x="1934" y="2122"/>
                    </a:cubicBezTo>
                    <a:cubicBezTo>
                      <a:pt x="1894" y="2126"/>
                      <a:pt x="1855" y="2127"/>
                      <a:pt x="1815" y="2127"/>
                    </a:cubicBezTo>
                    <a:cubicBezTo>
                      <a:pt x="1749" y="2127"/>
                      <a:pt x="1683" y="2124"/>
                      <a:pt x="1616" y="2124"/>
                    </a:cubicBezTo>
                    <a:lnTo>
                      <a:pt x="1616" y="2142"/>
                    </a:lnTo>
                    <a:cubicBezTo>
                      <a:pt x="1379" y="2121"/>
                      <a:pt x="1141" y="2109"/>
                      <a:pt x="905" y="2077"/>
                    </a:cubicBezTo>
                    <a:cubicBezTo>
                      <a:pt x="677" y="2046"/>
                      <a:pt x="515" y="1909"/>
                      <a:pt x="450" y="1687"/>
                    </a:cubicBezTo>
                    <a:cubicBezTo>
                      <a:pt x="428" y="1606"/>
                      <a:pt x="435" y="1497"/>
                      <a:pt x="470" y="1422"/>
                    </a:cubicBezTo>
                    <a:cubicBezTo>
                      <a:pt x="612" y="1117"/>
                      <a:pt x="788" y="857"/>
                      <a:pt x="1150" y="754"/>
                    </a:cubicBezTo>
                    <a:cubicBezTo>
                      <a:pt x="1407" y="680"/>
                      <a:pt x="1662" y="633"/>
                      <a:pt x="1920" y="633"/>
                    </a:cubicBezTo>
                    <a:close/>
                    <a:moveTo>
                      <a:pt x="4737" y="160"/>
                    </a:moveTo>
                    <a:cubicBezTo>
                      <a:pt x="4867" y="160"/>
                      <a:pt x="4997" y="168"/>
                      <a:pt x="5127" y="184"/>
                    </a:cubicBezTo>
                    <a:cubicBezTo>
                      <a:pt x="5844" y="269"/>
                      <a:pt x="6138" y="905"/>
                      <a:pt x="5954" y="1434"/>
                    </a:cubicBezTo>
                    <a:cubicBezTo>
                      <a:pt x="5901" y="1587"/>
                      <a:pt x="5813" y="1716"/>
                      <a:pt x="5684" y="1818"/>
                    </a:cubicBezTo>
                    <a:cubicBezTo>
                      <a:pt x="5460" y="1993"/>
                      <a:pt x="5208" y="2089"/>
                      <a:pt x="4925" y="2133"/>
                    </a:cubicBezTo>
                    <a:cubicBezTo>
                      <a:pt x="4804" y="2150"/>
                      <a:pt x="4685" y="2160"/>
                      <a:pt x="4568" y="2160"/>
                    </a:cubicBezTo>
                    <a:cubicBezTo>
                      <a:pt x="4257" y="2160"/>
                      <a:pt x="3958" y="2095"/>
                      <a:pt x="3667" y="1956"/>
                    </a:cubicBezTo>
                    <a:cubicBezTo>
                      <a:pt x="3495" y="1873"/>
                      <a:pt x="3304" y="1831"/>
                      <a:pt x="3145" y="1696"/>
                    </a:cubicBezTo>
                    <a:cubicBezTo>
                      <a:pt x="3165" y="1573"/>
                      <a:pt x="3190" y="1470"/>
                      <a:pt x="3196" y="1366"/>
                    </a:cubicBezTo>
                    <a:cubicBezTo>
                      <a:pt x="3204" y="1247"/>
                      <a:pt x="3217" y="1123"/>
                      <a:pt x="3186" y="1012"/>
                    </a:cubicBezTo>
                    <a:cubicBezTo>
                      <a:pt x="3147" y="874"/>
                      <a:pt x="3178" y="773"/>
                      <a:pt x="3259" y="667"/>
                    </a:cubicBezTo>
                    <a:cubicBezTo>
                      <a:pt x="3402" y="481"/>
                      <a:pt x="3586" y="359"/>
                      <a:pt x="3810" y="295"/>
                    </a:cubicBezTo>
                    <a:cubicBezTo>
                      <a:pt x="4113" y="205"/>
                      <a:pt x="4425" y="160"/>
                      <a:pt x="4737" y="160"/>
                    </a:cubicBezTo>
                    <a:close/>
                    <a:moveTo>
                      <a:pt x="9321" y="928"/>
                    </a:moveTo>
                    <a:cubicBezTo>
                      <a:pt x="9443" y="928"/>
                      <a:pt x="9571" y="951"/>
                      <a:pt x="9684" y="995"/>
                    </a:cubicBezTo>
                    <a:cubicBezTo>
                      <a:pt x="9911" y="1085"/>
                      <a:pt x="10085" y="1250"/>
                      <a:pt x="10217" y="1458"/>
                    </a:cubicBezTo>
                    <a:cubicBezTo>
                      <a:pt x="10266" y="1536"/>
                      <a:pt x="10311" y="1618"/>
                      <a:pt x="10365" y="1693"/>
                    </a:cubicBezTo>
                    <a:cubicBezTo>
                      <a:pt x="10539" y="1932"/>
                      <a:pt x="10514" y="2175"/>
                      <a:pt x="10386" y="2422"/>
                    </a:cubicBezTo>
                    <a:cubicBezTo>
                      <a:pt x="10266" y="2655"/>
                      <a:pt x="10065" y="2734"/>
                      <a:pt x="9813" y="2745"/>
                    </a:cubicBezTo>
                    <a:cubicBezTo>
                      <a:pt x="9786" y="2746"/>
                      <a:pt x="9760" y="2747"/>
                      <a:pt x="9734" y="2747"/>
                    </a:cubicBezTo>
                    <a:cubicBezTo>
                      <a:pt x="9497" y="2747"/>
                      <a:pt x="9278" y="2692"/>
                      <a:pt x="9067" y="2577"/>
                    </a:cubicBezTo>
                    <a:cubicBezTo>
                      <a:pt x="8922" y="2499"/>
                      <a:pt x="8773" y="2425"/>
                      <a:pt x="8631" y="2341"/>
                    </a:cubicBezTo>
                    <a:cubicBezTo>
                      <a:pt x="8566" y="2304"/>
                      <a:pt x="8512" y="2247"/>
                      <a:pt x="8415" y="2166"/>
                    </a:cubicBezTo>
                    <a:cubicBezTo>
                      <a:pt x="8485" y="2118"/>
                      <a:pt x="8517" y="2094"/>
                      <a:pt x="8550" y="2073"/>
                    </a:cubicBezTo>
                    <a:cubicBezTo>
                      <a:pt x="8869" y="1867"/>
                      <a:pt x="8979" y="1546"/>
                      <a:pt x="9022" y="1193"/>
                    </a:cubicBezTo>
                    <a:cubicBezTo>
                      <a:pt x="9051" y="974"/>
                      <a:pt x="9073" y="934"/>
                      <a:pt x="9300" y="928"/>
                    </a:cubicBezTo>
                    <a:cubicBezTo>
                      <a:pt x="9307" y="928"/>
                      <a:pt x="9314" y="928"/>
                      <a:pt x="9321" y="928"/>
                    </a:cubicBezTo>
                    <a:close/>
                    <a:moveTo>
                      <a:pt x="5951" y="1803"/>
                    </a:moveTo>
                    <a:cubicBezTo>
                      <a:pt x="6051" y="1914"/>
                      <a:pt x="6014" y="2031"/>
                      <a:pt x="5976" y="2149"/>
                    </a:cubicBezTo>
                    <a:cubicBezTo>
                      <a:pt x="5915" y="2344"/>
                      <a:pt x="5852" y="2539"/>
                      <a:pt x="5795" y="2737"/>
                    </a:cubicBezTo>
                    <a:cubicBezTo>
                      <a:pt x="5729" y="2955"/>
                      <a:pt x="5771" y="3170"/>
                      <a:pt x="5826" y="3383"/>
                    </a:cubicBezTo>
                    <a:cubicBezTo>
                      <a:pt x="5831" y="3398"/>
                      <a:pt x="5855" y="3408"/>
                      <a:pt x="5874" y="3423"/>
                    </a:cubicBezTo>
                    <a:cubicBezTo>
                      <a:pt x="5958" y="3371"/>
                      <a:pt x="5927" y="3290"/>
                      <a:pt x="5915" y="3227"/>
                    </a:cubicBezTo>
                    <a:cubicBezTo>
                      <a:pt x="5856" y="2940"/>
                      <a:pt x="5931" y="2677"/>
                      <a:pt x="6027" y="2412"/>
                    </a:cubicBezTo>
                    <a:cubicBezTo>
                      <a:pt x="6092" y="2232"/>
                      <a:pt x="6140" y="2047"/>
                      <a:pt x="6197" y="1860"/>
                    </a:cubicBezTo>
                    <a:cubicBezTo>
                      <a:pt x="6703" y="1987"/>
                      <a:pt x="7217" y="2116"/>
                      <a:pt x="7732" y="2247"/>
                    </a:cubicBezTo>
                    <a:cubicBezTo>
                      <a:pt x="7543" y="2326"/>
                      <a:pt x="7350" y="2328"/>
                      <a:pt x="7154" y="2328"/>
                    </a:cubicBezTo>
                    <a:cubicBezTo>
                      <a:pt x="7145" y="2328"/>
                      <a:pt x="7136" y="2328"/>
                      <a:pt x="7127" y="2328"/>
                    </a:cubicBezTo>
                    <a:cubicBezTo>
                      <a:pt x="7018" y="2328"/>
                      <a:pt x="6908" y="2329"/>
                      <a:pt x="6797" y="2343"/>
                    </a:cubicBezTo>
                    <a:cubicBezTo>
                      <a:pt x="6827" y="2364"/>
                      <a:pt x="6856" y="2397"/>
                      <a:pt x="6887" y="2403"/>
                    </a:cubicBezTo>
                    <a:cubicBezTo>
                      <a:pt x="7047" y="2431"/>
                      <a:pt x="7206" y="2449"/>
                      <a:pt x="7364" y="2449"/>
                    </a:cubicBezTo>
                    <a:cubicBezTo>
                      <a:pt x="7593" y="2449"/>
                      <a:pt x="7818" y="2411"/>
                      <a:pt x="8040" y="2313"/>
                    </a:cubicBezTo>
                    <a:cubicBezTo>
                      <a:pt x="8094" y="2289"/>
                      <a:pt x="8149" y="2266"/>
                      <a:pt x="8205" y="2247"/>
                    </a:cubicBezTo>
                    <a:cubicBezTo>
                      <a:pt x="8207" y="2246"/>
                      <a:pt x="8209" y="2246"/>
                      <a:pt x="8211" y="2246"/>
                    </a:cubicBezTo>
                    <a:cubicBezTo>
                      <a:pt x="8221" y="2246"/>
                      <a:pt x="8232" y="2252"/>
                      <a:pt x="8242" y="2253"/>
                    </a:cubicBezTo>
                    <a:cubicBezTo>
                      <a:pt x="8248" y="2265"/>
                      <a:pt x="8262" y="2278"/>
                      <a:pt x="8260" y="2287"/>
                    </a:cubicBezTo>
                    <a:cubicBezTo>
                      <a:pt x="8185" y="2586"/>
                      <a:pt x="8248" y="2877"/>
                      <a:pt x="8292" y="3173"/>
                    </a:cubicBezTo>
                    <a:cubicBezTo>
                      <a:pt x="8316" y="3347"/>
                      <a:pt x="8296" y="3527"/>
                      <a:pt x="8296" y="3722"/>
                    </a:cubicBezTo>
                    <a:cubicBezTo>
                      <a:pt x="8419" y="3675"/>
                      <a:pt x="8436" y="3576"/>
                      <a:pt x="8431" y="3485"/>
                    </a:cubicBezTo>
                    <a:cubicBezTo>
                      <a:pt x="8421" y="3248"/>
                      <a:pt x="8404" y="3009"/>
                      <a:pt x="8376" y="2773"/>
                    </a:cubicBezTo>
                    <a:cubicBezTo>
                      <a:pt x="8362" y="2653"/>
                      <a:pt x="8335" y="2539"/>
                      <a:pt x="8409" y="2412"/>
                    </a:cubicBezTo>
                    <a:cubicBezTo>
                      <a:pt x="8758" y="2578"/>
                      <a:pt x="9106" y="2743"/>
                      <a:pt x="9453" y="2907"/>
                    </a:cubicBezTo>
                    <a:cubicBezTo>
                      <a:pt x="9383" y="2983"/>
                      <a:pt x="9297" y="2989"/>
                      <a:pt x="9203" y="2989"/>
                    </a:cubicBezTo>
                    <a:cubicBezTo>
                      <a:pt x="9185" y="2989"/>
                      <a:pt x="9166" y="2989"/>
                      <a:pt x="9147" y="2989"/>
                    </a:cubicBezTo>
                    <a:cubicBezTo>
                      <a:pt x="9077" y="2989"/>
                      <a:pt x="9004" y="2992"/>
                      <a:pt x="8931" y="3022"/>
                    </a:cubicBezTo>
                    <a:cubicBezTo>
                      <a:pt x="9026" y="3064"/>
                      <a:pt x="9117" y="3080"/>
                      <a:pt x="9205" y="3080"/>
                    </a:cubicBezTo>
                    <a:cubicBezTo>
                      <a:pt x="9412" y="3080"/>
                      <a:pt x="9603" y="2993"/>
                      <a:pt x="9803" y="2964"/>
                    </a:cubicBezTo>
                    <a:cubicBezTo>
                      <a:pt x="9803" y="3016"/>
                      <a:pt x="9810" y="3062"/>
                      <a:pt x="9803" y="3104"/>
                    </a:cubicBezTo>
                    <a:cubicBezTo>
                      <a:pt x="9770" y="3294"/>
                      <a:pt x="9750" y="3483"/>
                      <a:pt x="9810" y="3674"/>
                    </a:cubicBezTo>
                    <a:cubicBezTo>
                      <a:pt x="9845" y="3783"/>
                      <a:pt x="9800" y="3875"/>
                      <a:pt x="9735" y="3969"/>
                    </a:cubicBezTo>
                    <a:cubicBezTo>
                      <a:pt x="9570" y="4215"/>
                      <a:pt x="9411" y="4467"/>
                      <a:pt x="9253" y="4719"/>
                    </a:cubicBezTo>
                    <a:cubicBezTo>
                      <a:pt x="9115" y="4942"/>
                      <a:pt x="9078" y="5191"/>
                      <a:pt x="9088" y="5446"/>
                    </a:cubicBezTo>
                    <a:cubicBezTo>
                      <a:pt x="9105" y="5822"/>
                      <a:pt x="9127" y="6200"/>
                      <a:pt x="9159" y="6576"/>
                    </a:cubicBezTo>
                    <a:cubicBezTo>
                      <a:pt x="9172" y="6729"/>
                      <a:pt x="9151" y="6864"/>
                      <a:pt x="9058" y="6988"/>
                    </a:cubicBezTo>
                    <a:cubicBezTo>
                      <a:pt x="9000" y="7068"/>
                      <a:pt x="8947" y="7152"/>
                      <a:pt x="8892" y="7236"/>
                    </a:cubicBezTo>
                    <a:cubicBezTo>
                      <a:pt x="8814" y="7356"/>
                      <a:pt x="8701" y="7414"/>
                      <a:pt x="8557" y="7419"/>
                    </a:cubicBezTo>
                    <a:cubicBezTo>
                      <a:pt x="8419" y="7422"/>
                      <a:pt x="8280" y="7429"/>
                      <a:pt x="8140" y="7431"/>
                    </a:cubicBezTo>
                    <a:cubicBezTo>
                      <a:pt x="7978" y="7432"/>
                      <a:pt x="7823" y="7468"/>
                      <a:pt x="7684" y="7551"/>
                    </a:cubicBezTo>
                    <a:cubicBezTo>
                      <a:pt x="7358" y="7746"/>
                      <a:pt x="7070" y="7990"/>
                      <a:pt x="6812" y="8268"/>
                    </a:cubicBezTo>
                    <a:cubicBezTo>
                      <a:pt x="6797" y="8284"/>
                      <a:pt x="6790" y="8308"/>
                      <a:pt x="6779" y="8330"/>
                    </a:cubicBezTo>
                    <a:cubicBezTo>
                      <a:pt x="6790" y="8340"/>
                      <a:pt x="6799" y="8349"/>
                      <a:pt x="6809" y="8360"/>
                    </a:cubicBezTo>
                    <a:cubicBezTo>
                      <a:pt x="6868" y="8315"/>
                      <a:pt x="6926" y="8266"/>
                      <a:pt x="6986" y="8223"/>
                    </a:cubicBezTo>
                    <a:cubicBezTo>
                      <a:pt x="7222" y="8050"/>
                      <a:pt x="7454" y="7878"/>
                      <a:pt x="7691" y="7708"/>
                    </a:cubicBezTo>
                    <a:cubicBezTo>
                      <a:pt x="7817" y="7617"/>
                      <a:pt x="7961" y="7575"/>
                      <a:pt x="8121" y="7573"/>
                    </a:cubicBezTo>
                    <a:cubicBezTo>
                      <a:pt x="8293" y="7572"/>
                      <a:pt x="8464" y="7545"/>
                      <a:pt x="8637" y="7542"/>
                    </a:cubicBezTo>
                    <a:cubicBezTo>
                      <a:pt x="8784" y="7539"/>
                      <a:pt x="8889" y="7480"/>
                      <a:pt x="8967" y="7359"/>
                    </a:cubicBezTo>
                    <a:cubicBezTo>
                      <a:pt x="9006" y="7299"/>
                      <a:pt x="9052" y="7243"/>
                      <a:pt x="9100" y="7180"/>
                    </a:cubicBezTo>
                    <a:cubicBezTo>
                      <a:pt x="9150" y="7212"/>
                      <a:pt x="9190" y="7237"/>
                      <a:pt x="9241" y="7270"/>
                    </a:cubicBezTo>
                    <a:cubicBezTo>
                      <a:pt x="9309" y="7068"/>
                      <a:pt x="9322" y="6877"/>
                      <a:pt x="9288" y="6688"/>
                    </a:cubicBezTo>
                    <a:cubicBezTo>
                      <a:pt x="9204" y="6235"/>
                      <a:pt x="9226" y="5777"/>
                      <a:pt x="9211" y="5320"/>
                    </a:cubicBezTo>
                    <a:cubicBezTo>
                      <a:pt x="9205" y="5188"/>
                      <a:pt x="9252" y="5045"/>
                      <a:pt x="9304" y="4919"/>
                    </a:cubicBezTo>
                    <a:cubicBezTo>
                      <a:pt x="9499" y="4454"/>
                      <a:pt x="9801" y="4059"/>
                      <a:pt x="10134" y="3687"/>
                    </a:cubicBezTo>
                    <a:cubicBezTo>
                      <a:pt x="10241" y="3566"/>
                      <a:pt x="10365" y="3519"/>
                      <a:pt x="10506" y="3519"/>
                    </a:cubicBezTo>
                    <a:cubicBezTo>
                      <a:pt x="10566" y="3519"/>
                      <a:pt x="10629" y="3528"/>
                      <a:pt x="10695" y="3543"/>
                    </a:cubicBezTo>
                    <a:cubicBezTo>
                      <a:pt x="10991" y="3611"/>
                      <a:pt x="11154" y="3761"/>
                      <a:pt x="11162" y="4083"/>
                    </a:cubicBezTo>
                    <a:cubicBezTo>
                      <a:pt x="11166" y="4334"/>
                      <a:pt x="11201" y="4587"/>
                      <a:pt x="11255" y="4832"/>
                    </a:cubicBezTo>
                    <a:cubicBezTo>
                      <a:pt x="11366" y="5335"/>
                      <a:pt x="11485" y="5837"/>
                      <a:pt x="11627" y="6332"/>
                    </a:cubicBezTo>
                    <a:cubicBezTo>
                      <a:pt x="11731" y="6690"/>
                      <a:pt x="11743" y="7050"/>
                      <a:pt x="11737" y="7413"/>
                    </a:cubicBezTo>
                    <a:cubicBezTo>
                      <a:pt x="11735" y="7483"/>
                      <a:pt x="11699" y="7554"/>
                      <a:pt x="11674" y="7621"/>
                    </a:cubicBezTo>
                    <a:cubicBezTo>
                      <a:pt x="11470" y="8155"/>
                      <a:pt x="11162" y="8622"/>
                      <a:pt x="10773" y="9039"/>
                    </a:cubicBezTo>
                    <a:cubicBezTo>
                      <a:pt x="10439" y="9398"/>
                      <a:pt x="10100" y="9753"/>
                      <a:pt x="9774" y="10121"/>
                    </a:cubicBezTo>
                    <a:cubicBezTo>
                      <a:pt x="9580" y="10339"/>
                      <a:pt x="9406" y="10573"/>
                      <a:pt x="9228" y="10804"/>
                    </a:cubicBezTo>
                    <a:cubicBezTo>
                      <a:pt x="9045" y="11039"/>
                      <a:pt x="8887" y="11294"/>
                      <a:pt x="8686" y="11513"/>
                    </a:cubicBezTo>
                    <a:cubicBezTo>
                      <a:pt x="8478" y="11738"/>
                      <a:pt x="8257" y="11958"/>
                      <a:pt x="7986" y="12117"/>
                    </a:cubicBezTo>
                    <a:cubicBezTo>
                      <a:pt x="7298" y="12517"/>
                      <a:pt x="6575" y="12825"/>
                      <a:pt x="5789" y="12952"/>
                    </a:cubicBezTo>
                    <a:cubicBezTo>
                      <a:pt x="5657" y="12974"/>
                      <a:pt x="5522" y="12981"/>
                      <a:pt x="5386" y="12981"/>
                    </a:cubicBezTo>
                    <a:cubicBezTo>
                      <a:pt x="5262" y="12981"/>
                      <a:pt x="5138" y="12975"/>
                      <a:pt x="5016" y="12972"/>
                    </a:cubicBezTo>
                    <a:cubicBezTo>
                      <a:pt x="4419" y="12957"/>
                      <a:pt x="3826" y="12906"/>
                      <a:pt x="3249" y="12738"/>
                    </a:cubicBezTo>
                    <a:cubicBezTo>
                      <a:pt x="2976" y="12658"/>
                      <a:pt x="2696" y="12600"/>
                      <a:pt x="2419" y="12534"/>
                    </a:cubicBezTo>
                    <a:cubicBezTo>
                      <a:pt x="2356" y="12519"/>
                      <a:pt x="2291" y="12516"/>
                      <a:pt x="2191" y="12502"/>
                    </a:cubicBezTo>
                    <a:lnTo>
                      <a:pt x="2191" y="12502"/>
                    </a:lnTo>
                    <a:cubicBezTo>
                      <a:pt x="2231" y="12565"/>
                      <a:pt x="2243" y="12600"/>
                      <a:pt x="2270" y="12621"/>
                    </a:cubicBezTo>
                    <a:cubicBezTo>
                      <a:pt x="2294" y="12642"/>
                      <a:pt x="2327" y="12654"/>
                      <a:pt x="2360" y="12661"/>
                    </a:cubicBezTo>
                    <a:cubicBezTo>
                      <a:pt x="2910" y="12783"/>
                      <a:pt x="3439" y="12990"/>
                      <a:pt x="4003" y="13042"/>
                    </a:cubicBezTo>
                    <a:cubicBezTo>
                      <a:pt x="4391" y="13078"/>
                      <a:pt x="4779" y="13114"/>
                      <a:pt x="5167" y="13114"/>
                    </a:cubicBezTo>
                    <a:cubicBezTo>
                      <a:pt x="5440" y="13114"/>
                      <a:pt x="5713" y="13096"/>
                      <a:pt x="5985" y="13047"/>
                    </a:cubicBezTo>
                    <a:cubicBezTo>
                      <a:pt x="6800" y="12900"/>
                      <a:pt x="7538" y="12564"/>
                      <a:pt x="8230" y="12121"/>
                    </a:cubicBezTo>
                    <a:cubicBezTo>
                      <a:pt x="8287" y="12085"/>
                      <a:pt x="8340" y="12046"/>
                      <a:pt x="8413" y="11998"/>
                    </a:cubicBezTo>
                    <a:cubicBezTo>
                      <a:pt x="8424" y="12051"/>
                      <a:pt x="8437" y="12091"/>
                      <a:pt x="8437" y="12132"/>
                    </a:cubicBezTo>
                    <a:cubicBezTo>
                      <a:pt x="8449" y="13650"/>
                      <a:pt x="8463" y="15168"/>
                      <a:pt x="8467" y="16688"/>
                    </a:cubicBezTo>
                    <a:cubicBezTo>
                      <a:pt x="8469" y="17085"/>
                      <a:pt x="8449" y="17482"/>
                      <a:pt x="8431" y="17880"/>
                    </a:cubicBezTo>
                    <a:cubicBezTo>
                      <a:pt x="8415" y="18289"/>
                      <a:pt x="8350" y="18396"/>
                      <a:pt x="7966" y="18516"/>
                    </a:cubicBezTo>
                    <a:cubicBezTo>
                      <a:pt x="7118" y="18778"/>
                      <a:pt x="6263" y="19019"/>
                      <a:pt x="5372" y="19095"/>
                    </a:cubicBezTo>
                    <a:cubicBezTo>
                      <a:pt x="5237" y="19107"/>
                      <a:pt x="5102" y="19112"/>
                      <a:pt x="4968" y="19112"/>
                    </a:cubicBezTo>
                    <a:cubicBezTo>
                      <a:pt x="4559" y="19112"/>
                      <a:pt x="4154" y="19063"/>
                      <a:pt x="3748" y="18996"/>
                    </a:cubicBezTo>
                    <a:cubicBezTo>
                      <a:pt x="3429" y="18944"/>
                      <a:pt x="3103" y="18912"/>
                      <a:pt x="2787" y="18842"/>
                    </a:cubicBezTo>
                    <a:cubicBezTo>
                      <a:pt x="2516" y="18781"/>
                      <a:pt x="2255" y="18681"/>
                      <a:pt x="1991" y="18597"/>
                    </a:cubicBezTo>
                    <a:cubicBezTo>
                      <a:pt x="1952" y="18585"/>
                      <a:pt x="1918" y="18565"/>
                      <a:pt x="1882" y="18547"/>
                    </a:cubicBezTo>
                    <a:cubicBezTo>
                      <a:pt x="1651" y="18438"/>
                      <a:pt x="1516" y="18306"/>
                      <a:pt x="1556" y="18001"/>
                    </a:cubicBezTo>
                    <a:cubicBezTo>
                      <a:pt x="1703" y="16873"/>
                      <a:pt x="1657" y="15737"/>
                      <a:pt x="1664" y="14604"/>
                    </a:cubicBezTo>
                    <a:cubicBezTo>
                      <a:pt x="1669" y="13889"/>
                      <a:pt x="1694" y="13173"/>
                      <a:pt x="1711" y="12445"/>
                    </a:cubicBezTo>
                    <a:cubicBezTo>
                      <a:pt x="1762" y="12453"/>
                      <a:pt x="1814" y="12459"/>
                      <a:pt x="1903" y="12471"/>
                    </a:cubicBezTo>
                    <a:cubicBezTo>
                      <a:pt x="1862" y="12414"/>
                      <a:pt x="1844" y="12384"/>
                      <a:pt x="1822" y="12358"/>
                    </a:cubicBezTo>
                    <a:cubicBezTo>
                      <a:pt x="1810" y="12343"/>
                      <a:pt x="1790" y="12333"/>
                      <a:pt x="1775" y="12321"/>
                    </a:cubicBezTo>
                    <a:cubicBezTo>
                      <a:pt x="1228" y="11943"/>
                      <a:pt x="1324" y="12025"/>
                      <a:pt x="1049" y="11416"/>
                    </a:cubicBezTo>
                    <a:cubicBezTo>
                      <a:pt x="656" y="10541"/>
                      <a:pt x="390" y="9626"/>
                      <a:pt x="206" y="8688"/>
                    </a:cubicBezTo>
                    <a:cubicBezTo>
                      <a:pt x="162" y="8463"/>
                      <a:pt x="146" y="8227"/>
                      <a:pt x="150" y="7996"/>
                    </a:cubicBezTo>
                    <a:cubicBezTo>
                      <a:pt x="158" y="7321"/>
                      <a:pt x="174" y="6645"/>
                      <a:pt x="203" y="5969"/>
                    </a:cubicBezTo>
                    <a:cubicBezTo>
                      <a:pt x="218" y="5593"/>
                      <a:pt x="273" y="5218"/>
                      <a:pt x="294" y="4841"/>
                    </a:cubicBezTo>
                    <a:cubicBezTo>
                      <a:pt x="303" y="4685"/>
                      <a:pt x="291" y="4521"/>
                      <a:pt x="252" y="4370"/>
                    </a:cubicBezTo>
                    <a:cubicBezTo>
                      <a:pt x="149" y="3965"/>
                      <a:pt x="123" y="3561"/>
                      <a:pt x="209" y="3150"/>
                    </a:cubicBezTo>
                    <a:cubicBezTo>
                      <a:pt x="275" y="2833"/>
                      <a:pt x="327" y="2514"/>
                      <a:pt x="389" y="2196"/>
                    </a:cubicBezTo>
                    <a:cubicBezTo>
                      <a:pt x="399" y="2145"/>
                      <a:pt x="422" y="2098"/>
                      <a:pt x="440" y="2047"/>
                    </a:cubicBezTo>
                    <a:cubicBezTo>
                      <a:pt x="830" y="2210"/>
                      <a:pt x="1214" y="2297"/>
                      <a:pt x="1594" y="2297"/>
                    </a:cubicBezTo>
                    <a:cubicBezTo>
                      <a:pt x="2059" y="2297"/>
                      <a:pt x="2519" y="2166"/>
                      <a:pt x="2976" y="1879"/>
                    </a:cubicBezTo>
                    <a:cubicBezTo>
                      <a:pt x="2983" y="1950"/>
                      <a:pt x="2997" y="1999"/>
                      <a:pt x="2992" y="2046"/>
                    </a:cubicBezTo>
                    <a:cubicBezTo>
                      <a:pt x="2965" y="2329"/>
                      <a:pt x="2926" y="2611"/>
                      <a:pt x="2904" y="2895"/>
                    </a:cubicBezTo>
                    <a:cubicBezTo>
                      <a:pt x="2892" y="3053"/>
                      <a:pt x="2893" y="3213"/>
                      <a:pt x="2908" y="3371"/>
                    </a:cubicBezTo>
                    <a:cubicBezTo>
                      <a:pt x="2917" y="3464"/>
                      <a:pt x="2943" y="3564"/>
                      <a:pt x="3052" y="3656"/>
                    </a:cubicBezTo>
                    <a:cubicBezTo>
                      <a:pt x="3052" y="3579"/>
                      <a:pt x="3066" y="3528"/>
                      <a:pt x="3051" y="3488"/>
                    </a:cubicBezTo>
                    <a:cubicBezTo>
                      <a:pt x="2992" y="3341"/>
                      <a:pt x="2991" y="3192"/>
                      <a:pt x="3010" y="3037"/>
                    </a:cubicBezTo>
                    <a:cubicBezTo>
                      <a:pt x="3055" y="2697"/>
                      <a:pt x="3096" y="2355"/>
                      <a:pt x="3138" y="2014"/>
                    </a:cubicBezTo>
                    <a:cubicBezTo>
                      <a:pt x="3141" y="1989"/>
                      <a:pt x="3153" y="1965"/>
                      <a:pt x="3166" y="1921"/>
                    </a:cubicBezTo>
                    <a:cubicBezTo>
                      <a:pt x="3638" y="2099"/>
                      <a:pt x="4088" y="2342"/>
                      <a:pt x="4603" y="2342"/>
                    </a:cubicBezTo>
                    <a:cubicBezTo>
                      <a:pt x="4649" y="2342"/>
                      <a:pt x="4697" y="2340"/>
                      <a:pt x="4745" y="2335"/>
                    </a:cubicBezTo>
                    <a:lnTo>
                      <a:pt x="4745" y="2335"/>
                    </a:lnTo>
                    <a:cubicBezTo>
                      <a:pt x="4637" y="2439"/>
                      <a:pt x="4509" y="2440"/>
                      <a:pt x="4380" y="2446"/>
                    </a:cubicBezTo>
                    <a:cubicBezTo>
                      <a:pt x="4367" y="2447"/>
                      <a:pt x="4354" y="2447"/>
                      <a:pt x="4341" y="2447"/>
                    </a:cubicBezTo>
                    <a:cubicBezTo>
                      <a:pt x="4297" y="2447"/>
                      <a:pt x="4253" y="2445"/>
                      <a:pt x="4206" y="2445"/>
                    </a:cubicBezTo>
                    <a:cubicBezTo>
                      <a:pt x="4135" y="2445"/>
                      <a:pt x="4057" y="2451"/>
                      <a:pt x="3967" y="2482"/>
                    </a:cubicBezTo>
                    <a:cubicBezTo>
                      <a:pt x="4042" y="2523"/>
                      <a:pt x="4077" y="2551"/>
                      <a:pt x="4114" y="2559"/>
                    </a:cubicBezTo>
                    <a:cubicBezTo>
                      <a:pt x="4183" y="2573"/>
                      <a:pt x="4249" y="2580"/>
                      <a:pt x="4315" y="2580"/>
                    </a:cubicBezTo>
                    <a:cubicBezTo>
                      <a:pt x="4547" y="2580"/>
                      <a:pt x="4764" y="2498"/>
                      <a:pt x="4974" y="2391"/>
                    </a:cubicBezTo>
                    <a:cubicBezTo>
                      <a:pt x="5162" y="2295"/>
                      <a:pt x="5349" y="2196"/>
                      <a:pt x="5531" y="2088"/>
                    </a:cubicBezTo>
                    <a:cubicBezTo>
                      <a:pt x="5673" y="2004"/>
                      <a:pt x="5805" y="1903"/>
                      <a:pt x="5951" y="1803"/>
                    </a:cubicBezTo>
                    <a:close/>
                    <a:moveTo>
                      <a:pt x="6831" y="0"/>
                    </a:moveTo>
                    <a:cubicBezTo>
                      <a:pt x="6496" y="0"/>
                      <a:pt x="6203" y="90"/>
                      <a:pt x="5966" y="349"/>
                    </a:cubicBezTo>
                    <a:cubicBezTo>
                      <a:pt x="5960" y="358"/>
                      <a:pt x="5942" y="358"/>
                      <a:pt x="5922" y="364"/>
                    </a:cubicBezTo>
                    <a:cubicBezTo>
                      <a:pt x="5844" y="313"/>
                      <a:pt x="5766" y="245"/>
                      <a:pt x="5678" y="206"/>
                    </a:cubicBezTo>
                    <a:cubicBezTo>
                      <a:pt x="5522" y="136"/>
                      <a:pt x="5363" y="41"/>
                      <a:pt x="5199" y="29"/>
                    </a:cubicBezTo>
                    <a:cubicBezTo>
                      <a:pt x="5029" y="16"/>
                      <a:pt x="4857" y="5"/>
                      <a:pt x="4685" y="5"/>
                    </a:cubicBezTo>
                    <a:cubicBezTo>
                      <a:pt x="4492" y="5"/>
                      <a:pt x="4300" y="19"/>
                      <a:pt x="4110" y="59"/>
                    </a:cubicBezTo>
                    <a:cubicBezTo>
                      <a:pt x="3730" y="142"/>
                      <a:pt x="3357" y="241"/>
                      <a:pt x="3141" y="614"/>
                    </a:cubicBezTo>
                    <a:cubicBezTo>
                      <a:pt x="3108" y="672"/>
                      <a:pt x="3060" y="694"/>
                      <a:pt x="3005" y="694"/>
                    </a:cubicBezTo>
                    <a:cubicBezTo>
                      <a:pt x="2982" y="694"/>
                      <a:pt x="2957" y="690"/>
                      <a:pt x="2932" y="683"/>
                    </a:cubicBezTo>
                    <a:cubicBezTo>
                      <a:pt x="2889" y="671"/>
                      <a:pt x="2845" y="653"/>
                      <a:pt x="2802" y="638"/>
                    </a:cubicBezTo>
                    <a:cubicBezTo>
                      <a:pt x="2506" y="539"/>
                      <a:pt x="2210" y="489"/>
                      <a:pt x="1915" y="489"/>
                    </a:cubicBezTo>
                    <a:cubicBezTo>
                      <a:pt x="1618" y="489"/>
                      <a:pt x="1322" y="539"/>
                      <a:pt x="1025" y="638"/>
                    </a:cubicBezTo>
                    <a:cubicBezTo>
                      <a:pt x="693" y="749"/>
                      <a:pt x="297" y="1276"/>
                      <a:pt x="288" y="1624"/>
                    </a:cubicBezTo>
                    <a:cubicBezTo>
                      <a:pt x="287" y="1663"/>
                      <a:pt x="302" y="1702"/>
                      <a:pt x="302" y="1741"/>
                    </a:cubicBezTo>
                    <a:cubicBezTo>
                      <a:pt x="299" y="1881"/>
                      <a:pt x="308" y="2020"/>
                      <a:pt x="284" y="2155"/>
                    </a:cubicBezTo>
                    <a:cubicBezTo>
                      <a:pt x="222" y="2535"/>
                      <a:pt x="147" y="2911"/>
                      <a:pt x="74" y="3288"/>
                    </a:cubicBezTo>
                    <a:cubicBezTo>
                      <a:pt x="14" y="3599"/>
                      <a:pt x="30" y="3908"/>
                      <a:pt x="98" y="4215"/>
                    </a:cubicBezTo>
                    <a:cubicBezTo>
                      <a:pt x="179" y="4589"/>
                      <a:pt x="168" y="4964"/>
                      <a:pt x="141" y="5344"/>
                    </a:cubicBezTo>
                    <a:cubicBezTo>
                      <a:pt x="84" y="6089"/>
                      <a:pt x="33" y="6838"/>
                      <a:pt x="12" y="7585"/>
                    </a:cubicBezTo>
                    <a:cubicBezTo>
                      <a:pt x="0" y="7975"/>
                      <a:pt x="23" y="8372"/>
                      <a:pt x="92" y="8754"/>
                    </a:cubicBezTo>
                    <a:cubicBezTo>
                      <a:pt x="263" y="9723"/>
                      <a:pt x="564" y="10657"/>
                      <a:pt x="966" y="11555"/>
                    </a:cubicBezTo>
                    <a:cubicBezTo>
                      <a:pt x="1103" y="11860"/>
                      <a:pt x="1247" y="12159"/>
                      <a:pt x="1565" y="12315"/>
                    </a:cubicBezTo>
                    <a:lnTo>
                      <a:pt x="1565" y="12408"/>
                    </a:lnTo>
                    <a:cubicBezTo>
                      <a:pt x="1549" y="13555"/>
                      <a:pt x="1519" y="14702"/>
                      <a:pt x="1522" y="15848"/>
                    </a:cubicBezTo>
                    <a:cubicBezTo>
                      <a:pt x="1526" y="16666"/>
                      <a:pt x="1459" y="17476"/>
                      <a:pt x="1402" y="18289"/>
                    </a:cubicBezTo>
                    <a:cubicBezTo>
                      <a:pt x="1397" y="18337"/>
                      <a:pt x="1429" y="18409"/>
                      <a:pt x="1468" y="18438"/>
                    </a:cubicBezTo>
                    <a:cubicBezTo>
                      <a:pt x="1612" y="18544"/>
                      <a:pt x="1756" y="18660"/>
                      <a:pt x="1916" y="18726"/>
                    </a:cubicBezTo>
                    <a:cubicBezTo>
                      <a:pt x="2179" y="18836"/>
                      <a:pt x="2449" y="18938"/>
                      <a:pt x="2728" y="18990"/>
                    </a:cubicBezTo>
                    <a:cubicBezTo>
                      <a:pt x="3274" y="19092"/>
                      <a:pt x="3826" y="19164"/>
                      <a:pt x="4377" y="19238"/>
                    </a:cubicBezTo>
                    <a:cubicBezTo>
                      <a:pt x="4577" y="19265"/>
                      <a:pt x="4777" y="19278"/>
                      <a:pt x="4977" y="19278"/>
                    </a:cubicBezTo>
                    <a:cubicBezTo>
                      <a:pt x="5241" y="19278"/>
                      <a:pt x="5505" y="19255"/>
                      <a:pt x="5765" y="19211"/>
                    </a:cubicBezTo>
                    <a:cubicBezTo>
                      <a:pt x="6253" y="19127"/>
                      <a:pt x="6737" y="19011"/>
                      <a:pt x="7219" y="18894"/>
                    </a:cubicBezTo>
                    <a:cubicBezTo>
                      <a:pt x="7528" y="18819"/>
                      <a:pt x="7831" y="18720"/>
                      <a:pt x="8134" y="18625"/>
                    </a:cubicBezTo>
                    <a:cubicBezTo>
                      <a:pt x="8403" y="18541"/>
                      <a:pt x="8562" y="18373"/>
                      <a:pt x="8551" y="18073"/>
                    </a:cubicBezTo>
                    <a:cubicBezTo>
                      <a:pt x="8550" y="18001"/>
                      <a:pt x="8575" y="17929"/>
                      <a:pt x="8577" y="17857"/>
                    </a:cubicBezTo>
                    <a:cubicBezTo>
                      <a:pt x="8593" y="16969"/>
                      <a:pt x="8613" y="16081"/>
                      <a:pt x="8620" y="15192"/>
                    </a:cubicBezTo>
                    <a:cubicBezTo>
                      <a:pt x="8625" y="14636"/>
                      <a:pt x="8614" y="14079"/>
                      <a:pt x="8605" y="13521"/>
                    </a:cubicBezTo>
                    <a:cubicBezTo>
                      <a:pt x="8598" y="13011"/>
                      <a:pt x="8583" y="12501"/>
                      <a:pt x="8569" y="11991"/>
                    </a:cubicBezTo>
                    <a:cubicBezTo>
                      <a:pt x="8566" y="11911"/>
                      <a:pt x="8598" y="11859"/>
                      <a:pt x="8652" y="11801"/>
                    </a:cubicBezTo>
                    <a:cubicBezTo>
                      <a:pt x="8773" y="11671"/>
                      <a:pt x="8884" y="11530"/>
                      <a:pt x="8991" y="11387"/>
                    </a:cubicBezTo>
                    <a:cubicBezTo>
                      <a:pt x="9237" y="11059"/>
                      <a:pt x="9460" y="10712"/>
                      <a:pt x="9725" y="10399"/>
                    </a:cubicBezTo>
                    <a:cubicBezTo>
                      <a:pt x="10098" y="9959"/>
                      <a:pt x="10497" y="9542"/>
                      <a:pt x="10887" y="9117"/>
                    </a:cubicBezTo>
                    <a:cubicBezTo>
                      <a:pt x="11310" y="8658"/>
                      <a:pt x="11633" y="8137"/>
                      <a:pt x="11860" y="7558"/>
                    </a:cubicBezTo>
                    <a:cubicBezTo>
                      <a:pt x="11876" y="7515"/>
                      <a:pt x="11893" y="7468"/>
                      <a:pt x="11891" y="7423"/>
                    </a:cubicBezTo>
                    <a:cubicBezTo>
                      <a:pt x="11884" y="7080"/>
                      <a:pt x="11891" y="6738"/>
                      <a:pt x="11789" y="6400"/>
                    </a:cubicBezTo>
                    <a:cubicBezTo>
                      <a:pt x="11641" y="5912"/>
                      <a:pt x="11507" y="5419"/>
                      <a:pt x="11397" y="4922"/>
                    </a:cubicBezTo>
                    <a:cubicBezTo>
                      <a:pt x="11322" y="4587"/>
                      <a:pt x="11294" y="4242"/>
                      <a:pt x="11253" y="3900"/>
                    </a:cubicBezTo>
                    <a:cubicBezTo>
                      <a:pt x="11228" y="3680"/>
                      <a:pt x="11133" y="3527"/>
                      <a:pt x="10907" y="3474"/>
                    </a:cubicBezTo>
                    <a:cubicBezTo>
                      <a:pt x="10856" y="3462"/>
                      <a:pt x="10808" y="3437"/>
                      <a:pt x="10758" y="3416"/>
                    </a:cubicBezTo>
                    <a:cubicBezTo>
                      <a:pt x="10675" y="3380"/>
                      <a:pt x="10595" y="3363"/>
                      <a:pt x="10516" y="3363"/>
                    </a:cubicBezTo>
                    <a:cubicBezTo>
                      <a:pt x="10391" y="3363"/>
                      <a:pt x="10270" y="3405"/>
                      <a:pt x="10154" y="3482"/>
                    </a:cubicBezTo>
                    <a:cubicBezTo>
                      <a:pt x="10095" y="3522"/>
                      <a:pt x="10035" y="3564"/>
                      <a:pt x="9957" y="3621"/>
                    </a:cubicBezTo>
                    <a:cubicBezTo>
                      <a:pt x="9851" y="3387"/>
                      <a:pt x="9926" y="3188"/>
                      <a:pt x="9978" y="2983"/>
                    </a:cubicBezTo>
                    <a:cubicBezTo>
                      <a:pt x="10011" y="2851"/>
                      <a:pt x="10133" y="2850"/>
                      <a:pt x="10220" y="2802"/>
                    </a:cubicBezTo>
                    <a:cubicBezTo>
                      <a:pt x="10449" y="2677"/>
                      <a:pt x="10676" y="2209"/>
                      <a:pt x="10628" y="1951"/>
                    </a:cubicBezTo>
                    <a:cubicBezTo>
                      <a:pt x="10622" y="1926"/>
                      <a:pt x="10616" y="1899"/>
                      <a:pt x="10605" y="1875"/>
                    </a:cubicBezTo>
                    <a:cubicBezTo>
                      <a:pt x="10463" y="1542"/>
                      <a:pt x="10269" y="1243"/>
                      <a:pt x="9986" y="1012"/>
                    </a:cubicBezTo>
                    <a:cubicBezTo>
                      <a:pt x="9796" y="856"/>
                      <a:pt x="9582" y="779"/>
                      <a:pt x="9346" y="779"/>
                    </a:cubicBezTo>
                    <a:cubicBezTo>
                      <a:pt x="9300" y="779"/>
                      <a:pt x="9253" y="782"/>
                      <a:pt x="9205" y="788"/>
                    </a:cubicBezTo>
                    <a:cubicBezTo>
                      <a:pt x="9129" y="797"/>
                      <a:pt x="9049" y="800"/>
                      <a:pt x="8980" y="805"/>
                    </a:cubicBezTo>
                    <a:cubicBezTo>
                      <a:pt x="8959" y="772"/>
                      <a:pt x="8946" y="757"/>
                      <a:pt x="8940" y="739"/>
                    </a:cubicBezTo>
                    <a:cubicBezTo>
                      <a:pt x="8866" y="484"/>
                      <a:pt x="8679" y="362"/>
                      <a:pt x="8440" y="274"/>
                    </a:cubicBezTo>
                    <a:cubicBezTo>
                      <a:pt x="7948" y="92"/>
                      <a:pt x="7441" y="25"/>
                      <a:pt x="6920" y="2"/>
                    </a:cubicBezTo>
                    <a:cubicBezTo>
                      <a:pt x="6890" y="1"/>
                      <a:pt x="6860" y="0"/>
                      <a:pt x="6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3"/>
              <p:cNvSpPr/>
              <p:nvPr/>
            </p:nvSpPr>
            <p:spPr>
              <a:xfrm>
                <a:off x="1738725" y="1334775"/>
                <a:ext cx="12750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5100" h="1098" extrusionOk="0">
                    <a:moveTo>
                      <a:pt x="3575" y="1"/>
                    </a:moveTo>
                    <a:cubicBezTo>
                      <a:pt x="3056" y="1"/>
                      <a:pt x="2543" y="72"/>
                      <a:pt x="2031" y="166"/>
                    </a:cubicBezTo>
                    <a:cubicBezTo>
                      <a:pt x="1453" y="271"/>
                      <a:pt x="901" y="445"/>
                      <a:pt x="389" y="734"/>
                    </a:cubicBezTo>
                    <a:cubicBezTo>
                      <a:pt x="286" y="793"/>
                      <a:pt x="190" y="865"/>
                      <a:pt x="95" y="935"/>
                    </a:cubicBezTo>
                    <a:cubicBezTo>
                      <a:pt x="47" y="970"/>
                      <a:pt x="1" y="1013"/>
                      <a:pt x="47" y="1097"/>
                    </a:cubicBezTo>
                    <a:cubicBezTo>
                      <a:pt x="92" y="1072"/>
                      <a:pt x="137" y="1049"/>
                      <a:pt x="179" y="1021"/>
                    </a:cubicBezTo>
                    <a:lnTo>
                      <a:pt x="179" y="1022"/>
                    </a:lnTo>
                    <a:cubicBezTo>
                      <a:pt x="538" y="781"/>
                      <a:pt x="921" y="587"/>
                      <a:pt x="1330" y="448"/>
                    </a:cubicBezTo>
                    <a:cubicBezTo>
                      <a:pt x="2050" y="203"/>
                      <a:pt x="2796" y="103"/>
                      <a:pt x="3554" y="83"/>
                    </a:cubicBezTo>
                    <a:cubicBezTo>
                      <a:pt x="3583" y="83"/>
                      <a:pt x="3613" y="82"/>
                      <a:pt x="3642" y="82"/>
                    </a:cubicBezTo>
                    <a:cubicBezTo>
                      <a:pt x="3991" y="82"/>
                      <a:pt x="4334" y="124"/>
                      <a:pt x="4673" y="217"/>
                    </a:cubicBezTo>
                    <a:cubicBezTo>
                      <a:pt x="4813" y="256"/>
                      <a:pt x="4957" y="272"/>
                      <a:pt x="5099" y="298"/>
                    </a:cubicBezTo>
                    <a:cubicBezTo>
                      <a:pt x="4882" y="178"/>
                      <a:pt x="4324" y="47"/>
                      <a:pt x="4045" y="22"/>
                    </a:cubicBezTo>
                    <a:cubicBezTo>
                      <a:pt x="3887" y="7"/>
                      <a:pt x="3731" y="1"/>
                      <a:pt x="35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3"/>
              <p:cNvSpPr/>
              <p:nvPr/>
            </p:nvSpPr>
            <p:spPr>
              <a:xfrm>
                <a:off x="1782875" y="1349925"/>
                <a:ext cx="656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475" extrusionOk="0">
                    <a:moveTo>
                      <a:pt x="2049" y="0"/>
                    </a:moveTo>
                    <a:cubicBezTo>
                      <a:pt x="1795" y="0"/>
                      <a:pt x="1539" y="3"/>
                      <a:pt x="1285" y="20"/>
                    </a:cubicBezTo>
                    <a:cubicBezTo>
                      <a:pt x="922" y="46"/>
                      <a:pt x="568" y="133"/>
                      <a:pt x="224" y="256"/>
                    </a:cubicBezTo>
                    <a:cubicBezTo>
                      <a:pt x="136" y="289"/>
                      <a:pt x="41" y="320"/>
                      <a:pt x="1" y="475"/>
                    </a:cubicBezTo>
                    <a:cubicBezTo>
                      <a:pt x="427" y="271"/>
                      <a:pt x="853" y="175"/>
                      <a:pt x="1285" y="131"/>
                    </a:cubicBezTo>
                    <a:cubicBezTo>
                      <a:pt x="1716" y="88"/>
                      <a:pt x="2152" y="79"/>
                      <a:pt x="2625" y="53"/>
                    </a:cubicBezTo>
                    <a:cubicBezTo>
                      <a:pt x="2508" y="31"/>
                      <a:pt x="2421" y="1"/>
                      <a:pt x="2336" y="1"/>
                    </a:cubicBezTo>
                    <a:cubicBezTo>
                      <a:pt x="2240" y="1"/>
                      <a:pt x="2145" y="0"/>
                      <a:pt x="2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3"/>
              <p:cNvSpPr/>
              <p:nvPr/>
            </p:nvSpPr>
            <p:spPr>
              <a:xfrm>
                <a:off x="1713950" y="1304475"/>
                <a:ext cx="25375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232" extrusionOk="0">
                    <a:moveTo>
                      <a:pt x="1014" y="0"/>
                    </a:moveTo>
                    <a:lnTo>
                      <a:pt x="1014" y="0"/>
                    </a:lnTo>
                    <a:cubicBezTo>
                      <a:pt x="818" y="80"/>
                      <a:pt x="618" y="106"/>
                      <a:pt x="416" y="106"/>
                    </a:cubicBezTo>
                    <a:cubicBezTo>
                      <a:pt x="278" y="106"/>
                      <a:pt x="139" y="94"/>
                      <a:pt x="0" y="78"/>
                    </a:cubicBezTo>
                    <a:lnTo>
                      <a:pt x="0" y="78"/>
                    </a:lnTo>
                    <a:cubicBezTo>
                      <a:pt x="103" y="182"/>
                      <a:pt x="261" y="231"/>
                      <a:pt x="428" y="231"/>
                    </a:cubicBezTo>
                    <a:cubicBezTo>
                      <a:pt x="642" y="231"/>
                      <a:pt x="870" y="150"/>
                      <a:pt x="1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3"/>
              <p:cNvSpPr/>
              <p:nvPr/>
            </p:nvSpPr>
            <p:spPr>
              <a:xfrm>
                <a:off x="1811425" y="1358575"/>
                <a:ext cx="13150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526" h="99" extrusionOk="0">
                    <a:moveTo>
                      <a:pt x="397" y="1"/>
                    </a:moveTo>
                    <a:cubicBezTo>
                      <a:pt x="259" y="1"/>
                      <a:pt x="128" y="38"/>
                      <a:pt x="1" y="96"/>
                    </a:cubicBezTo>
                    <a:cubicBezTo>
                      <a:pt x="32" y="97"/>
                      <a:pt x="64" y="98"/>
                      <a:pt x="95" y="98"/>
                    </a:cubicBezTo>
                    <a:cubicBezTo>
                      <a:pt x="243" y="98"/>
                      <a:pt x="388" y="80"/>
                      <a:pt x="526" y="12"/>
                    </a:cubicBezTo>
                    <a:cubicBezTo>
                      <a:pt x="482" y="4"/>
                      <a:pt x="439" y="1"/>
                      <a:pt x="3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3"/>
              <p:cNvSpPr/>
              <p:nvPr/>
            </p:nvSpPr>
            <p:spPr>
              <a:xfrm>
                <a:off x="1796125" y="1314100"/>
                <a:ext cx="3075" cy="120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48" extrusionOk="0">
                    <a:moveTo>
                      <a:pt x="3" y="1"/>
                    </a:moveTo>
                    <a:cubicBezTo>
                      <a:pt x="2" y="16"/>
                      <a:pt x="0" y="31"/>
                      <a:pt x="0" y="47"/>
                    </a:cubicBezTo>
                    <a:cubicBezTo>
                      <a:pt x="41" y="46"/>
                      <a:pt x="82" y="43"/>
                      <a:pt x="122" y="41"/>
                    </a:cubicBezTo>
                    <a:lnTo>
                      <a:pt x="122" y="10"/>
                    </a:lnTo>
                    <a:cubicBezTo>
                      <a:pt x="82" y="7"/>
                      <a:pt x="43" y="4"/>
                      <a:pt x="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4" name="Google Shape;274;p33"/>
          <p:cNvSpPr/>
          <p:nvPr/>
        </p:nvSpPr>
        <p:spPr>
          <a:xfrm>
            <a:off x="7401431" y="337406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75" name="Google Shape;275;p33"/>
          <p:cNvGrpSpPr/>
          <p:nvPr/>
        </p:nvGrpSpPr>
        <p:grpSpPr>
          <a:xfrm>
            <a:off x="7632713" y="3293438"/>
            <a:ext cx="646537" cy="1270351"/>
            <a:chOff x="1997386" y="332334"/>
            <a:chExt cx="667290" cy="1310991"/>
          </a:xfrm>
        </p:grpSpPr>
        <p:sp>
          <p:nvSpPr>
            <p:cNvPr id="276" name="Google Shape;276;p33"/>
            <p:cNvSpPr/>
            <p:nvPr/>
          </p:nvSpPr>
          <p:spPr>
            <a:xfrm>
              <a:off x="1997471" y="332350"/>
              <a:ext cx="667148" cy="1310975"/>
            </a:xfrm>
            <a:custGeom>
              <a:avLst/>
              <a:gdLst/>
              <a:ahLst/>
              <a:cxnLst/>
              <a:rect l="l" t="t" r="r" b="b"/>
              <a:pathLst>
                <a:path w="9440" h="18550" extrusionOk="0">
                  <a:moveTo>
                    <a:pt x="4288" y="1"/>
                  </a:moveTo>
                  <a:cubicBezTo>
                    <a:pt x="4149" y="1"/>
                    <a:pt x="4011" y="35"/>
                    <a:pt x="3873" y="90"/>
                  </a:cubicBezTo>
                  <a:cubicBezTo>
                    <a:pt x="3730" y="147"/>
                    <a:pt x="3630" y="239"/>
                    <a:pt x="3606" y="395"/>
                  </a:cubicBezTo>
                  <a:cubicBezTo>
                    <a:pt x="3564" y="656"/>
                    <a:pt x="3526" y="918"/>
                    <a:pt x="3486" y="1179"/>
                  </a:cubicBezTo>
                  <a:cubicBezTo>
                    <a:pt x="3477" y="1239"/>
                    <a:pt x="3510" y="1313"/>
                    <a:pt x="3433" y="1374"/>
                  </a:cubicBezTo>
                  <a:cubicBezTo>
                    <a:pt x="3402" y="1311"/>
                    <a:pt x="3373" y="1259"/>
                    <a:pt x="3349" y="1205"/>
                  </a:cubicBezTo>
                  <a:cubicBezTo>
                    <a:pt x="3274" y="1037"/>
                    <a:pt x="3205" y="867"/>
                    <a:pt x="3124" y="702"/>
                  </a:cubicBezTo>
                  <a:cubicBezTo>
                    <a:pt x="3021" y="494"/>
                    <a:pt x="2874" y="398"/>
                    <a:pt x="2668" y="398"/>
                  </a:cubicBezTo>
                  <a:cubicBezTo>
                    <a:pt x="2626" y="398"/>
                    <a:pt x="2582" y="402"/>
                    <a:pt x="2536" y="410"/>
                  </a:cubicBezTo>
                  <a:cubicBezTo>
                    <a:pt x="2374" y="437"/>
                    <a:pt x="2247" y="516"/>
                    <a:pt x="2141" y="642"/>
                  </a:cubicBezTo>
                  <a:cubicBezTo>
                    <a:pt x="1928" y="899"/>
                    <a:pt x="1799" y="1194"/>
                    <a:pt x="1735" y="1520"/>
                  </a:cubicBezTo>
                  <a:cubicBezTo>
                    <a:pt x="1679" y="1805"/>
                    <a:pt x="1619" y="2089"/>
                    <a:pt x="1553" y="2410"/>
                  </a:cubicBezTo>
                  <a:cubicBezTo>
                    <a:pt x="1432" y="2222"/>
                    <a:pt x="1346" y="2069"/>
                    <a:pt x="1240" y="1930"/>
                  </a:cubicBezTo>
                  <a:cubicBezTo>
                    <a:pt x="1133" y="1789"/>
                    <a:pt x="995" y="1684"/>
                    <a:pt x="827" y="1684"/>
                  </a:cubicBezTo>
                  <a:cubicBezTo>
                    <a:pt x="790" y="1684"/>
                    <a:pt x="751" y="1689"/>
                    <a:pt x="712" y="1700"/>
                  </a:cubicBezTo>
                  <a:cubicBezTo>
                    <a:pt x="488" y="1760"/>
                    <a:pt x="320" y="1915"/>
                    <a:pt x="275" y="2144"/>
                  </a:cubicBezTo>
                  <a:cubicBezTo>
                    <a:pt x="222" y="2416"/>
                    <a:pt x="194" y="2696"/>
                    <a:pt x="180" y="2974"/>
                  </a:cubicBezTo>
                  <a:cubicBezTo>
                    <a:pt x="164" y="3326"/>
                    <a:pt x="171" y="3681"/>
                    <a:pt x="170" y="4035"/>
                  </a:cubicBezTo>
                  <a:cubicBezTo>
                    <a:pt x="167" y="4327"/>
                    <a:pt x="176" y="4620"/>
                    <a:pt x="164" y="4911"/>
                  </a:cubicBezTo>
                  <a:cubicBezTo>
                    <a:pt x="123" y="5856"/>
                    <a:pt x="72" y="6800"/>
                    <a:pt x="36" y="7744"/>
                  </a:cubicBezTo>
                  <a:cubicBezTo>
                    <a:pt x="23" y="8131"/>
                    <a:pt x="0" y="8524"/>
                    <a:pt x="45" y="8907"/>
                  </a:cubicBezTo>
                  <a:cubicBezTo>
                    <a:pt x="137" y="9709"/>
                    <a:pt x="254" y="10510"/>
                    <a:pt x="393" y="11306"/>
                  </a:cubicBezTo>
                  <a:cubicBezTo>
                    <a:pt x="509" y="11960"/>
                    <a:pt x="739" y="12577"/>
                    <a:pt x="1174" y="13097"/>
                  </a:cubicBezTo>
                  <a:cubicBezTo>
                    <a:pt x="1231" y="13165"/>
                    <a:pt x="1283" y="13237"/>
                    <a:pt x="1328" y="13312"/>
                  </a:cubicBezTo>
                  <a:cubicBezTo>
                    <a:pt x="1358" y="13363"/>
                    <a:pt x="1388" y="13420"/>
                    <a:pt x="1394" y="13477"/>
                  </a:cubicBezTo>
                  <a:cubicBezTo>
                    <a:pt x="1418" y="13685"/>
                    <a:pt x="1433" y="13895"/>
                    <a:pt x="1447" y="14106"/>
                  </a:cubicBezTo>
                  <a:cubicBezTo>
                    <a:pt x="1478" y="14554"/>
                    <a:pt x="1511" y="15001"/>
                    <a:pt x="1535" y="15450"/>
                  </a:cubicBezTo>
                  <a:cubicBezTo>
                    <a:pt x="1576" y="16190"/>
                    <a:pt x="1612" y="16929"/>
                    <a:pt x="1643" y="17671"/>
                  </a:cubicBezTo>
                  <a:cubicBezTo>
                    <a:pt x="1648" y="17776"/>
                    <a:pt x="1681" y="17852"/>
                    <a:pt x="1756" y="17918"/>
                  </a:cubicBezTo>
                  <a:cubicBezTo>
                    <a:pt x="2140" y="18260"/>
                    <a:pt x="2601" y="18443"/>
                    <a:pt x="3100" y="18508"/>
                  </a:cubicBezTo>
                  <a:cubicBezTo>
                    <a:pt x="3329" y="18537"/>
                    <a:pt x="3560" y="18550"/>
                    <a:pt x="3790" y="18550"/>
                  </a:cubicBezTo>
                  <a:cubicBezTo>
                    <a:pt x="4103" y="18550"/>
                    <a:pt x="4416" y="18526"/>
                    <a:pt x="4728" y="18488"/>
                  </a:cubicBezTo>
                  <a:cubicBezTo>
                    <a:pt x="4958" y="18460"/>
                    <a:pt x="5187" y="18430"/>
                    <a:pt x="5412" y="18380"/>
                  </a:cubicBezTo>
                  <a:cubicBezTo>
                    <a:pt x="5717" y="18313"/>
                    <a:pt x="6017" y="18224"/>
                    <a:pt x="6320" y="18146"/>
                  </a:cubicBezTo>
                  <a:cubicBezTo>
                    <a:pt x="6827" y="18016"/>
                    <a:pt x="7334" y="17884"/>
                    <a:pt x="7782" y="17593"/>
                  </a:cubicBezTo>
                  <a:cubicBezTo>
                    <a:pt x="7860" y="17543"/>
                    <a:pt x="7935" y="17489"/>
                    <a:pt x="8008" y="17439"/>
                  </a:cubicBezTo>
                  <a:cubicBezTo>
                    <a:pt x="7869" y="16734"/>
                    <a:pt x="7851" y="16041"/>
                    <a:pt x="7812" y="15349"/>
                  </a:cubicBezTo>
                  <a:cubicBezTo>
                    <a:pt x="7785" y="14887"/>
                    <a:pt x="7773" y="14425"/>
                    <a:pt x="7747" y="13964"/>
                  </a:cubicBezTo>
                  <a:cubicBezTo>
                    <a:pt x="7738" y="13820"/>
                    <a:pt x="7735" y="13693"/>
                    <a:pt x="7891" y="13624"/>
                  </a:cubicBezTo>
                  <a:cubicBezTo>
                    <a:pt x="7915" y="13613"/>
                    <a:pt x="7932" y="13588"/>
                    <a:pt x="7950" y="13568"/>
                  </a:cubicBezTo>
                  <a:cubicBezTo>
                    <a:pt x="8088" y="13420"/>
                    <a:pt x="8220" y="13265"/>
                    <a:pt x="8364" y="13121"/>
                  </a:cubicBezTo>
                  <a:cubicBezTo>
                    <a:pt x="8536" y="12952"/>
                    <a:pt x="8664" y="12757"/>
                    <a:pt x="8746" y="12527"/>
                  </a:cubicBezTo>
                  <a:cubicBezTo>
                    <a:pt x="9021" y="11765"/>
                    <a:pt x="9222" y="10983"/>
                    <a:pt x="9356" y="10183"/>
                  </a:cubicBezTo>
                  <a:cubicBezTo>
                    <a:pt x="9440" y="9685"/>
                    <a:pt x="9429" y="9201"/>
                    <a:pt x="9284" y="8711"/>
                  </a:cubicBezTo>
                  <a:cubicBezTo>
                    <a:pt x="9049" y="7930"/>
                    <a:pt x="8905" y="7127"/>
                    <a:pt x="8788" y="6318"/>
                  </a:cubicBezTo>
                  <a:cubicBezTo>
                    <a:pt x="8751" y="6057"/>
                    <a:pt x="8710" y="5795"/>
                    <a:pt x="8665" y="5534"/>
                  </a:cubicBezTo>
                  <a:cubicBezTo>
                    <a:pt x="8634" y="5357"/>
                    <a:pt x="8560" y="5196"/>
                    <a:pt x="8439" y="5061"/>
                  </a:cubicBezTo>
                  <a:cubicBezTo>
                    <a:pt x="8338" y="4948"/>
                    <a:pt x="8221" y="4892"/>
                    <a:pt x="8091" y="4892"/>
                  </a:cubicBezTo>
                  <a:cubicBezTo>
                    <a:pt x="8031" y="4892"/>
                    <a:pt x="7968" y="4904"/>
                    <a:pt x="7903" y="4927"/>
                  </a:cubicBezTo>
                  <a:cubicBezTo>
                    <a:pt x="7849" y="4948"/>
                    <a:pt x="7797" y="4974"/>
                    <a:pt x="7722" y="5007"/>
                  </a:cubicBezTo>
                  <a:cubicBezTo>
                    <a:pt x="7696" y="4912"/>
                    <a:pt x="7671" y="4837"/>
                    <a:pt x="7656" y="4759"/>
                  </a:cubicBezTo>
                  <a:cubicBezTo>
                    <a:pt x="7563" y="4266"/>
                    <a:pt x="7465" y="3772"/>
                    <a:pt x="7381" y="3277"/>
                  </a:cubicBezTo>
                  <a:cubicBezTo>
                    <a:pt x="7312" y="2869"/>
                    <a:pt x="7232" y="2464"/>
                    <a:pt x="7226" y="2045"/>
                  </a:cubicBezTo>
                  <a:cubicBezTo>
                    <a:pt x="7222" y="1728"/>
                    <a:pt x="7142" y="1412"/>
                    <a:pt x="7088" y="1098"/>
                  </a:cubicBezTo>
                  <a:cubicBezTo>
                    <a:pt x="7061" y="939"/>
                    <a:pt x="6979" y="807"/>
                    <a:pt x="6848" y="707"/>
                  </a:cubicBezTo>
                  <a:cubicBezTo>
                    <a:pt x="6727" y="614"/>
                    <a:pt x="6595" y="570"/>
                    <a:pt x="6471" y="570"/>
                  </a:cubicBezTo>
                  <a:cubicBezTo>
                    <a:pt x="6234" y="570"/>
                    <a:pt x="6025" y="728"/>
                    <a:pt x="5968" y="1008"/>
                  </a:cubicBezTo>
                  <a:cubicBezTo>
                    <a:pt x="5896" y="1359"/>
                    <a:pt x="5839" y="1718"/>
                    <a:pt x="5815" y="2075"/>
                  </a:cubicBezTo>
                  <a:cubicBezTo>
                    <a:pt x="5779" y="2617"/>
                    <a:pt x="5779" y="3163"/>
                    <a:pt x="5762" y="3706"/>
                  </a:cubicBezTo>
                  <a:cubicBezTo>
                    <a:pt x="5759" y="3762"/>
                    <a:pt x="5749" y="3816"/>
                    <a:pt x="5743" y="3871"/>
                  </a:cubicBezTo>
                  <a:cubicBezTo>
                    <a:pt x="5705" y="3850"/>
                    <a:pt x="5695" y="3832"/>
                    <a:pt x="5692" y="3813"/>
                  </a:cubicBezTo>
                  <a:cubicBezTo>
                    <a:pt x="5622" y="3322"/>
                    <a:pt x="5544" y="2831"/>
                    <a:pt x="5489" y="2338"/>
                  </a:cubicBezTo>
                  <a:cubicBezTo>
                    <a:pt x="5417" y="1706"/>
                    <a:pt x="5247" y="1100"/>
                    <a:pt x="5033" y="504"/>
                  </a:cubicBezTo>
                  <a:cubicBezTo>
                    <a:pt x="4955" y="284"/>
                    <a:pt x="4802" y="141"/>
                    <a:pt x="4587" y="57"/>
                  </a:cubicBezTo>
                  <a:cubicBezTo>
                    <a:pt x="4486" y="18"/>
                    <a:pt x="4387" y="1"/>
                    <a:pt x="4288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" name="Google Shape;277;p33"/>
            <p:cNvGrpSpPr/>
            <p:nvPr/>
          </p:nvGrpSpPr>
          <p:grpSpPr>
            <a:xfrm>
              <a:off x="1997386" y="332334"/>
              <a:ext cx="667290" cy="1310975"/>
              <a:chOff x="1038625" y="1235125"/>
              <a:chExt cx="236050" cy="463750"/>
            </a:xfrm>
          </p:grpSpPr>
          <p:sp>
            <p:nvSpPr>
              <p:cNvPr id="278" name="Google Shape;278;p33"/>
              <p:cNvSpPr/>
              <p:nvPr/>
            </p:nvSpPr>
            <p:spPr>
              <a:xfrm>
                <a:off x="1043050" y="1238075"/>
                <a:ext cx="228425" cy="454875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18195" extrusionOk="0">
                    <a:moveTo>
                      <a:pt x="4116" y="7959"/>
                    </a:moveTo>
                    <a:cubicBezTo>
                      <a:pt x="4262" y="7959"/>
                      <a:pt x="4415" y="7980"/>
                      <a:pt x="4537" y="8028"/>
                    </a:cubicBezTo>
                    <a:lnTo>
                      <a:pt x="3723" y="8028"/>
                    </a:lnTo>
                    <a:cubicBezTo>
                      <a:pt x="3815" y="7983"/>
                      <a:pt x="3961" y="7959"/>
                      <a:pt x="4116" y="7959"/>
                    </a:cubicBezTo>
                    <a:close/>
                    <a:moveTo>
                      <a:pt x="4233" y="7647"/>
                    </a:moveTo>
                    <a:cubicBezTo>
                      <a:pt x="4495" y="7647"/>
                      <a:pt x="4758" y="7656"/>
                      <a:pt x="5020" y="7666"/>
                    </a:cubicBezTo>
                    <a:cubicBezTo>
                      <a:pt x="5303" y="7678"/>
                      <a:pt x="5584" y="7746"/>
                      <a:pt x="5866" y="7791"/>
                    </a:cubicBezTo>
                    <a:cubicBezTo>
                      <a:pt x="5888" y="7794"/>
                      <a:pt x="5908" y="7818"/>
                      <a:pt x="5962" y="7855"/>
                    </a:cubicBezTo>
                    <a:cubicBezTo>
                      <a:pt x="5900" y="7855"/>
                      <a:pt x="5854" y="7860"/>
                      <a:pt x="5814" y="7860"/>
                    </a:cubicBezTo>
                    <a:cubicBezTo>
                      <a:pt x="5792" y="7860"/>
                      <a:pt x="5772" y="7858"/>
                      <a:pt x="5752" y="7854"/>
                    </a:cubicBezTo>
                    <a:cubicBezTo>
                      <a:pt x="5405" y="7771"/>
                      <a:pt x="5056" y="7749"/>
                      <a:pt x="4706" y="7749"/>
                    </a:cubicBezTo>
                    <a:cubicBezTo>
                      <a:pt x="4467" y="7749"/>
                      <a:pt x="4227" y="7759"/>
                      <a:pt x="3987" y="7767"/>
                    </a:cubicBezTo>
                    <a:cubicBezTo>
                      <a:pt x="3221" y="7789"/>
                      <a:pt x="2475" y="7911"/>
                      <a:pt x="1740" y="8125"/>
                    </a:cubicBezTo>
                    <a:cubicBezTo>
                      <a:pt x="1610" y="8164"/>
                      <a:pt x="1480" y="8208"/>
                      <a:pt x="1338" y="8208"/>
                    </a:cubicBezTo>
                    <a:cubicBezTo>
                      <a:pt x="1291" y="8208"/>
                      <a:pt x="1242" y="8203"/>
                      <a:pt x="1192" y="8191"/>
                    </a:cubicBezTo>
                    <a:cubicBezTo>
                      <a:pt x="1248" y="8166"/>
                      <a:pt x="1302" y="8128"/>
                      <a:pt x="1360" y="8115"/>
                    </a:cubicBezTo>
                    <a:cubicBezTo>
                      <a:pt x="1882" y="7989"/>
                      <a:pt x="2398" y="7843"/>
                      <a:pt x="2927" y="7749"/>
                    </a:cubicBezTo>
                    <a:cubicBezTo>
                      <a:pt x="3359" y="7671"/>
                      <a:pt x="3796" y="7647"/>
                      <a:pt x="4233" y="7647"/>
                    </a:cubicBezTo>
                    <a:close/>
                    <a:moveTo>
                      <a:pt x="6237" y="9740"/>
                    </a:moveTo>
                    <a:cubicBezTo>
                      <a:pt x="6248" y="9740"/>
                      <a:pt x="6260" y="9742"/>
                      <a:pt x="6273" y="9744"/>
                    </a:cubicBezTo>
                    <a:lnTo>
                      <a:pt x="6274" y="9744"/>
                    </a:lnTo>
                    <a:cubicBezTo>
                      <a:pt x="6277" y="9831"/>
                      <a:pt x="6217" y="9875"/>
                      <a:pt x="6169" y="9926"/>
                    </a:cubicBezTo>
                    <a:cubicBezTo>
                      <a:pt x="6003" y="10104"/>
                      <a:pt x="5836" y="10281"/>
                      <a:pt x="5669" y="10460"/>
                    </a:cubicBezTo>
                    <a:cubicBezTo>
                      <a:pt x="5429" y="10718"/>
                      <a:pt x="5320" y="11035"/>
                      <a:pt x="5270" y="11377"/>
                    </a:cubicBezTo>
                    <a:cubicBezTo>
                      <a:pt x="5257" y="11470"/>
                      <a:pt x="5240" y="11561"/>
                      <a:pt x="5225" y="11654"/>
                    </a:cubicBezTo>
                    <a:cubicBezTo>
                      <a:pt x="5212" y="11653"/>
                      <a:pt x="5198" y="11651"/>
                      <a:pt x="5185" y="11648"/>
                    </a:cubicBezTo>
                    <a:cubicBezTo>
                      <a:pt x="5176" y="11569"/>
                      <a:pt x="5153" y="11489"/>
                      <a:pt x="5161" y="11411"/>
                    </a:cubicBezTo>
                    <a:cubicBezTo>
                      <a:pt x="5201" y="11021"/>
                      <a:pt x="5303" y="10652"/>
                      <a:pt x="5581" y="10356"/>
                    </a:cubicBezTo>
                    <a:cubicBezTo>
                      <a:pt x="5749" y="10178"/>
                      <a:pt x="5919" y="10002"/>
                      <a:pt x="6090" y="9828"/>
                    </a:cubicBezTo>
                    <a:cubicBezTo>
                      <a:pt x="6128" y="9789"/>
                      <a:pt x="6166" y="9740"/>
                      <a:pt x="6237" y="9740"/>
                    </a:cubicBezTo>
                    <a:close/>
                    <a:moveTo>
                      <a:pt x="1269" y="8753"/>
                    </a:moveTo>
                    <a:cubicBezTo>
                      <a:pt x="1325" y="8753"/>
                      <a:pt x="1368" y="8781"/>
                      <a:pt x="1410" y="8805"/>
                    </a:cubicBezTo>
                    <a:lnTo>
                      <a:pt x="1410" y="8807"/>
                    </a:lnTo>
                    <a:cubicBezTo>
                      <a:pt x="1741" y="8996"/>
                      <a:pt x="2050" y="9216"/>
                      <a:pt x="2328" y="9480"/>
                    </a:cubicBezTo>
                    <a:cubicBezTo>
                      <a:pt x="2475" y="9620"/>
                      <a:pt x="2622" y="9761"/>
                      <a:pt x="2769" y="9903"/>
                    </a:cubicBezTo>
                    <a:cubicBezTo>
                      <a:pt x="3489" y="10609"/>
                      <a:pt x="4061" y="11423"/>
                      <a:pt x="4522" y="12318"/>
                    </a:cubicBezTo>
                    <a:cubicBezTo>
                      <a:pt x="4559" y="12394"/>
                      <a:pt x="4588" y="12475"/>
                      <a:pt x="4621" y="12555"/>
                    </a:cubicBezTo>
                    <a:cubicBezTo>
                      <a:pt x="4601" y="12564"/>
                      <a:pt x="4583" y="12573"/>
                      <a:pt x="4565" y="12582"/>
                    </a:cubicBezTo>
                    <a:cubicBezTo>
                      <a:pt x="4534" y="12525"/>
                      <a:pt x="4501" y="12469"/>
                      <a:pt x="4471" y="12412"/>
                    </a:cubicBezTo>
                    <a:cubicBezTo>
                      <a:pt x="3857" y="11192"/>
                      <a:pt x="3032" y="10142"/>
                      <a:pt x="1956" y="9296"/>
                    </a:cubicBezTo>
                    <a:cubicBezTo>
                      <a:pt x="1765" y="9147"/>
                      <a:pt x="1545" y="9035"/>
                      <a:pt x="1338" y="8906"/>
                    </a:cubicBezTo>
                    <a:cubicBezTo>
                      <a:pt x="1284" y="8871"/>
                      <a:pt x="1231" y="8837"/>
                      <a:pt x="1156" y="8789"/>
                    </a:cubicBezTo>
                    <a:cubicBezTo>
                      <a:pt x="1200" y="8763"/>
                      <a:pt x="1237" y="8753"/>
                      <a:pt x="1269" y="8753"/>
                    </a:cubicBezTo>
                    <a:close/>
                    <a:moveTo>
                      <a:pt x="6682" y="13988"/>
                    </a:moveTo>
                    <a:lnTo>
                      <a:pt x="6682" y="13988"/>
                    </a:lnTo>
                    <a:cubicBezTo>
                      <a:pt x="6706" y="14097"/>
                      <a:pt x="6645" y="14127"/>
                      <a:pt x="6592" y="14148"/>
                    </a:cubicBezTo>
                    <a:cubicBezTo>
                      <a:pt x="6103" y="14348"/>
                      <a:pt x="5612" y="14549"/>
                      <a:pt x="5087" y="14640"/>
                    </a:cubicBezTo>
                    <a:cubicBezTo>
                      <a:pt x="5083" y="14641"/>
                      <a:pt x="5078" y="14642"/>
                      <a:pt x="5073" y="14642"/>
                    </a:cubicBezTo>
                    <a:cubicBezTo>
                      <a:pt x="5049" y="14642"/>
                      <a:pt x="5022" y="14629"/>
                      <a:pt x="4991" y="14607"/>
                    </a:cubicBezTo>
                    <a:cubicBezTo>
                      <a:pt x="5255" y="14456"/>
                      <a:pt x="5561" y="14432"/>
                      <a:pt x="5837" y="14318"/>
                    </a:cubicBezTo>
                    <a:cubicBezTo>
                      <a:pt x="6115" y="14202"/>
                      <a:pt x="6396" y="14099"/>
                      <a:pt x="6682" y="13988"/>
                    </a:cubicBezTo>
                    <a:close/>
                    <a:moveTo>
                      <a:pt x="4073" y="0"/>
                    </a:moveTo>
                    <a:cubicBezTo>
                      <a:pt x="3861" y="0"/>
                      <a:pt x="3669" y="130"/>
                      <a:pt x="3564" y="379"/>
                    </a:cubicBezTo>
                    <a:cubicBezTo>
                      <a:pt x="3494" y="551"/>
                      <a:pt x="3450" y="746"/>
                      <a:pt x="3446" y="931"/>
                    </a:cubicBezTo>
                    <a:cubicBezTo>
                      <a:pt x="3437" y="1339"/>
                      <a:pt x="3453" y="1747"/>
                      <a:pt x="3470" y="2154"/>
                    </a:cubicBezTo>
                    <a:cubicBezTo>
                      <a:pt x="3480" y="2439"/>
                      <a:pt x="3485" y="2727"/>
                      <a:pt x="3531" y="3007"/>
                    </a:cubicBezTo>
                    <a:cubicBezTo>
                      <a:pt x="3650" y="3726"/>
                      <a:pt x="3666" y="4454"/>
                      <a:pt x="3714" y="5179"/>
                    </a:cubicBezTo>
                    <a:cubicBezTo>
                      <a:pt x="3752" y="5747"/>
                      <a:pt x="3792" y="6317"/>
                      <a:pt x="3831" y="6886"/>
                    </a:cubicBezTo>
                    <a:cubicBezTo>
                      <a:pt x="3834" y="6933"/>
                      <a:pt x="3827" y="6982"/>
                      <a:pt x="3824" y="7030"/>
                    </a:cubicBezTo>
                    <a:cubicBezTo>
                      <a:pt x="3807" y="7032"/>
                      <a:pt x="3791" y="7033"/>
                      <a:pt x="3776" y="7035"/>
                    </a:cubicBezTo>
                    <a:cubicBezTo>
                      <a:pt x="3755" y="6969"/>
                      <a:pt x="3720" y="6904"/>
                      <a:pt x="3714" y="6838"/>
                    </a:cubicBezTo>
                    <a:cubicBezTo>
                      <a:pt x="3687" y="6526"/>
                      <a:pt x="3666" y="6215"/>
                      <a:pt x="3645" y="5903"/>
                    </a:cubicBezTo>
                    <a:cubicBezTo>
                      <a:pt x="3602" y="5204"/>
                      <a:pt x="3567" y="4505"/>
                      <a:pt x="3510" y="3807"/>
                    </a:cubicBezTo>
                    <a:cubicBezTo>
                      <a:pt x="3474" y="3361"/>
                      <a:pt x="3396" y="2919"/>
                      <a:pt x="3353" y="2473"/>
                    </a:cubicBezTo>
                    <a:cubicBezTo>
                      <a:pt x="3312" y="2052"/>
                      <a:pt x="3236" y="1639"/>
                      <a:pt x="3092" y="1241"/>
                    </a:cubicBezTo>
                    <a:cubicBezTo>
                      <a:pt x="3018" y="1037"/>
                      <a:pt x="2936" y="833"/>
                      <a:pt x="2828" y="647"/>
                    </a:cubicBezTo>
                    <a:cubicBezTo>
                      <a:pt x="2746" y="506"/>
                      <a:pt x="2596" y="434"/>
                      <a:pt x="2445" y="434"/>
                    </a:cubicBezTo>
                    <a:cubicBezTo>
                      <a:pt x="2323" y="434"/>
                      <a:pt x="2200" y="482"/>
                      <a:pt x="2112" y="580"/>
                    </a:cubicBezTo>
                    <a:cubicBezTo>
                      <a:pt x="1929" y="784"/>
                      <a:pt x="1786" y="1018"/>
                      <a:pt x="1728" y="1289"/>
                    </a:cubicBezTo>
                    <a:cubicBezTo>
                      <a:pt x="1654" y="1628"/>
                      <a:pt x="1590" y="1968"/>
                      <a:pt x="1534" y="2308"/>
                    </a:cubicBezTo>
                    <a:cubicBezTo>
                      <a:pt x="1506" y="2488"/>
                      <a:pt x="1459" y="2682"/>
                      <a:pt x="1500" y="2851"/>
                    </a:cubicBezTo>
                    <a:cubicBezTo>
                      <a:pt x="1627" y="3376"/>
                      <a:pt x="1668" y="3909"/>
                      <a:pt x="1714" y="4443"/>
                    </a:cubicBezTo>
                    <a:cubicBezTo>
                      <a:pt x="1755" y="4917"/>
                      <a:pt x="1791" y="5392"/>
                      <a:pt x="1827" y="5866"/>
                    </a:cubicBezTo>
                    <a:cubicBezTo>
                      <a:pt x="1849" y="6143"/>
                      <a:pt x="1869" y="6421"/>
                      <a:pt x="1885" y="6700"/>
                    </a:cubicBezTo>
                    <a:cubicBezTo>
                      <a:pt x="1891" y="6775"/>
                      <a:pt x="1903" y="6859"/>
                      <a:pt x="1794" y="6931"/>
                    </a:cubicBezTo>
                    <a:cubicBezTo>
                      <a:pt x="1783" y="6844"/>
                      <a:pt x="1774" y="6781"/>
                      <a:pt x="1770" y="6716"/>
                    </a:cubicBezTo>
                    <a:cubicBezTo>
                      <a:pt x="1762" y="6566"/>
                      <a:pt x="1765" y="6416"/>
                      <a:pt x="1753" y="6268"/>
                    </a:cubicBezTo>
                    <a:cubicBezTo>
                      <a:pt x="1701" y="5645"/>
                      <a:pt x="1650" y="5022"/>
                      <a:pt x="1590" y="4401"/>
                    </a:cubicBezTo>
                    <a:cubicBezTo>
                      <a:pt x="1552" y="4016"/>
                      <a:pt x="1510" y="3632"/>
                      <a:pt x="1444" y="3250"/>
                    </a:cubicBezTo>
                    <a:cubicBezTo>
                      <a:pt x="1402" y="3004"/>
                      <a:pt x="1299" y="2769"/>
                      <a:pt x="1248" y="2524"/>
                    </a:cubicBezTo>
                    <a:cubicBezTo>
                      <a:pt x="1201" y="2298"/>
                      <a:pt x="1096" y="2106"/>
                      <a:pt x="967" y="1920"/>
                    </a:cubicBezTo>
                    <a:cubicBezTo>
                      <a:pt x="885" y="1801"/>
                      <a:pt x="785" y="1717"/>
                      <a:pt x="651" y="1717"/>
                    </a:cubicBezTo>
                    <a:cubicBezTo>
                      <a:pt x="621" y="1717"/>
                      <a:pt x="589" y="1721"/>
                      <a:pt x="554" y="1731"/>
                    </a:cubicBezTo>
                    <a:cubicBezTo>
                      <a:pt x="371" y="1782"/>
                      <a:pt x="239" y="1902"/>
                      <a:pt x="212" y="2095"/>
                    </a:cubicBezTo>
                    <a:cubicBezTo>
                      <a:pt x="176" y="2365"/>
                      <a:pt x="145" y="2635"/>
                      <a:pt x="137" y="2907"/>
                    </a:cubicBezTo>
                    <a:cubicBezTo>
                      <a:pt x="116" y="3702"/>
                      <a:pt x="110" y="4497"/>
                      <a:pt x="92" y="5291"/>
                    </a:cubicBezTo>
                    <a:cubicBezTo>
                      <a:pt x="82" y="5755"/>
                      <a:pt x="55" y="6215"/>
                      <a:pt x="46" y="6677"/>
                    </a:cubicBezTo>
                    <a:cubicBezTo>
                      <a:pt x="31" y="7398"/>
                      <a:pt x="1" y="8119"/>
                      <a:pt x="19" y="8840"/>
                    </a:cubicBezTo>
                    <a:cubicBezTo>
                      <a:pt x="37" y="9525"/>
                      <a:pt x="154" y="10203"/>
                      <a:pt x="275" y="10879"/>
                    </a:cubicBezTo>
                    <a:cubicBezTo>
                      <a:pt x="358" y="11341"/>
                      <a:pt x="457" y="11800"/>
                      <a:pt x="694" y="12213"/>
                    </a:cubicBezTo>
                    <a:cubicBezTo>
                      <a:pt x="822" y="12438"/>
                      <a:pt x="952" y="12661"/>
                      <a:pt x="1096" y="12874"/>
                    </a:cubicBezTo>
                    <a:cubicBezTo>
                      <a:pt x="1164" y="12973"/>
                      <a:pt x="1261" y="13056"/>
                      <a:pt x="1357" y="13128"/>
                    </a:cubicBezTo>
                    <a:cubicBezTo>
                      <a:pt x="1542" y="13266"/>
                      <a:pt x="1738" y="13390"/>
                      <a:pt x="1926" y="13524"/>
                    </a:cubicBezTo>
                    <a:cubicBezTo>
                      <a:pt x="2269" y="13767"/>
                      <a:pt x="2618" y="14009"/>
                      <a:pt x="3021" y="14145"/>
                    </a:cubicBezTo>
                    <a:cubicBezTo>
                      <a:pt x="3303" y="14241"/>
                      <a:pt x="3591" y="14322"/>
                      <a:pt x="3878" y="14405"/>
                    </a:cubicBezTo>
                    <a:cubicBezTo>
                      <a:pt x="4028" y="14448"/>
                      <a:pt x="4184" y="14472"/>
                      <a:pt x="4330" y="14522"/>
                    </a:cubicBezTo>
                    <a:cubicBezTo>
                      <a:pt x="4370" y="14535"/>
                      <a:pt x="4411" y="14615"/>
                      <a:pt x="4409" y="14663"/>
                    </a:cubicBezTo>
                    <a:cubicBezTo>
                      <a:pt x="4407" y="14721"/>
                      <a:pt x="4365" y="14739"/>
                      <a:pt x="4318" y="14739"/>
                    </a:cubicBezTo>
                    <a:cubicBezTo>
                      <a:pt x="4301" y="14739"/>
                      <a:pt x="4284" y="14737"/>
                      <a:pt x="4268" y="14733"/>
                    </a:cubicBezTo>
                    <a:cubicBezTo>
                      <a:pt x="3848" y="14643"/>
                      <a:pt x="3435" y="14535"/>
                      <a:pt x="3033" y="14382"/>
                    </a:cubicBezTo>
                    <a:cubicBezTo>
                      <a:pt x="2649" y="14237"/>
                      <a:pt x="2305" y="14019"/>
                      <a:pt x="1954" y="13812"/>
                    </a:cubicBezTo>
                    <a:cubicBezTo>
                      <a:pt x="1794" y="13716"/>
                      <a:pt x="1629" y="13626"/>
                      <a:pt x="1449" y="13522"/>
                    </a:cubicBezTo>
                    <a:lnTo>
                      <a:pt x="1449" y="13522"/>
                    </a:lnTo>
                    <a:cubicBezTo>
                      <a:pt x="1449" y="13597"/>
                      <a:pt x="1447" y="13638"/>
                      <a:pt x="1450" y="13677"/>
                    </a:cubicBezTo>
                    <a:cubicBezTo>
                      <a:pt x="1497" y="14342"/>
                      <a:pt x="1551" y="15006"/>
                      <a:pt x="1593" y="15671"/>
                    </a:cubicBezTo>
                    <a:cubicBezTo>
                      <a:pt x="1629" y="16268"/>
                      <a:pt x="1653" y="16865"/>
                      <a:pt x="1681" y="17464"/>
                    </a:cubicBezTo>
                    <a:cubicBezTo>
                      <a:pt x="1684" y="17539"/>
                      <a:pt x="1695" y="17605"/>
                      <a:pt x="1762" y="17661"/>
                    </a:cubicBezTo>
                    <a:cubicBezTo>
                      <a:pt x="2110" y="17944"/>
                      <a:pt x="2516" y="18099"/>
                      <a:pt x="2952" y="18156"/>
                    </a:cubicBezTo>
                    <a:cubicBezTo>
                      <a:pt x="3160" y="18183"/>
                      <a:pt x="3368" y="18194"/>
                      <a:pt x="3576" y="18194"/>
                    </a:cubicBezTo>
                    <a:cubicBezTo>
                      <a:pt x="3905" y="18194"/>
                      <a:pt x="4233" y="18167"/>
                      <a:pt x="4561" y="18132"/>
                    </a:cubicBezTo>
                    <a:cubicBezTo>
                      <a:pt x="5186" y="18064"/>
                      <a:pt x="5780" y="17863"/>
                      <a:pt x="6387" y="17712"/>
                    </a:cubicBezTo>
                    <a:cubicBezTo>
                      <a:pt x="6751" y="17620"/>
                      <a:pt x="7099" y="17493"/>
                      <a:pt x="7426" y="17302"/>
                    </a:cubicBezTo>
                    <a:cubicBezTo>
                      <a:pt x="7536" y="17237"/>
                      <a:pt x="7587" y="17165"/>
                      <a:pt x="7557" y="17039"/>
                    </a:cubicBezTo>
                    <a:cubicBezTo>
                      <a:pt x="7548" y="17000"/>
                      <a:pt x="7546" y="16958"/>
                      <a:pt x="7543" y="16918"/>
                    </a:cubicBezTo>
                    <a:cubicBezTo>
                      <a:pt x="7498" y="16282"/>
                      <a:pt x="7452" y="15644"/>
                      <a:pt x="7410" y="15008"/>
                    </a:cubicBezTo>
                    <a:cubicBezTo>
                      <a:pt x="7398" y="14796"/>
                      <a:pt x="7399" y="14586"/>
                      <a:pt x="7392" y="14376"/>
                    </a:cubicBezTo>
                    <a:cubicBezTo>
                      <a:pt x="7386" y="14138"/>
                      <a:pt x="7377" y="13900"/>
                      <a:pt x="7368" y="13662"/>
                    </a:cubicBezTo>
                    <a:cubicBezTo>
                      <a:pt x="7365" y="13575"/>
                      <a:pt x="7395" y="13510"/>
                      <a:pt x="7465" y="13452"/>
                    </a:cubicBezTo>
                    <a:cubicBezTo>
                      <a:pt x="7685" y="13267"/>
                      <a:pt x="7899" y="13081"/>
                      <a:pt x="8108" y="12888"/>
                    </a:cubicBezTo>
                    <a:cubicBezTo>
                      <a:pt x="8282" y="12729"/>
                      <a:pt x="8388" y="12526"/>
                      <a:pt x="8471" y="12306"/>
                    </a:cubicBezTo>
                    <a:cubicBezTo>
                      <a:pt x="8778" y="11494"/>
                      <a:pt x="8967" y="10654"/>
                      <a:pt x="9092" y="9798"/>
                    </a:cubicBezTo>
                    <a:cubicBezTo>
                      <a:pt x="9137" y="9495"/>
                      <a:pt x="9129" y="9191"/>
                      <a:pt x="9051" y="8888"/>
                    </a:cubicBezTo>
                    <a:cubicBezTo>
                      <a:pt x="8912" y="8343"/>
                      <a:pt x="8772" y="7795"/>
                      <a:pt x="8660" y="7245"/>
                    </a:cubicBezTo>
                    <a:cubicBezTo>
                      <a:pt x="8547" y="6685"/>
                      <a:pt x="8474" y="6119"/>
                      <a:pt x="8370" y="5558"/>
                    </a:cubicBezTo>
                    <a:cubicBezTo>
                      <a:pt x="8340" y="5402"/>
                      <a:pt x="8277" y="5245"/>
                      <a:pt x="8199" y="5106"/>
                    </a:cubicBezTo>
                    <a:cubicBezTo>
                      <a:pt x="8133" y="4988"/>
                      <a:pt x="8027" y="4929"/>
                      <a:pt x="7914" y="4929"/>
                    </a:cubicBezTo>
                    <a:cubicBezTo>
                      <a:pt x="7839" y="4929"/>
                      <a:pt x="7762" y="4954"/>
                      <a:pt x="7689" y="5004"/>
                    </a:cubicBezTo>
                    <a:cubicBezTo>
                      <a:pt x="7634" y="5042"/>
                      <a:pt x="7584" y="5090"/>
                      <a:pt x="7539" y="5140"/>
                    </a:cubicBezTo>
                    <a:cubicBezTo>
                      <a:pt x="7353" y="5339"/>
                      <a:pt x="7236" y="5576"/>
                      <a:pt x="7188" y="5842"/>
                    </a:cubicBezTo>
                    <a:cubicBezTo>
                      <a:pt x="7062" y="6544"/>
                      <a:pt x="7059" y="7249"/>
                      <a:pt x="7198" y="7950"/>
                    </a:cubicBezTo>
                    <a:cubicBezTo>
                      <a:pt x="7236" y="8142"/>
                      <a:pt x="7234" y="8328"/>
                      <a:pt x="7179" y="8512"/>
                    </a:cubicBezTo>
                    <a:cubicBezTo>
                      <a:pt x="7098" y="8789"/>
                      <a:pt x="6973" y="9045"/>
                      <a:pt x="6799" y="9276"/>
                    </a:cubicBezTo>
                    <a:cubicBezTo>
                      <a:pt x="6774" y="9309"/>
                      <a:pt x="6741" y="9339"/>
                      <a:pt x="6703" y="9380"/>
                    </a:cubicBezTo>
                    <a:cubicBezTo>
                      <a:pt x="6645" y="9278"/>
                      <a:pt x="6706" y="9219"/>
                      <a:pt x="6736" y="9158"/>
                    </a:cubicBezTo>
                    <a:cubicBezTo>
                      <a:pt x="6823" y="8973"/>
                      <a:pt x="6921" y="8793"/>
                      <a:pt x="6999" y="8605"/>
                    </a:cubicBezTo>
                    <a:cubicBezTo>
                      <a:pt x="7083" y="8403"/>
                      <a:pt x="7114" y="8193"/>
                      <a:pt x="7080" y="7968"/>
                    </a:cubicBezTo>
                    <a:cubicBezTo>
                      <a:pt x="7011" y="7525"/>
                      <a:pt x="6954" y="7080"/>
                      <a:pt x="6993" y="6628"/>
                    </a:cubicBezTo>
                    <a:cubicBezTo>
                      <a:pt x="7003" y="6500"/>
                      <a:pt x="7020" y="6371"/>
                      <a:pt x="7018" y="6242"/>
                    </a:cubicBezTo>
                    <a:cubicBezTo>
                      <a:pt x="7012" y="5872"/>
                      <a:pt x="7092" y="5528"/>
                      <a:pt x="7308" y="5221"/>
                    </a:cubicBezTo>
                    <a:cubicBezTo>
                      <a:pt x="7390" y="5103"/>
                      <a:pt x="7402" y="4974"/>
                      <a:pt x="7374" y="4832"/>
                    </a:cubicBezTo>
                    <a:cubicBezTo>
                      <a:pt x="7287" y="4406"/>
                      <a:pt x="7203" y="3980"/>
                      <a:pt x="7126" y="3552"/>
                    </a:cubicBezTo>
                    <a:cubicBezTo>
                      <a:pt x="7026" y="2985"/>
                      <a:pt x="6913" y="2419"/>
                      <a:pt x="6900" y="1837"/>
                    </a:cubicBezTo>
                    <a:cubicBezTo>
                      <a:pt x="6894" y="1562"/>
                      <a:pt x="6831" y="1285"/>
                      <a:pt x="6769" y="1015"/>
                    </a:cubicBezTo>
                    <a:cubicBezTo>
                      <a:pt x="6745" y="902"/>
                      <a:pt x="6675" y="785"/>
                      <a:pt x="6591" y="704"/>
                    </a:cubicBezTo>
                    <a:cubicBezTo>
                      <a:pt x="6512" y="629"/>
                      <a:pt x="6398" y="586"/>
                      <a:pt x="6285" y="586"/>
                    </a:cubicBezTo>
                    <a:cubicBezTo>
                      <a:pt x="6109" y="586"/>
                      <a:pt x="5936" y="689"/>
                      <a:pt x="5908" y="926"/>
                    </a:cubicBezTo>
                    <a:cubicBezTo>
                      <a:pt x="5881" y="1156"/>
                      <a:pt x="5818" y="1381"/>
                      <a:pt x="5800" y="1610"/>
                    </a:cubicBezTo>
                    <a:cubicBezTo>
                      <a:pt x="5765" y="2050"/>
                      <a:pt x="5746" y="2491"/>
                      <a:pt x="5728" y="2932"/>
                    </a:cubicBezTo>
                    <a:cubicBezTo>
                      <a:pt x="5707" y="3468"/>
                      <a:pt x="5692" y="4004"/>
                      <a:pt x="5675" y="4539"/>
                    </a:cubicBezTo>
                    <a:cubicBezTo>
                      <a:pt x="5674" y="4601"/>
                      <a:pt x="5681" y="4664"/>
                      <a:pt x="5696" y="4722"/>
                    </a:cubicBezTo>
                    <a:cubicBezTo>
                      <a:pt x="5765" y="4985"/>
                      <a:pt x="5842" y="5245"/>
                      <a:pt x="5913" y="5507"/>
                    </a:cubicBezTo>
                    <a:cubicBezTo>
                      <a:pt x="6058" y="6046"/>
                      <a:pt x="6204" y="6583"/>
                      <a:pt x="6346" y="7120"/>
                    </a:cubicBezTo>
                    <a:cubicBezTo>
                      <a:pt x="6357" y="7159"/>
                      <a:pt x="6348" y="7201"/>
                      <a:pt x="6348" y="7242"/>
                    </a:cubicBezTo>
                    <a:cubicBezTo>
                      <a:pt x="6330" y="7246"/>
                      <a:pt x="6312" y="7249"/>
                      <a:pt x="6294" y="7252"/>
                    </a:cubicBezTo>
                    <a:cubicBezTo>
                      <a:pt x="6268" y="7188"/>
                      <a:pt x="6238" y="7125"/>
                      <a:pt x="6219" y="7059"/>
                    </a:cubicBezTo>
                    <a:cubicBezTo>
                      <a:pt x="6102" y="6640"/>
                      <a:pt x="5985" y="6221"/>
                      <a:pt x="5870" y="5801"/>
                    </a:cubicBezTo>
                    <a:cubicBezTo>
                      <a:pt x="5735" y="5303"/>
                      <a:pt x="5572" y="4811"/>
                      <a:pt x="5479" y="4305"/>
                    </a:cubicBezTo>
                    <a:cubicBezTo>
                      <a:pt x="5342" y="3558"/>
                      <a:pt x="5273" y="2797"/>
                      <a:pt x="5146" y="2049"/>
                    </a:cubicBezTo>
                    <a:cubicBezTo>
                      <a:pt x="5063" y="1576"/>
                      <a:pt x="4931" y="1111"/>
                      <a:pt x="4808" y="644"/>
                    </a:cubicBezTo>
                    <a:cubicBezTo>
                      <a:pt x="4760" y="458"/>
                      <a:pt x="4651" y="299"/>
                      <a:pt x="4501" y="173"/>
                    </a:cubicBezTo>
                    <a:cubicBezTo>
                      <a:pt x="4362" y="57"/>
                      <a:pt x="4213" y="0"/>
                      <a:pt x="4073" y="0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3"/>
              <p:cNvSpPr/>
              <p:nvPr/>
            </p:nvSpPr>
            <p:spPr>
              <a:xfrm>
                <a:off x="1038625" y="1235125"/>
                <a:ext cx="236050" cy="463750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8550" extrusionOk="0">
                    <a:moveTo>
                      <a:pt x="4250" y="117"/>
                    </a:moveTo>
                    <a:cubicBezTo>
                      <a:pt x="4390" y="117"/>
                      <a:pt x="4539" y="174"/>
                      <a:pt x="4676" y="290"/>
                    </a:cubicBezTo>
                    <a:cubicBezTo>
                      <a:pt x="4826" y="417"/>
                      <a:pt x="4936" y="576"/>
                      <a:pt x="4985" y="762"/>
                    </a:cubicBezTo>
                    <a:cubicBezTo>
                      <a:pt x="5107" y="1227"/>
                      <a:pt x="5240" y="1692"/>
                      <a:pt x="5321" y="2167"/>
                    </a:cubicBezTo>
                    <a:cubicBezTo>
                      <a:pt x="5450" y="2915"/>
                      <a:pt x="5519" y="3676"/>
                      <a:pt x="5656" y="4422"/>
                    </a:cubicBezTo>
                    <a:cubicBezTo>
                      <a:pt x="5749" y="4929"/>
                      <a:pt x="5912" y="5421"/>
                      <a:pt x="6047" y="5919"/>
                    </a:cubicBezTo>
                    <a:cubicBezTo>
                      <a:pt x="6162" y="6338"/>
                      <a:pt x="6279" y="6756"/>
                      <a:pt x="6396" y="7175"/>
                    </a:cubicBezTo>
                    <a:cubicBezTo>
                      <a:pt x="6414" y="7241"/>
                      <a:pt x="6445" y="7306"/>
                      <a:pt x="6471" y="7370"/>
                    </a:cubicBezTo>
                    <a:cubicBezTo>
                      <a:pt x="6489" y="7367"/>
                      <a:pt x="6507" y="7363"/>
                      <a:pt x="6525" y="7360"/>
                    </a:cubicBezTo>
                    <a:cubicBezTo>
                      <a:pt x="6525" y="7319"/>
                      <a:pt x="6532" y="7276"/>
                      <a:pt x="6523" y="7238"/>
                    </a:cubicBezTo>
                    <a:cubicBezTo>
                      <a:pt x="6379" y="6701"/>
                      <a:pt x="6235" y="6162"/>
                      <a:pt x="6090" y="5625"/>
                    </a:cubicBezTo>
                    <a:cubicBezTo>
                      <a:pt x="6017" y="5363"/>
                      <a:pt x="5942" y="5101"/>
                      <a:pt x="5873" y="4839"/>
                    </a:cubicBezTo>
                    <a:cubicBezTo>
                      <a:pt x="5858" y="4780"/>
                      <a:pt x="5851" y="4719"/>
                      <a:pt x="5852" y="4657"/>
                    </a:cubicBezTo>
                    <a:cubicBezTo>
                      <a:pt x="5867" y="4122"/>
                      <a:pt x="5882" y="3586"/>
                      <a:pt x="5905" y="3050"/>
                    </a:cubicBezTo>
                    <a:cubicBezTo>
                      <a:pt x="5923" y="2609"/>
                      <a:pt x="5941" y="2168"/>
                      <a:pt x="5975" y="1728"/>
                    </a:cubicBezTo>
                    <a:cubicBezTo>
                      <a:pt x="5995" y="1499"/>
                      <a:pt x="6056" y="1274"/>
                      <a:pt x="6085" y="1044"/>
                    </a:cubicBezTo>
                    <a:cubicBezTo>
                      <a:pt x="6112" y="807"/>
                      <a:pt x="6285" y="704"/>
                      <a:pt x="6461" y="704"/>
                    </a:cubicBezTo>
                    <a:cubicBezTo>
                      <a:pt x="6574" y="704"/>
                      <a:pt x="6689" y="747"/>
                      <a:pt x="6768" y="822"/>
                    </a:cubicBezTo>
                    <a:cubicBezTo>
                      <a:pt x="6850" y="903"/>
                      <a:pt x="6921" y="1020"/>
                      <a:pt x="6946" y="1133"/>
                    </a:cubicBezTo>
                    <a:cubicBezTo>
                      <a:pt x="7008" y="1403"/>
                      <a:pt x="7069" y="1679"/>
                      <a:pt x="7077" y="1955"/>
                    </a:cubicBezTo>
                    <a:cubicBezTo>
                      <a:pt x="7089" y="2537"/>
                      <a:pt x="7201" y="3101"/>
                      <a:pt x="7303" y="3670"/>
                    </a:cubicBezTo>
                    <a:cubicBezTo>
                      <a:pt x="7380" y="4098"/>
                      <a:pt x="7462" y="4524"/>
                      <a:pt x="7549" y="4950"/>
                    </a:cubicBezTo>
                    <a:cubicBezTo>
                      <a:pt x="7579" y="5091"/>
                      <a:pt x="7566" y="5221"/>
                      <a:pt x="7483" y="5339"/>
                    </a:cubicBezTo>
                    <a:cubicBezTo>
                      <a:pt x="7267" y="5646"/>
                      <a:pt x="7188" y="5990"/>
                      <a:pt x="7194" y="6360"/>
                    </a:cubicBezTo>
                    <a:cubicBezTo>
                      <a:pt x="7197" y="6488"/>
                      <a:pt x="7180" y="6617"/>
                      <a:pt x="7170" y="6746"/>
                    </a:cubicBezTo>
                    <a:cubicBezTo>
                      <a:pt x="7131" y="7196"/>
                      <a:pt x="7188" y="7642"/>
                      <a:pt x="7255" y="8086"/>
                    </a:cubicBezTo>
                    <a:cubicBezTo>
                      <a:pt x="7290" y="8309"/>
                      <a:pt x="7260" y="8521"/>
                      <a:pt x="7176" y="8723"/>
                    </a:cubicBezTo>
                    <a:cubicBezTo>
                      <a:pt x="7098" y="8911"/>
                      <a:pt x="7000" y="9090"/>
                      <a:pt x="6912" y="9274"/>
                    </a:cubicBezTo>
                    <a:cubicBezTo>
                      <a:pt x="6882" y="9337"/>
                      <a:pt x="6822" y="9396"/>
                      <a:pt x="6879" y="9496"/>
                    </a:cubicBezTo>
                    <a:cubicBezTo>
                      <a:pt x="6918" y="9456"/>
                      <a:pt x="6949" y="9427"/>
                      <a:pt x="6976" y="9393"/>
                    </a:cubicBezTo>
                    <a:cubicBezTo>
                      <a:pt x="7149" y="9162"/>
                      <a:pt x="7273" y="8907"/>
                      <a:pt x="7356" y="8630"/>
                    </a:cubicBezTo>
                    <a:cubicBezTo>
                      <a:pt x="7410" y="8444"/>
                      <a:pt x="7413" y="8260"/>
                      <a:pt x="7374" y="8066"/>
                    </a:cubicBezTo>
                    <a:cubicBezTo>
                      <a:pt x="7234" y="7367"/>
                      <a:pt x="7239" y="6662"/>
                      <a:pt x="7365" y="5960"/>
                    </a:cubicBezTo>
                    <a:cubicBezTo>
                      <a:pt x="7413" y="5694"/>
                      <a:pt x="7530" y="5457"/>
                      <a:pt x="7714" y="5258"/>
                    </a:cubicBezTo>
                    <a:cubicBezTo>
                      <a:pt x="7761" y="5208"/>
                      <a:pt x="7811" y="5160"/>
                      <a:pt x="7866" y="5122"/>
                    </a:cubicBezTo>
                    <a:cubicBezTo>
                      <a:pt x="7939" y="5072"/>
                      <a:pt x="8017" y="5047"/>
                      <a:pt x="8091" y="5047"/>
                    </a:cubicBezTo>
                    <a:cubicBezTo>
                      <a:pt x="8205" y="5047"/>
                      <a:pt x="8310" y="5106"/>
                      <a:pt x="8376" y="5223"/>
                    </a:cubicBezTo>
                    <a:cubicBezTo>
                      <a:pt x="8454" y="5363"/>
                      <a:pt x="8516" y="5520"/>
                      <a:pt x="8546" y="5676"/>
                    </a:cubicBezTo>
                    <a:cubicBezTo>
                      <a:pt x="8651" y="6237"/>
                      <a:pt x="8723" y="6803"/>
                      <a:pt x="8837" y="7361"/>
                    </a:cubicBezTo>
                    <a:cubicBezTo>
                      <a:pt x="8949" y="7913"/>
                      <a:pt x="9089" y="8459"/>
                      <a:pt x="9228" y="9006"/>
                    </a:cubicBezTo>
                    <a:cubicBezTo>
                      <a:pt x="9306" y="9309"/>
                      <a:pt x="9312" y="9612"/>
                      <a:pt x="9269" y="9916"/>
                    </a:cubicBezTo>
                    <a:cubicBezTo>
                      <a:pt x="9144" y="10772"/>
                      <a:pt x="8954" y="11610"/>
                      <a:pt x="8648" y="12422"/>
                    </a:cubicBezTo>
                    <a:cubicBezTo>
                      <a:pt x="8564" y="12643"/>
                      <a:pt x="8457" y="12845"/>
                      <a:pt x="8285" y="13004"/>
                    </a:cubicBezTo>
                    <a:cubicBezTo>
                      <a:pt x="8076" y="13198"/>
                      <a:pt x="7860" y="13385"/>
                      <a:pt x="7642" y="13568"/>
                    </a:cubicBezTo>
                    <a:cubicBezTo>
                      <a:pt x="7572" y="13627"/>
                      <a:pt x="7542" y="13693"/>
                      <a:pt x="7545" y="13780"/>
                    </a:cubicBezTo>
                    <a:cubicBezTo>
                      <a:pt x="7552" y="14017"/>
                      <a:pt x="7561" y="14256"/>
                      <a:pt x="7569" y="14493"/>
                    </a:cubicBezTo>
                    <a:cubicBezTo>
                      <a:pt x="7575" y="14704"/>
                      <a:pt x="7573" y="14914"/>
                      <a:pt x="7587" y="15124"/>
                    </a:cubicBezTo>
                    <a:cubicBezTo>
                      <a:pt x="7629" y="15762"/>
                      <a:pt x="7675" y="16398"/>
                      <a:pt x="7720" y="17036"/>
                    </a:cubicBezTo>
                    <a:cubicBezTo>
                      <a:pt x="7723" y="17076"/>
                      <a:pt x="7725" y="17118"/>
                      <a:pt x="7734" y="17157"/>
                    </a:cubicBezTo>
                    <a:cubicBezTo>
                      <a:pt x="7764" y="17283"/>
                      <a:pt x="7711" y="17355"/>
                      <a:pt x="7602" y="17420"/>
                    </a:cubicBezTo>
                    <a:cubicBezTo>
                      <a:pt x="7276" y="17609"/>
                      <a:pt x="6928" y="17738"/>
                      <a:pt x="6562" y="17830"/>
                    </a:cubicBezTo>
                    <a:cubicBezTo>
                      <a:pt x="5956" y="17980"/>
                      <a:pt x="5362" y="18182"/>
                      <a:pt x="4736" y="18248"/>
                    </a:cubicBezTo>
                    <a:cubicBezTo>
                      <a:pt x="4408" y="18284"/>
                      <a:pt x="4079" y="18311"/>
                      <a:pt x="3751" y="18311"/>
                    </a:cubicBezTo>
                    <a:cubicBezTo>
                      <a:pt x="3544" y="18311"/>
                      <a:pt x="3336" y="18300"/>
                      <a:pt x="3129" y="18274"/>
                    </a:cubicBezTo>
                    <a:cubicBezTo>
                      <a:pt x="2691" y="18215"/>
                      <a:pt x="2287" y="18062"/>
                      <a:pt x="1938" y="17779"/>
                    </a:cubicBezTo>
                    <a:cubicBezTo>
                      <a:pt x="1870" y="17723"/>
                      <a:pt x="1861" y="17657"/>
                      <a:pt x="1857" y="17581"/>
                    </a:cubicBezTo>
                    <a:cubicBezTo>
                      <a:pt x="1828" y="16983"/>
                      <a:pt x="1806" y="16385"/>
                      <a:pt x="1768" y="15788"/>
                    </a:cubicBezTo>
                    <a:cubicBezTo>
                      <a:pt x="1728" y="15123"/>
                      <a:pt x="1674" y="14460"/>
                      <a:pt x="1626" y="13795"/>
                    </a:cubicBezTo>
                    <a:cubicBezTo>
                      <a:pt x="1623" y="13754"/>
                      <a:pt x="1626" y="13714"/>
                      <a:pt x="1626" y="13640"/>
                    </a:cubicBezTo>
                    <a:cubicBezTo>
                      <a:pt x="1804" y="13742"/>
                      <a:pt x="1969" y="13834"/>
                      <a:pt x="2131" y="13930"/>
                    </a:cubicBezTo>
                    <a:cubicBezTo>
                      <a:pt x="2481" y="14137"/>
                      <a:pt x="2826" y="14353"/>
                      <a:pt x="3210" y="14500"/>
                    </a:cubicBezTo>
                    <a:cubicBezTo>
                      <a:pt x="3612" y="14653"/>
                      <a:pt x="4025" y="14760"/>
                      <a:pt x="4444" y="14851"/>
                    </a:cubicBezTo>
                    <a:cubicBezTo>
                      <a:pt x="4460" y="14855"/>
                      <a:pt x="4477" y="14857"/>
                      <a:pt x="4493" y="14857"/>
                    </a:cubicBezTo>
                    <a:cubicBezTo>
                      <a:pt x="4540" y="14857"/>
                      <a:pt x="4582" y="14839"/>
                      <a:pt x="4585" y="14781"/>
                    </a:cubicBezTo>
                    <a:cubicBezTo>
                      <a:pt x="4588" y="14733"/>
                      <a:pt x="4546" y="14653"/>
                      <a:pt x="4507" y="14640"/>
                    </a:cubicBezTo>
                    <a:cubicBezTo>
                      <a:pt x="4360" y="14590"/>
                      <a:pt x="4203" y="14566"/>
                      <a:pt x="4053" y="14523"/>
                    </a:cubicBezTo>
                    <a:cubicBezTo>
                      <a:pt x="3767" y="14440"/>
                      <a:pt x="3480" y="14358"/>
                      <a:pt x="3197" y="14263"/>
                    </a:cubicBezTo>
                    <a:cubicBezTo>
                      <a:pt x="2793" y="14125"/>
                      <a:pt x="2446" y="13885"/>
                      <a:pt x="2103" y="13640"/>
                    </a:cubicBezTo>
                    <a:cubicBezTo>
                      <a:pt x="1914" y="13507"/>
                      <a:pt x="1719" y="13384"/>
                      <a:pt x="1534" y="13246"/>
                    </a:cubicBezTo>
                    <a:cubicBezTo>
                      <a:pt x="1438" y="13174"/>
                      <a:pt x="1341" y="13091"/>
                      <a:pt x="1273" y="12992"/>
                    </a:cubicBezTo>
                    <a:cubicBezTo>
                      <a:pt x="1129" y="12779"/>
                      <a:pt x="999" y="12554"/>
                      <a:pt x="869" y="12331"/>
                    </a:cubicBezTo>
                    <a:cubicBezTo>
                      <a:pt x="632" y="11918"/>
                      <a:pt x="535" y="11459"/>
                      <a:pt x="451" y="10995"/>
                    </a:cubicBezTo>
                    <a:cubicBezTo>
                      <a:pt x="329" y="10320"/>
                      <a:pt x="212" y="9642"/>
                      <a:pt x="194" y="8956"/>
                    </a:cubicBezTo>
                    <a:cubicBezTo>
                      <a:pt x="176" y="8236"/>
                      <a:pt x="206" y="7516"/>
                      <a:pt x="221" y="6794"/>
                    </a:cubicBezTo>
                    <a:lnTo>
                      <a:pt x="223" y="6795"/>
                    </a:lnTo>
                    <a:cubicBezTo>
                      <a:pt x="232" y="6333"/>
                      <a:pt x="259" y="5871"/>
                      <a:pt x="269" y="5409"/>
                    </a:cubicBezTo>
                    <a:cubicBezTo>
                      <a:pt x="286" y="4614"/>
                      <a:pt x="293" y="3819"/>
                      <a:pt x="314" y="3025"/>
                    </a:cubicBezTo>
                    <a:cubicBezTo>
                      <a:pt x="322" y="2753"/>
                      <a:pt x="353" y="2482"/>
                      <a:pt x="389" y="2213"/>
                    </a:cubicBezTo>
                    <a:cubicBezTo>
                      <a:pt x="415" y="2020"/>
                      <a:pt x="548" y="1900"/>
                      <a:pt x="731" y="1849"/>
                    </a:cubicBezTo>
                    <a:cubicBezTo>
                      <a:pt x="766" y="1839"/>
                      <a:pt x="798" y="1834"/>
                      <a:pt x="829" y="1834"/>
                    </a:cubicBezTo>
                    <a:cubicBezTo>
                      <a:pt x="962" y="1834"/>
                      <a:pt x="1061" y="1918"/>
                      <a:pt x="1144" y="2038"/>
                    </a:cubicBezTo>
                    <a:cubicBezTo>
                      <a:pt x="1273" y="2222"/>
                      <a:pt x="1377" y="2416"/>
                      <a:pt x="1425" y="2642"/>
                    </a:cubicBezTo>
                    <a:cubicBezTo>
                      <a:pt x="1476" y="2887"/>
                      <a:pt x="1578" y="3122"/>
                      <a:pt x="1620" y="3367"/>
                    </a:cubicBezTo>
                    <a:cubicBezTo>
                      <a:pt x="1686" y="3748"/>
                      <a:pt x="1728" y="4134"/>
                      <a:pt x="1765" y="4519"/>
                    </a:cubicBezTo>
                    <a:cubicBezTo>
                      <a:pt x="1827" y="5140"/>
                      <a:pt x="1878" y="5763"/>
                      <a:pt x="1929" y="6386"/>
                    </a:cubicBezTo>
                    <a:cubicBezTo>
                      <a:pt x="1942" y="6534"/>
                      <a:pt x="1939" y="6684"/>
                      <a:pt x="1947" y="6834"/>
                    </a:cubicBezTo>
                    <a:cubicBezTo>
                      <a:pt x="1950" y="6897"/>
                      <a:pt x="1960" y="6962"/>
                      <a:pt x="1971" y="7049"/>
                    </a:cubicBezTo>
                    <a:cubicBezTo>
                      <a:pt x="2080" y="6977"/>
                      <a:pt x="2067" y="6891"/>
                      <a:pt x="2062" y="6816"/>
                    </a:cubicBezTo>
                    <a:cubicBezTo>
                      <a:pt x="2046" y="6539"/>
                      <a:pt x="2025" y="6261"/>
                      <a:pt x="2004" y="5984"/>
                    </a:cubicBezTo>
                    <a:cubicBezTo>
                      <a:pt x="1968" y="5510"/>
                      <a:pt x="1932" y="5035"/>
                      <a:pt x="1891" y="4561"/>
                    </a:cubicBezTo>
                    <a:cubicBezTo>
                      <a:pt x="1845" y="4027"/>
                      <a:pt x="1803" y="3494"/>
                      <a:pt x="1677" y="2968"/>
                    </a:cubicBezTo>
                    <a:cubicBezTo>
                      <a:pt x="1636" y="2800"/>
                      <a:pt x="1681" y="2606"/>
                      <a:pt x="1711" y="2426"/>
                    </a:cubicBezTo>
                    <a:cubicBezTo>
                      <a:pt x="1767" y="2086"/>
                      <a:pt x="1831" y="1745"/>
                      <a:pt x="1905" y="1407"/>
                    </a:cubicBezTo>
                    <a:cubicBezTo>
                      <a:pt x="1963" y="1136"/>
                      <a:pt x="2106" y="900"/>
                      <a:pt x="2289" y="696"/>
                    </a:cubicBezTo>
                    <a:cubicBezTo>
                      <a:pt x="2377" y="598"/>
                      <a:pt x="2499" y="551"/>
                      <a:pt x="2620" y="551"/>
                    </a:cubicBezTo>
                    <a:cubicBezTo>
                      <a:pt x="2771" y="551"/>
                      <a:pt x="2922" y="624"/>
                      <a:pt x="3005" y="765"/>
                    </a:cubicBezTo>
                    <a:cubicBezTo>
                      <a:pt x="3113" y="951"/>
                      <a:pt x="3195" y="1155"/>
                      <a:pt x="3269" y="1358"/>
                    </a:cubicBezTo>
                    <a:cubicBezTo>
                      <a:pt x="3411" y="1756"/>
                      <a:pt x="3489" y="2168"/>
                      <a:pt x="3530" y="2591"/>
                    </a:cubicBezTo>
                    <a:cubicBezTo>
                      <a:pt x="3573" y="3037"/>
                      <a:pt x="3650" y="3479"/>
                      <a:pt x="3687" y="3925"/>
                    </a:cubicBezTo>
                    <a:cubicBezTo>
                      <a:pt x="3743" y="4623"/>
                      <a:pt x="3777" y="5322"/>
                      <a:pt x="3822" y="6021"/>
                    </a:cubicBezTo>
                    <a:cubicBezTo>
                      <a:pt x="3843" y="6332"/>
                      <a:pt x="3864" y="6644"/>
                      <a:pt x="3891" y="6956"/>
                    </a:cubicBezTo>
                    <a:cubicBezTo>
                      <a:pt x="3897" y="7022"/>
                      <a:pt x="3932" y="7087"/>
                      <a:pt x="3951" y="7153"/>
                    </a:cubicBezTo>
                    <a:cubicBezTo>
                      <a:pt x="3968" y="7151"/>
                      <a:pt x="3984" y="7148"/>
                      <a:pt x="3999" y="7147"/>
                    </a:cubicBezTo>
                    <a:cubicBezTo>
                      <a:pt x="4002" y="7099"/>
                      <a:pt x="4011" y="7051"/>
                      <a:pt x="4008" y="7004"/>
                    </a:cubicBezTo>
                    <a:cubicBezTo>
                      <a:pt x="3969" y="6434"/>
                      <a:pt x="3927" y="5865"/>
                      <a:pt x="3890" y="5297"/>
                    </a:cubicBezTo>
                    <a:cubicBezTo>
                      <a:pt x="3843" y="4572"/>
                      <a:pt x="3827" y="3844"/>
                      <a:pt x="3707" y="3125"/>
                    </a:cubicBezTo>
                    <a:cubicBezTo>
                      <a:pt x="3662" y="2845"/>
                      <a:pt x="3657" y="2557"/>
                      <a:pt x="3645" y="2272"/>
                    </a:cubicBezTo>
                    <a:cubicBezTo>
                      <a:pt x="3630" y="1864"/>
                      <a:pt x="3612" y="1455"/>
                      <a:pt x="3623" y="1049"/>
                    </a:cubicBezTo>
                    <a:cubicBezTo>
                      <a:pt x="3627" y="863"/>
                      <a:pt x="3669" y="668"/>
                      <a:pt x="3741" y="497"/>
                    </a:cubicBezTo>
                    <a:cubicBezTo>
                      <a:pt x="3845" y="247"/>
                      <a:pt x="4038" y="117"/>
                      <a:pt x="4250" y="117"/>
                    </a:cubicBezTo>
                    <a:close/>
                    <a:moveTo>
                      <a:pt x="4288" y="1"/>
                    </a:moveTo>
                    <a:cubicBezTo>
                      <a:pt x="4149" y="1"/>
                      <a:pt x="4012" y="35"/>
                      <a:pt x="3875" y="90"/>
                    </a:cubicBezTo>
                    <a:cubicBezTo>
                      <a:pt x="3731" y="147"/>
                      <a:pt x="3630" y="237"/>
                      <a:pt x="3606" y="395"/>
                    </a:cubicBezTo>
                    <a:cubicBezTo>
                      <a:pt x="3566" y="656"/>
                      <a:pt x="3528" y="918"/>
                      <a:pt x="3486" y="1179"/>
                    </a:cubicBezTo>
                    <a:cubicBezTo>
                      <a:pt x="3477" y="1239"/>
                      <a:pt x="3510" y="1313"/>
                      <a:pt x="3434" y="1374"/>
                    </a:cubicBezTo>
                    <a:cubicBezTo>
                      <a:pt x="3402" y="1311"/>
                      <a:pt x="3375" y="1259"/>
                      <a:pt x="3350" y="1205"/>
                    </a:cubicBezTo>
                    <a:cubicBezTo>
                      <a:pt x="3275" y="1037"/>
                      <a:pt x="3207" y="867"/>
                      <a:pt x="3125" y="702"/>
                    </a:cubicBezTo>
                    <a:cubicBezTo>
                      <a:pt x="3021" y="494"/>
                      <a:pt x="2875" y="398"/>
                      <a:pt x="2669" y="398"/>
                    </a:cubicBezTo>
                    <a:cubicBezTo>
                      <a:pt x="2628" y="398"/>
                      <a:pt x="2584" y="402"/>
                      <a:pt x="2538" y="410"/>
                    </a:cubicBezTo>
                    <a:cubicBezTo>
                      <a:pt x="2374" y="437"/>
                      <a:pt x="2247" y="516"/>
                      <a:pt x="2143" y="641"/>
                    </a:cubicBezTo>
                    <a:cubicBezTo>
                      <a:pt x="1929" y="899"/>
                      <a:pt x="1800" y="1193"/>
                      <a:pt x="1735" y="1520"/>
                    </a:cubicBezTo>
                    <a:cubicBezTo>
                      <a:pt x="1680" y="1804"/>
                      <a:pt x="1620" y="2089"/>
                      <a:pt x="1554" y="2408"/>
                    </a:cubicBezTo>
                    <a:cubicBezTo>
                      <a:pt x="1432" y="2222"/>
                      <a:pt x="1347" y="2068"/>
                      <a:pt x="1240" y="1928"/>
                    </a:cubicBezTo>
                    <a:cubicBezTo>
                      <a:pt x="1133" y="1788"/>
                      <a:pt x="997" y="1684"/>
                      <a:pt x="828" y="1684"/>
                    </a:cubicBezTo>
                    <a:cubicBezTo>
                      <a:pt x="791" y="1684"/>
                      <a:pt x="752" y="1689"/>
                      <a:pt x="712" y="1700"/>
                    </a:cubicBezTo>
                    <a:cubicBezTo>
                      <a:pt x="490" y="1760"/>
                      <a:pt x="320" y="1915"/>
                      <a:pt x="275" y="2143"/>
                    </a:cubicBezTo>
                    <a:cubicBezTo>
                      <a:pt x="223" y="2416"/>
                      <a:pt x="196" y="2695"/>
                      <a:pt x="181" y="2972"/>
                    </a:cubicBezTo>
                    <a:cubicBezTo>
                      <a:pt x="164" y="3326"/>
                      <a:pt x="172" y="3681"/>
                      <a:pt x="170" y="4033"/>
                    </a:cubicBezTo>
                    <a:cubicBezTo>
                      <a:pt x="167" y="4326"/>
                      <a:pt x="176" y="4618"/>
                      <a:pt x="164" y="4911"/>
                    </a:cubicBezTo>
                    <a:cubicBezTo>
                      <a:pt x="125" y="5855"/>
                      <a:pt x="73" y="6800"/>
                      <a:pt x="37" y="7744"/>
                    </a:cubicBezTo>
                    <a:cubicBezTo>
                      <a:pt x="23" y="8131"/>
                      <a:pt x="1" y="8522"/>
                      <a:pt x="46" y="8905"/>
                    </a:cubicBezTo>
                    <a:cubicBezTo>
                      <a:pt x="137" y="9709"/>
                      <a:pt x="254" y="10509"/>
                      <a:pt x="394" y="11306"/>
                    </a:cubicBezTo>
                    <a:cubicBezTo>
                      <a:pt x="509" y="11960"/>
                      <a:pt x="739" y="12577"/>
                      <a:pt x="1174" y="13097"/>
                    </a:cubicBezTo>
                    <a:cubicBezTo>
                      <a:pt x="1231" y="13165"/>
                      <a:pt x="1284" y="13237"/>
                      <a:pt x="1329" y="13312"/>
                    </a:cubicBezTo>
                    <a:cubicBezTo>
                      <a:pt x="1359" y="13363"/>
                      <a:pt x="1389" y="13420"/>
                      <a:pt x="1396" y="13477"/>
                    </a:cubicBezTo>
                    <a:cubicBezTo>
                      <a:pt x="1419" y="13685"/>
                      <a:pt x="1434" y="13895"/>
                      <a:pt x="1447" y="14106"/>
                    </a:cubicBezTo>
                    <a:cubicBezTo>
                      <a:pt x="1479" y="14554"/>
                      <a:pt x="1512" y="15001"/>
                      <a:pt x="1536" y="15450"/>
                    </a:cubicBezTo>
                    <a:cubicBezTo>
                      <a:pt x="1576" y="16190"/>
                      <a:pt x="1612" y="16929"/>
                      <a:pt x="1644" y="17671"/>
                    </a:cubicBezTo>
                    <a:cubicBezTo>
                      <a:pt x="1648" y="17776"/>
                      <a:pt x="1681" y="17852"/>
                      <a:pt x="1756" y="17918"/>
                    </a:cubicBezTo>
                    <a:cubicBezTo>
                      <a:pt x="2140" y="18260"/>
                      <a:pt x="2601" y="18443"/>
                      <a:pt x="3101" y="18508"/>
                    </a:cubicBezTo>
                    <a:cubicBezTo>
                      <a:pt x="3329" y="18537"/>
                      <a:pt x="3558" y="18550"/>
                      <a:pt x="3788" y="18550"/>
                    </a:cubicBezTo>
                    <a:cubicBezTo>
                      <a:pt x="4101" y="18550"/>
                      <a:pt x="4416" y="18526"/>
                      <a:pt x="4729" y="18487"/>
                    </a:cubicBezTo>
                    <a:cubicBezTo>
                      <a:pt x="4958" y="18460"/>
                      <a:pt x="5188" y="18430"/>
                      <a:pt x="5413" y="18380"/>
                    </a:cubicBezTo>
                    <a:cubicBezTo>
                      <a:pt x="5717" y="18313"/>
                      <a:pt x="6017" y="18224"/>
                      <a:pt x="6321" y="18146"/>
                    </a:cubicBezTo>
                    <a:cubicBezTo>
                      <a:pt x="6828" y="18016"/>
                      <a:pt x="7335" y="17884"/>
                      <a:pt x="7782" y="17593"/>
                    </a:cubicBezTo>
                    <a:cubicBezTo>
                      <a:pt x="7860" y="17543"/>
                      <a:pt x="7935" y="17489"/>
                      <a:pt x="8009" y="17438"/>
                    </a:cubicBezTo>
                    <a:cubicBezTo>
                      <a:pt x="7871" y="16734"/>
                      <a:pt x="7851" y="16041"/>
                      <a:pt x="7812" y="15349"/>
                    </a:cubicBezTo>
                    <a:cubicBezTo>
                      <a:pt x="7786" y="14887"/>
                      <a:pt x="7773" y="14425"/>
                      <a:pt x="7747" y="13964"/>
                    </a:cubicBezTo>
                    <a:cubicBezTo>
                      <a:pt x="7740" y="13820"/>
                      <a:pt x="7735" y="13693"/>
                      <a:pt x="7892" y="13624"/>
                    </a:cubicBezTo>
                    <a:cubicBezTo>
                      <a:pt x="7916" y="13613"/>
                      <a:pt x="7932" y="13588"/>
                      <a:pt x="7952" y="13568"/>
                    </a:cubicBezTo>
                    <a:cubicBezTo>
                      <a:pt x="8088" y="13420"/>
                      <a:pt x="8220" y="13264"/>
                      <a:pt x="8364" y="13121"/>
                    </a:cubicBezTo>
                    <a:cubicBezTo>
                      <a:pt x="8537" y="12950"/>
                      <a:pt x="8664" y="12755"/>
                      <a:pt x="8747" y="12527"/>
                    </a:cubicBezTo>
                    <a:cubicBezTo>
                      <a:pt x="9021" y="11763"/>
                      <a:pt x="9222" y="10983"/>
                      <a:pt x="9357" y="10183"/>
                    </a:cubicBezTo>
                    <a:cubicBezTo>
                      <a:pt x="9441" y="9684"/>
                      <a:pt x="9431" y="9201"/>
                      <a:pt x="9284" y="8711"/>
                    </a:cubicBezTo>
                    <a:cubicBezTo>
                      <a:pt x="9050" y="7930"/>
                      <a:pt x="8907" y="7127"/>
                      <a:pt x="8789" y="6318"/>
                    </a:cubicBezTo>
                    <a:cubicBezTo>
                      <a:pt x="8751" y="6056"/>
                      <a:pt x="8711" y="5795"/>
                      <a:pt x="8666" y="5534"/>
                    </a:cubicBezTo>
                    <a:cubicBezTo>
                      <a:pt x="8636" y="5357"/>
                      <a:pt x="8561" y="5196"/>
                      <a:pt x="8439" y="5061"/>
                    </a:cubicBezTo>
                    <a:cubicBezTo>
                      <a:pt x="8339" y="4948"/>
                      <a:pt x="8222" y="4891"/>
                      <a:pt x="8092" y="4891"/>
                    </a:cubicBezTo>
                    <a:cubicBezTo>
                      <a:pt x="8032" y="4891"/>
                      <a:pt x="7969" y="4903"/>
                      <a:pt x="7904" y="4927"/>
                    </a:cubicBezTo>
                    <a:cubicBezTo>
                      <a:pt x="7850" y="4948"/>
                      <a:pt x="7797" y="4974"/>
                      <a:pt x="7723" y="5007"/>
                    </a:cubicBezTo>
                    <a:cubicBezTo>
                      <a:pt x="7698" y="4912"/>
                      <a:pt x="7671" y="4837"/>
                      <a:pt x="7656" y="4759"/>
                    </a:cubicBezTo>
                    <a:cubicBezTo>
                      <a:pt x="7563" y="4266"/>
                      <a:pt x="7465" y="3772"/>
                      <a:pt x="7381" y="3275"/>
                    </a:cubicBezTo>
                    <a:cubicBezTo>
                      <a:pt x="7312" y="2867"/>
                      <a:pt x="7233" y="2464"/>
                      <a:pt x="7227" y="2044"/>
                    </a:cubicBezTo>
                    <a:cubicBezTo>
                      <a:pt x="7222" y="1728"/>
                      <a:pt x="7143" y="1412"/>
                      <a:pt x="7089" y="1098"/>
                    </a:cubicBezTo>
                    <a:cubicBezTo>
                      <a:pt x="7062" y="939"/>
                      <a:pt x="6979" y="806"/>
                      <a:pt x="6849" y="707"/>
                    </a:cubicBezTo>
                    <a:cubicBezTo>
                      <a:pt x="6727" y="613"/>
                      <a:pt x="6595" y="569"/>
                      <a:pt x="6470" y="569"/>
                    </a:cubicBezTo>
                    <a:cubicBezTo>
                      <a:pt x="6234" y="569"/>
                      <a:pt x="6025" y="727"/>
                      <a:pt x="5968" y="1007"/>
                    </a:cubicBezTo>
                    <a:cubicBezTo>
                      <a:pt x="5897" y="1359"/>
                      <a:pt x="5839" y="1716"/>
                      <a:pt x="5815" y="2075"/>
                    </a:cubicBezTo>
                    <a:cubicBezTo>
                      <a:pt x="5780" y="2617"/>
                      <a:pt x="5779" y="3161"/>
                      <a:pt x="5762" y="3706"/>
                    </a:cubicBezTo>
                    <a:cubicBezTo>
                      <a:pt x="5759" y="3760"/>
                      <a:pt x="5750" y="3816"/>
                      <a:pt x="5743" y="3870"/>
                    </a:cubicBezTo>
                    <a:cubicBezTo>
                      <a:pt x="5707" y="3849"/>
                      <a:pt x="5695" y="3831"/>
                      <a:pt x="5692" y="3813"/>
                    </a:cubicBezTo>
                    <a:cubicBezTo>
                      <a:pt x="5623" y="3320"/>
                      <a:pt x="5546" y="2830"/>
                      <a:pt x="5489" y="2338"/>
                    </a:cubicBezTo>
                    <a:cubicBezTo>
                      <a:pt x="5417" y="1706"/>
                      <a:pt x="5249" y="1100"/>
                      <a:pt x="5035" y="503"/>
                    </a:cubicBezTo>
                    <a:cubicBezTo>
                      <a:pt x="4955" y="284"/>
                      <a:pt x="4802" y="141"/>
                      <a:pt x="4588" y="57"/>
                    </a:cubicBezTo>
                    <a:cubicBezTo>
                      <a:pt x="4487" y="18"/>
                      <a:pt x="4387" y="1"/>
                      <a:pt x="42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3"/>
              <p:cNvSpPr/>
              <p:nvPr/>
            </p:nvSpPr>
            <p:spPr>
              <a:xfrm>
                <a:off x="1072850" y="1429250"/>
                <a:ext cx="119275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562" extrusionOk="0">
                    <a:moveTo>
                      <a:pt x="3029" y="1"/>
                    </a:moveTo>
                    <a:cubicBezTo>
                      <a:pt x="2596" y="1"/>
                      <a:pt x="2163" y="25"/>
                      <a:pt x="1735" y="102"/>
                    </a:cubicBezTo>
                    <a:cubicBezTo>
                      <a:pt x="1206" y="196"/>
                      <a:pt x="690" y="342"/>
                      <a:pt x="168" y="468"/>
                    </a:cubicBezTo>
                    <a:cubicBezTo>
                      <a:pt x="110" y="483"/>
                      <a:pt x="56" y="519"/>
                      <a:pt x="0" y="546"/>
                    </a:cubicBezTo>
                    <a:cubicBezTo>
                      <a:pt x="49" y="557"/>
                      <a:pt x="97" y="561"/>
                      <a:pt x="143" y="561"/>
                    </a:cubicBezTo>
                    <a:cubicBezTo>
                      <a:pt x="286" y="561"/>
                      <a:pt x="418" y="517"/>
                      <a:pt x="549" y="478"/>
                    </a:cubicBezTo>
                    <a:cubicBezTo>
                      <a:pt x="1283" y="264"/>
                      <a:pt x="2029" y="142"/>
                      <a:pt x="2795" y="120"/>
                    </a:cubicBezTo>
                    <a:cubicBezTo>
                      <a:pt x="3035" y="112"/>
                      <a:pt x="3275" y="102"/>
                      <a:pt x="3514" y="102"/>
                    </a:cubicBezTo>
                    <a:cubicBezTo>
                      <a:pt x="3864" y="102"/>
                      <a:pt x="4213" y="124"/>
                      <a:pt x="4560" y="207"/>
                    </a:cubicBezTo>
                    <a:cubicBezTo>
                      <a:pt x="4579" y="212"/>
                      <a:pt x="4599" y="213"/>
                      <a:pt x="4622" y="213"/>
                    </a:cubicBezTo>
                    <a:cubicBezTo>
                      <a:pt x="4661" y="213"/>
                      <a:pt x="4708" y="208"/>
                      <a:pt x="4770" y="208"/>
                    </a:cubicBezTo>
                    <a:cubicBezTo>
                      <a:pt x="4716" y="171"/>
                      <a:pt x="4696" y="148"/>
                      <a:pt x="4674" y="144"/>
                    </a:cubicBezTo>
                    <a:cubicBezTo>
                      <a:pt x="4392" y="99"/>
                      <a:pt x="4111" y="31"/>
                      <a:pt x="3828" y="21"/>
                    </a:cubicBezTo>
                    <a:cubicBezTo>
                      <a:pt x="3562" y="10"/>
                      <a:pt x="3295" y="1"/>
                      <a:pt x="30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3"/>
              <p:cNvSpPr/>
              <p:nvPr/>
            </p:nvSpPr>
            <p:spPr>
              <a:xfrm>
                <a:off x="1071950" y="1456900"/>
                <a:ext cx="86625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3465" h="3829" extrusionOk="0">
                    <a:moveTo>
                      <a:pt x="113" y="1"/>
                    </a:moveTo>
                    <a:cubicBezTo>
                      <a:pt x="81" y="1"/>
                      <a:pt x="44" y="11"/>
                      <a:pt x="0" y="37"/>
                    </a:cubicBezTo>
                    <a:cubicBezTo>
                      <a:pt x="75" y="85"/>
                      <a:pt x="129" y="120"/>
                      <a:pt x="182" y="153"/>
                    </a:cubicBezTo>
                    <a:cubicBezTo>
                      <a:pt x="389" y="283"/>
                      <a:pt x="609" y="394"/>
                      <a:pt x="800" y="544"/>
                    </a:cubicBezTo>
                    <a:cubicBezTo>
                      <a:pt x="1876" y="1389"/>
                      <a:pt x="2701" y="2439"/>
                      <a:pt x="3316" y="3659"/>
                    </a:cubicBezTo>
                    <a:cubicBezTo>
                      <a:pt x="3345" y="3716"/>
                      <a:pt x="3378" y="3773"/>
                      <a:pt x="3411" y="3829"/>
                    </a:cubicBezTo>
                    <a:cubicBezTo>
                      <a:pt x="3427" y="3820"/>
                      <a:pt x="3447" y="3811"/>
                      <a:pt x="3465" y="3802"/>
                    </a:cubicBezTo>
                    <a:cubicBezTo>
                      <a:pt x="3432" y="3722"/>
                      <a:pt x="3403" y="3641"/>
                      <a:pt x="3366" y="3565"/>
                    </a:cubicBezTo>
                    <a:cubicBezTo>
                      <a:pt x="2905" y="2670"/>
                      <a:pt x="2333" y="1857"/>
                      <a:pt x="1613" y="1152"/>
                    </a:cubicBezTo>
                    <a:cubicBezTo>
                      <a:pt x="1468" y="1008"/>
                      <a:pt x="1319" y="868"/>
                      <a:pt x="1172" y="727"/>
                    </a:cubicBezTo>
                    <a:cubicBezTo>
                      <a:pt x="894" y="463"/>
                      <a:pt x="585" y="243"/>
                      <a:pt x="254" y="54"/>
                    </a:cubicBezTo>
                    <a:cubicBezTo>
                      <a:pt x="212" y="30"/>
                      <a:pt x="169" y="1"/>
                      <a:pt x="1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3"/>
              <p:cNvSpPr/>
              <p:nvPr/>
            </p:nvSpPr>
            <p:spPr>
              <a:xfrm>
                <a:off x="1171875" y="1481575"/>
                <a:ext cx="281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1915" extrusionOk="0">
                    <a:moveTo>
                      <a:pt x="1085" y="0"/>
                    </a:moveTo>
                    <a:cubicBezTo>
                      <a:pt x="1013" y="0"/>
                      <a:pt x="975" y="49"/>
                      <a:pt x="937" y="88"/>
                    </a:cubicBezTo>
                    <a:cubicBezTo>
                      <a:pt x="766" y="262"/>
                      <a:pt x="596" y="438"/>
                      <a:pt x="429" y="616"/>
                    </a:cubicBezTo>
                    <a:cubicBezTo>
                      <a:pt x="150" y="912"/>
                      <a:pt x="48" y="1281"/>
                      <a:pt x="9" y="1671"/>
                    </a:cubicBezTo>
                    <a:lnTo>
                      <a:pt x="8" y="1671"/>
                    </a:lnTo>
                    <a:cubicBezTo>
                      <a:pt x="0" y="1749"/>
                      <a:pt x="23" y="1830"/>
                      <a:pt x="32" y="1908"/>
                    </a:cubicBezTo>
                    <a:cubicBezTo>
                      <a:pt x="45" y="1911"/>
                      <a:pt x="59" y="1913"/>
                      <a:pt x="72" y="1914"/>
                    </a:cubicBezTo>
                    <a:cubicBezTo>
                      <a:pt x="87" y="1821"/>
                      <a:pt x="105" y="1730"/>
                      <a:pt x="119" y="1637"/>
                    </a:cubicBezTo>
                    <a:cubicBezTo>
                      <a:pt x="167" y="1295"/>
                      <a:pt x="276" y="978"/>
                      <a:pt x="516" y="720"/>
                    </a:cubicBezTo>
                    <a:cubicBezTo>
                      <a:pt x="683" y="541"/>
                      <a:pt x="850" y="364"/>
                      <a:pt x="1016" y="186"/>
                    </a:cubicBezTo>
                    <a:cubicBezTo>
                      <a:pt x="1064" y="135"/>
                      <a:pt x="1124" y="91"/>
                      <a:pt x="1121" y="4"/>
                    </a:cubicBezTo>
                    <a:cubicBezTo>
                      <a:pt x="1108" y="2"/>
                      <a:pt x="1096" y="0"/>
                      <a:pt x="1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3"/>
              <p:cNvSpPr/>
              <p:nvPr/>
            </p:nvSpPr>
            <p:spPr>
              <a:xfrm>
                <a:off x="1167825" y="1587750"/>
                <a:ext cx="42900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655" extrusionOk="0">
                    <a:moveTo>
                      <a:pt x="1691" y="1"/>
                    </a:moveTo>
                    <a:lnTo>
                      <a:pt x="1691" y="1"/>
                    </a:lnTo>
                    <a:cubicBezTo>
                      <a:pt x="1406" y="112"/>
                      <a:pt x="1124" y="215"/>
                      <a:pt x="846" y="331"/>
                    </a:cubicBezTo>
                    <a:cubicBezTo>
                      <a:pt x="572" y="445"/>
                      <a:pt x="264" y="469"/>
                      <a:pt x="0" y="620"/>
                    </a:cubicBezTo>
                    <a:cubicBezTo>
                      <a:pt x="31" y="642"/>
                      <a:pt x="58" y="655"/>
                      <a:pt x="83" y="655"/>
                    </a:cubicBezTo>
                    <a:cubicBezTo>
                      <a:pt x="88" y="655"/>
                      <a:pt x="93" y="654"/>
                      <a:pt x="98" y="653"/>
                    </a:cubicBezTo>
                    <a:cubicBezTo>
                      <a:pt x="621" y="560"/>
                      <a:pt x="1112" y="361"/>
                      <a:pt x="1601" y="161"/>
                    </a:cubicBezTo>
                    <a:cubicBezTo>
                      <a:pt x="1654" y="140"/>
                      <a:pt x="1715" y="110"/>
                      <a:pt x="16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3"/>
              <p:cNvSpPr/>
              <p:nvPr/>
            </p:nvSpPr>
            <p:spPr>
              <a:xfrm>
                <a:off x="1136125" y="1437050"/>
                <a:ext cx="2035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69" extrusionOk="0">
                    <a:moveTo>
                      <a:pt x="392" y="0"/>
                    </a:moveTo>
                    <a:cubicBezTo>
                      <a:pt x="238" y="0"/>
                      <a:pt x="93" y="24"/>
                      <a:pt x="0" y="69"/>
                    </a:cubicBezTo>
                    <a:lnTo>
                      <a:pt x="814" y="69"/>
                    </a:lnTo>
                    <a:cubicBezTo>
                      <a:pt x="691" y="22"/>
                      <a:pt x="538" y="0"/>
                      <a:pt x="3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>
            <a:spLocks noGrp="1"/>
          </p:cNvSpPr>
          <p:nvPr>
            <p:ph type="title"/>
          </p:nvPr>
        </p:nvSpPr>
        <p:spPr>
          <a:xfrm>
            <a:off x="2716042" y="1627861"/>
            <a:ext cx="4756200" cy="7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91" name="Google Shape;291;p34"/>
          <p:cNvSpPr txBox="1">
            <a:spLocks noGrp="1"/>
          </p:cNvSpPr>
          <p:nvPr>
            <p:ph type="subTitle" idx="1"/>
          </p:nvPr>
        </p:nvSpPr>
        <p:spPr>
          <a:xfrm>
            <a:off x="3338321" y="2344756"/>
            <a:ext cx="5249747" cy="20835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GB" dirty="0"/>
              <a:t>Real-time detection: Captures hand gestures as they happen .</a:t>
            </a:r>
          </a:p>
          <a:p>
            <a:pPr algn="l"/>
            <a:r>
              <a:rPr lang="en-GB" dirty="0"/>
              <a:t>Gesture translation: Converts hand movements into computer/device commands</a:t>
            </a:r>
            <a:r>
              <a:rPr lang="en-GB" dirty="0" smtClean="0"/>
              <a:t>.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Applications: </a:t>
            </a:r>
          </a:p>
          <a:p>
            <a:pPr algn="l"/>
            <a:r>
              <a:rPr lang="en-GB" dirty="0"/>
              <a:t>- Control programs or devices.</a:t>
            </a:r>
          </a:p>
          <a:p>
            <a:pPr algn="l"/>
            <a:r>
              <a:rPr lang="en-GB" dirty="0"/>
              <a:t>- Display content.</a:t>
            </a:r>
          </a:p>
          <a:p>
            <a:pPr algn="l"/>
            <a:r>
              <a:rPr lang="en-GB" dirty="0"/>
              <a:t>- Assist people with speech difficulties.</a:t>
            </a:r>
          </a:p>
        </p:txBody>
      </p:sp>
      <p:sp>
        <p:nvSpPr>
          <p:cNvPr id="292" name="Google Shape;292;p34"/>
          <p:cNvSpPr/>
          <p:nvPr/>
        </p:nvSpPr>
        <p:spPr>
          <a:xfrm>
            <a:off x="1188663" y="2921047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2297775" y="1660809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94" name="Google Shape;294;p34"/>
          <p:cNvGrpSpPr/>
          <p:nvPr/>
        </p:nvGrpSpPr>
        <p:grpSpPr>
          <a:xfrm>
            <a:off x="1382925" y="2811800"/>
            <a:ext cx="720576" cy="1327594"/>
            <a:chOff x="3980136" y="2429993"/>
            <a:chExt cx="720576" cy="1327594"/>
          </a:xfrm>
        </p:grpSpPr>
        <p:sp>
          <p:nvSpPr>
            <p:cNvPr id="295" name="Google Shape;295;p34"/>
            <p:cNvSpPr/>
            <p:nvPr/>
          </p:nvSpPr>
          <p:spPr>
            <a:xfrm>
              <a:off x="3980136" y="2429993"/>
              <a:ext cx="720519" cy="1327594"/>
            </a:xfrm>
            <a:custGeom>
              <a:avLst/>
              <a:gdLst/>
              <a:ahLst/>
              <a:cxnLst/>
              <a:rect l="l" t="t" r="r" b="b"/>
              <a:pathLst>
                <a:path w="10486" h="19321" extrusionOk="0">
                  <a:moveTo>
                    <a:pt x="2614" y="6556"/>
                  </a:moveTo>
                  <a:cubicBezTo>
                    <a:pt x="2604" y="6579"/>
                    <a:pt x="2587" y="6600"/>
                    <a:pt x="2568" y="6618"/>
                  </a:cubicBezTo>
                  <a:cubicBezTo>
                    <a:pt x="2587" y="6600"/>
                    <a:pt x="2602" y="6579"/>
                    <a:pt x="2614" y="6556"/>
                  </a:cubicBezTo>
                  <a:close/>
                  <a:moveTo>
                    <a:pt x="4969" y="1"/>
                  </a:moveTo>
                  <a:cubicBezTo>
                    <a:pt x="4614" y="1"/>
                    <a:pt x="4441" y="171"/>
                    <a:pt x="4475" y="675"/>
                  </a:cubicBezTo>
                  <a:cubicBezTo>
                    <a:pt x="4494" y="958"/>
                    <a:pt x="4551" y="1237"/>
                    <a:pt x="4605" y="1516"/>
                  </a:cubicBezTo>
                  <a:cubicBezTo>
                    <a:pt x="4760" y="2318"/>
                    <a:pt x="4808" y="3123"/>
                    <a:pt x="4722" y="3937"/>
                  </a:cubicBezTo>
                  <a:cubicBezTo>
                    <a:pt x="4670" y="4433"/>
                    <a:pt x="4631" y="4930"/>
                    <a:pt x="4575" y="5425"/>
                  </a:cubicBezTo>
                  <a:cubicBezTo>
                    <a:pt x="4548" y="5664"/>
                    <a:pt x="4505" y="5901"/>
                    <a:pt x="4406" y="6145"/>
                  </a:cubicBezTo>
                  <a:cubicBezTo>
                    <a:pt x="4281" y="6115"/>
                    <a:pt x="4169" y="6088"/>
                    <a:pt x="4056" y="6060"/>
                  </a:cubicBezTo>
                  <a:cubicBezTo>
                    <a:pt x="3891" y="6017"/>
                    <a:pt x="3726" y="5993"/>
                    <a:pt x="3563" y="5993"/>
                  </a:cubicBezTo>
                  <a:cubicBezTo>
                    <a:pt x="3352" y="5993"/>
                    <a:pt x="3142" y="6034"/>
                    <a:pt x="2937" y="6126"/>
                  </a:cubicBezTo>
                  <a:cubicBezTo>
                    <a:pt x="2698" y="6232"/>
                    <a:pt x="2553" y="6417"/>
                    <a:pt x="2493" y="6673"/>
                  </a:cubicBezTo>
                  <a:cubicBezTo>
                    <a:pt x="2497" y="6670"/>
                    <a:pt x="2500" y="6667"/>
                    <a:pt x="2503" y="6666"/>
                  </a:cubicBezTo>
                  <a:lnTo>
                    <a:pt x="2503" y="6666"/>
                  </a:lnTo>
                  <a:lnTo>
                    <a:pt x="2452" y="6753"/>
                  </a:lnTo>
                  <a:lnTo>
                    <a:pt x="2455" y="6754"/>
                  </a:lnTo>
                  <a:cubicBezTo>
                    <a:pt x="2374" y="6729"/>
                    <a:pt x="2290" y="6708"/>
                    <a:pt x="2204" y="6690"/>
                  </a:cubicBezTo>
                  <a:cubicBezTo>
                    <a:pt x="2108" y="6671"/>
                    <a:pt x="2012" y="6661"/>
                    <a:pt x="1917" y="6661"/>
                  </a:cubicBezTo>
                  <a:cubicBezTo>
                    <a:pt x="1828" y="6661"/>
                    <a:pt x="1740" y="6670"/>
                    <a:pt x="1651" y="6690"/>
                  </a:cubicBezTo>
                  <a:cubicBezTo>
                    <a:pt x="1261" y="6778"/>
                    <a:pt x="911" y="6963"/>
                    <a:pt x="560" y="7145"/>
                  </a:cubicBezTo>
                  <a:cubicBezTo>
                    <a:pt x="495" y="7179"/>
                    <a:pt x="422" y="7230"/>
                    <a:pt x="392" y="7292"/>
                  </a:cubicBezTo>
                  <a:cubicBezTo>
                    <a:pt x="293" y="7503"/>
                    <a:pt x="192" y="7719"/>
                    <a:pt x="128" y="7943"/>
                  </a:cubicBezTo>
                  <a:cubicBezTo>
                    <a:pt x="14" y="8331"/>
                    <a:pt x="0" y="8735"/>
                    <a:pt x="15" y="9137"/>
                  </a:cubicBezTo>
                  <a:cubicBezTo>
                    <a:pt x="39" y="9844"/>
                    <a:pt x="98" y="10548"/>
                    <a:pt x="215" y="11245"/>
                  </a:cubicBezTo>
                  <a:cubicBezTo>
                    <a:pt x="330" y="11937"/>
                    <a:pt x="583" y="12566"/>
                    <a:pt x="1045" y="13098"/>
                  </a:cubicBezTo>
                  <a:cubicBezTo>
                    <a:pt x="1231" y="13311"/>
                    <a:pt x="1438" y="13506"/>
                    <a:pt x="1622" y="13694"/>
                  </a:cubicBezTo>
                  <a:cubicBezTo>
                    <a:pt x="1658" y="13877"/>
                    <a:pt x="1706" y="14050"/>
                    <a:pt x="1724" y="14225"/>
                  </a:cubicBezTo>
                  <a:cubicBezTo>
                    <a:pt x="1783" y="14803"/>
                    <a:pt x="1850" y="15382"/>
                    <a:pt x="1880" y="15963"/>
                  </a:cubicBezTo>
                  <a:cubicBezTo>
                    <a:pt x="1924" y="16848"/>
                    <a:pt x="1937" y="17735"/>
                    <a:pt x="1964" y="18621"/>
                  </a:cubicBezTo>
                  <a:cubicBezTo>
                    <a:pt x="1964" y="18635"/>
                    <a:pt x="1967" y="18648"/>
                    <a:pt x="1966" y="18662"/>
                  </a:cubicBezTo>
                  <a:cubicBezTo>
                    <a:pt x="1960" y="18783"/>
                    <a:pt x="2020" y="18861"/>
                    <a:pt x="2126" y="18903"/>
                  </a:cubicBezTo>
                  <a:cubicBezTo>
                    <a:pt x="2256" y="18953"/>
                    <a:pt x="2388" y="18995"/>
                    <a:pt x="2518" y="19041"/>
                  </a:cubicBezTo>
                  <a:cubicBezTo>
                    <a:pt x="2940" y="19187"/>
                    <a:pt x="3376" y="19268"/>
                    <a:pt x="3817" y="19307"/>
                  </a:cubicBezTo>
                  <a:cubicBezTo>
                    <a:pt x="3921" y="19316"/>
                    <a:pt x="4023" y="19320"/>
                    <a:pt x="4125" y="19320"/>
                  </a:cubicBezTo>
                  <a:cubicBezTo>
                    <a:pt x="4768" y="19320"/>
                    <a:pt x="5385" y="19153"/>
                    <a:pt x="5990" y="18930"/>
                  </a:cubicBezTo>
                  <a:cubicBezTo>
                    <a:pt x="6398" y="18780"/>
                    <a:pt x="6727" y="18522"/>
                    <a:pt x="6977" y="18168"/>
                  </a:cubicBezTo>
                  <a:cubicBezTo>
                    <a:pt x="7034" y="18089"/>
                    <a:pt x="7073" y="17991"/>
                    <a:pt x="7144" y="17931"/>
                  </a:cubicBezTo>
                  <a:cubicBezTo>
                    <a:pt x="7270" y="17822"/>
                    <a:pt x="7294" y="17690"/>
                    <a:pt x="7277" y="17538"/>
                  </a:cubicBezTo>
                  <a:cubicBezTo>
                    <a:pt x="7270" y="17475"/>
                    <a:pt x="7264" y="17414"/>
                    <a:pt x="7259" y="17352"/>
                  </a:cubicBezTo>
                  <a:cubicBezTo>
                    <a:pt x="7222" y="16840"/>
                    <a:pt x="7201" y="16329"/>
                    <a:pt x="7144" y="15820"/>
                  </a:cubicBezTo>
                  <a:cubicBezTo>
                    <a:pt x="7069" y="15143"/>
                    <a:pt x="7048" y="14465"/>
                    <a:pt x="7055" y="13785"/>
                  </a:cubicBezTo>
                  <a:cubicBezTo>
                    <a:pt x="7058" y="13557"/>
                    <a:pt x="7072" y="13326"/>
                    <a:pt x="7045" y="13101"/>
                  </a:cubicBezTo>
                  <a:cubicBezTo>
                    <a:pt x="7025" y="12926"/>
                    <a:pt x="7078" y="12807"/>
                    <a:pt x="7208" y="12707"/>
                  </a:cubicBezTo>
                  <a:cubicBezTo>
                    <a:pt x="7246" y="12677"/>
                    <a:pt x="7283" y="12645"/>
                    <a:pt x="7321" y="12615"/>
                  </a:cubicBezTo>
                  <a:cubicBezTo>
                    <a:pt x="7705" y="12290"/>
                    <a:pt x="7996" y="11902"/>
                    <a:pt x="8122" y="11406"/>
                  </a:cubicBezTo>
                  <a:cubicBezTo>
                    <a:pt x="8161" y="11259"/>
                    <a:pt x="8209" y="11113"/>
                    <a:pt x="8241" y="10965"/>
                  </a:cubicBezTo>
                  <a:cubicBezTo>
                    <a:pt x="8358" y="10438"/>
                    <a:pt x="8469" y="9910"/>
                    <a:pt x="8578" y="9391"/>
                  </a:cubicBezTo>
                  <a:cubicBezTo>
                    <a:pt x="8272" y="8722"/>
                    <a:pt x="8034" y="8031"/>
                    <a:pt x="7828" y="7304"/>
                  </a:cubicBezTo>
                  <a:cubicBezTo>
                    <a:pt x="7968" y="7238"/>
                    <a:pt x="8086" y="7184"/>
                    <a:pt x="8202" y="7124"/>
                  </a:cubicBezTo>
                  <a:cubicBezTo>
                    <a:pt x="8373" y="7034"/>
                    <a:pt x="8548" y="6948"/>
                    <a:pt x="8712" y="6844"/>
                  </a:cubicBezTo>
                  <a:cubicBezTo>
                    <a:pt x="8970" y="6682"/>
                    <a:pt x="9216" y="6502"/>
                    <a:pt x="9473" y="6339"/>
                  </a:cubicBezTo>
                  <a:cubicBezTo>
                    <a:pt x="9899" y="6069"/>
                    <a:pt x="10187" y="5688"/>
                    <a:pt x="10388" y="5235"/>
                  </a:cubicBezTo>
                  <a:cubicBezTo>
                    <a:pt x="10479" y="5029"/>
                    <a:pt x="10485" y="4819"/>
                    <a:pt x="10403" y="4609"/>
                  </a:cubicBezTo>
                  <a:cubicBezTo>
                    <a:pt x="10328" y="4418"/>
                    <a:pt x="10152" y="4294"/>
                    <a:pt x="9949" y="4294"/>
                  </a:cubicBezTo>
                  <a:cubicBezTo>
                    <a:pt x="9944" y="4294"/>
                    <a:pt x="9939" y="4294"/>
                    <a:pt x="9935" y="4294"/>
                  </a:cubicBezTo>
                  <a:cubicBezTo>
                    <a:pt x="9867" y="4295"/>
                    <a:pt x="9795" y="4307"/>
                    <a:pt x="9732" y="4331"/>
                  </a:cubicBezTo>
                  <a:cubicBezTo>
                    <a:pt x="9476" y="4433"/>
                    <a:pt x="9224" y="4546"/>
                    <a:pt x="8967" y="4649"/>
                  </a:cubicBezTo>
                  <a:cubicBezTo>
                    <a:pt x="8401" y="4877"/>
                    <a:pt x="7836" y="5101"/>
                    <a:pt x="7270" y="5326"/>
                  </a:cubicBezTo>
                  <a:cubicBezTo>
                    <a:pt x="7232" y="5341"/>
                    <a:pt x="7192" y="5350"/>
                    <a:pt x="7144" y="5364"/>
                  </a:cubicBezTo>
                  <a:cubicBezTo>
                    <a:pt x="6992" y="5181"/>
                    <a:pt x="6853" y="4981"/>
                    <a:pt x="6592" y="4960"/>
                  </a:cubicBezTo>
                  <a:cubicBezTo>
                    <a:pt x="6587" y="4885"/>
                    <a:pt x="6583" y="4829"/>
                    <a:pt x="6583" y="4775"/>
                  </a:cubicBezTo>
                  <a:cubicBezTo>
                    <a:pt x="6583" y="4373"/>
                    <a:pt x="6587" y="3971"/>
                    <a:pt x="6581" y="3569"/>
                  </a:cubicBezTo>
                  <a:cubicBezTo>
                    <a:pt x="6575" y="3266"/>
                    <a:pt x="6556" y="2961"/>
                    <a:pt x="6539" y="2657"/>
                  </a:cubicBezTo>
                  <a:cubicBezTo>
                    <a:pt x="6524" y="2373"/>
                    <a:pt x="6508" y="2090"/>
                    <a:pt x="6487" y="1808"/>
                  </a:cubicBezTo>
                  <a:cubicBezTo>
                    <a:pt x="6455" y="1423"/>
                    <a:pt x="6338" y="1065"/>
                    <a:pt x="6185" y="711"/>
                  </a:cubicBezTo>
                  <a:cubicBezTo>
                    <a:pt x="5974" y="226"/>
                    <a:pt x="5571" y="52"/>
                    <a:pt x="5096" y="7"/>
                  </a:cubicBezTo>
                  <a:cubicBezTo>
                    <a:pt x="5051" y="3"/>
                    <a:pt x="5009" y="1"/>
                    <a:pt x="4969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6" name="Google Shape;296;p34"/>
            <p:cNvGrpSpPr/>
            <p:nvPr/>
          </p:nvGrpSpPr>
          <p:grpSpPr>
            <a:xfrm>
              <a:off x="3980192" y="2430028"/>
              <a:ext cx="720519" cy="1327525"/>
              <a:chOff x="3028500" y="1940475"/>
              <a:chExt cx="262150" cy="483000"/>
            </a:xfrm>
          </p:grpSpPr>
          <p:sp>
            <p:nvSpPr>
              <p:cNvPr id="297" name="Google Shape;297;p34"/>
              <p:cNvSpPr/>
              <p:nvPr/>
            </p:nvSpPr>
            <p:spPr>
              <a:xfrm>
                <a:off x="3089800" y="2050725"/>
                <a:ext cx="198000" cy="197700"/>
              </a:xfrm>
              <a:custGeom>
                <a:avLst/>
                <a:gdLst/>
                <a:ahLst/>
                <a:cxnLst/>
                <a:rect l="l" t="t" r="r" b="b"/>
                <a:pathLst>
                  <a:path w="7920" h="7908" extrusionOk="0">
                    <a:moveTo>
                      <a:pt x="2659" y="2354"/>
                    </a:moveTo>
                    <a:cubicBezTo>
                      <a:pt x="2821" y="2414"/>
                      <a:pt x="2866" y="2536"/>
                      <a:pt x="2886" y="2674"/>
                    </a:cubicBezTo>
                    <a:cubicBezTo>
                      <a:pt x="2871" y="2681"/>
                      <a:pt x="2854" y="2689"/>
                      <a:pt x="2839" y="2695"/>
                    </a:cubicBezTo>
                    <a:cubicBezTo>
                      <a:pt x="2779" y="2582"/>
                      <a:pt x="2719" y="2468"/>
                      <a:pt x="2659" y="2354"/>
                    </a:cubicBezTo>
                    <a:close/>
                    <a:moveTo>
                      <a:pt x="7481" y="1"/>
                    </a:moveTo>
                    <a:cubicBezTo>
                      <a:pt x="7440" y="1"/>
                      <a:pt x="7397" y="6"/>
                      <a:pt x="7353" y="18"/>
                    </a:cubicBezTo>
                    <a:cubicBezTo>
                      <a:pt x="7194" y="61"/>
                      <a:pt x="7037" y="123"/>
                      <a:pt x="6884" y="187"/>
                    </a:cubicBezTo>
                    <a:cubicBezTo>
                      <a:pt x="6029" y="543"/>
                      <a:pt x="5174" y="906"/>
                      <a:pt x="4317" y="1260"/>
                    </a:cubicBezTo>
                    <a:cubicBezTo>
                      <a:pt x="4152" y="1328"/>
                      <a:pt x="3977" y="1370"/>
                      <a:pt x="3804" y="1421"/>
                    </a:cubicBezTo>
                    <a:cubicBezTo>
                      <a:pt x="3565" y="1491"/>
                      <a:pt x="3325" y="1557"/>
                      <a:pt x="3087" y="1629"/>
                    </a:cubicBezTo>
                    <a:cubicBezTo>
                      <a:pt x="2794" y="1715"/>
                      <a:pt x="2503" y="1802"/>
                      <a:pt x="2212" y="1895"/>
                    </a:cubicBezTo>
                    <a:cubicBezTo>
                      <a:pt x="2185" y="1903"/>
                      <a:pt x="2159" y="1907"/>
                      <a:pt x="2134" y="1907"/>
                    </a:cubicBezTo>
                    <a:cubicBezTo>
                      <a:pt x="2088" y="1907"/>
                      <a:pt x="2044" y="1895"/>
                      <a:pt x="1995" y="1881"/>
                    </a:cubicBezTo>
                    <a:cubicBezTo>
                      <a:pt x="1735" y="1811"/>
                      <a:pt x="1472" y="1740"/>
                      <a:pt x="1207" y="1704"/>
                    </a:cubicBezTo>
                    <a:cubicBezTo>
                      <a:pt x="1168" y="1699"/>
                      <a:pt x="1129" y="1697"/>
                      <a:pt x="1090" y="1697"/>
                    </a:cubicBezTo>
                    <a:cubicBezTo>
                      <a:pt x="965" y="1697"/>
                      <a:pt x="836" y="1719"/>
                      <a:pt x="713" y="1743"/>
                    </a:cubicBezTo>
                    <a:cubicBezTo>
                      <a:pt x="473" y="1791"/>
                      <a:pt x="280" y="1919"/>
                      <a:pt x="162" y="2145"/>
                    </a:cubicBezTo>
                    <a:cubicBezTo>
                      <a:pt x="140" y="2190"/>
                      <a:pt x="99" y="2226"/>
                      <a:pt x="51" y="2255"/>
                    </a:cubicBezTo>
                    <a:lnTo>
                      <a:pt x="0" y="2342"/>
                    </a:lnTo>
                    <a:cubicBezTo>
                      <a:pt x="515" y="2497"/>
                      <a:pt x="955" y="2792"/>
                      <a:pt x="1366" y="3140"/>
                    </a:cubicBezTo>
                    <a:cubicBezTo>
                      <a:pt x="1613" y="3352"/>
                      <a:pt x="1855" y="3569"/>
                      <a:pt x="2104" y="3779"/>
                    </a:cubicBezTo>
                    <a:cubicBezTo>
                      <a:pt x="2245" y="3898"/>
                      <a:pt x="2358" y="4034"/>
                      <a:pt x="2434" y="4201"/>
                    </a:cubicBezTo>
                    <a:cubicBezTo>
                      <a:pt x="2479" y="4303"/>
                      <a:pt x="2530" y="4401"/>
                      <a:pt x="2577" y="4503"/>
                    </a:cubicBezTo>
                    <a:cubicBezTo>
                      <a:pt x="2752" y="4897"/>
                      <a:pt x="2758" y="4897"/>
                      <a:pt x="2703" y="5320"/>
                    </a:cubicBezTo>
                    <a:cubicBezTo>
                      <a:pt x="2668" y="5580"/>
                      <a:pt x="2610" y="5836"/>
                      <a:pt x="2565" y="6096"/>
                    </a:cubicBezTo>
                    <a:cubicBezTo>
                      <a:pt x="2553" y="6156"/>
                      <a:pt x="2539" y="6219"/>
                      <a:pt x="2539" y="6281"/>
                    </a:cubicBezTo>
                    <a:cubicBezTo>
                      <a:pt x="2542" y="6702"/>
                      <a:pt x="2544" y="7125"/>
                      <a:pt x="2556" y="7548"/>
                    </a:cubicBezTo>
                    <a:cubicBezTo>
                      <a:pt x="2560" y="7744"/>
                      <a:pt x="2626" y="7816"/>
                      <a:pt x="2818" y="7868"/>
                    </a:cubicBezTo>
                    <a:cubicBezTo>
                      <a:pt x="2894" y="7888"/>
                      <a:pt x="2971" y="7907"/>
                      <a:pt x="3048" y="7907"/>
                    </a:cubicBezTo>
                    <a:cubicBezTo>
                      <a:pt x="3054" y="7907"/>
                      <a:pt x="3059" y="7907"/>
                      <a:pt x="3064" y="7907"/>
                    </a:cubicBezTo>
                    <a:cubicBezTo>
                      <a:pt x="3354" y="7898"/>
                      <a:pt x="3579" y="7787"/>
                      <a:pt x="3589" y="7422"/>
                    </a:cubicBezTo>
                    <a:cubicBezTo>
                      <a:pt x="3591" y="7319"/>
                      <a:pt x="3589" y="7215"/>
                      <a:pt x="3591" y="7110"/>
                    </a:cubicBezTo>
                    <a:cubicBezTo>
                      <a:pt x="3606" y="6585"/>
                      <a:pt x="3618" y="6059"/>
                      <a:pt x="3634" y="5533"/>
                    </a:cubicBezTo>
                    <a:cubicBezTo>
                      <a:pt x="3645" y="5160"/>
                      <a:pt x="3657" y="4785"/>
                      <a:pt x="3672" y="4411"/>
                    </a:cubicBezTo>
                    <a:cubicBezTo>
                      <a:pt x="3684" y="4114"/>
                      <a:pt x="3595" y="3856"/>
                      <a:pt x="3408" y="3623"/>
                    </a:cubicBezTo>
                    <a:cubicBezTo>
                      <a:pt x="3133" y="3283"/>
                      <a:pt x="2865" y="2941"/>
                      <a:pt x="2503" y="2684"/>
                    </a:cubicBezTo>
                    <a:cubicBezTo>
                      <a:pt x="2394" y="2608"/>
                      <a:pt x="2280" y="2527"/>
                      <a:pt x="2239" y="2364"/>
                    </a:cubicBezTo>
                    <a:lnTo>
                      <a:pt x="2239" y="2364"/>
                    </a:lnTo>
                    <a:cubicBezTo>
                      <a:pt x="2284" y="2384"/>
                      <a:pt x="2334" y="2396"/>
                      <a:pt x="2371" y="2423"/>
                    </a:cubicBezTo>
                    <a:cubicBezTo>
                      <a:pt x="2716" y="2674"/>
                      <a:pt x="3033" y="2953"/>
                      <a:pt x="3288" y="3293"/>
                    </a:cubicBezTo>
                    <a:cubicBezTo>
                      <a:pt x="3354" y="3381"/>
                      <a:pt x="3422" y="3416"/>
                      <a:pt x="3509" y="3416"/>
                    </a:cubicBezTo>
                    <a:cubicBezTo>
                      <a:pt x="3539" y="3416"/>
                      <a:pt x="3571" y="3412"/>
                      <a:pt x="3606" y="3404"/>
                    </a:cubicBezTo>
                    <a:cubicBezTo>
                      <a:pt x="4118" y="3298"/>
                      <a:pt x="4587" y="3071"/>
                      <a:pt x="5073" y="2891"/>
                    </a:cubicBezTo>
                    <a:cubicBezTo>
                      <a:pt x="5561" y="2710"/>
                      <a:pt x="6023" y="2473"/>
                      <a:pt x="6446" y="2165"/>
                    </a:cubicBezTo>
                    <a:cubicBezTo>
                      <a:pt x="6614" y="2042"/>
                      <a:pt x="6797" y="1941"/>
                      <a:pt x="6970" y="1826"/>
                    </a:cubicBezTo>
                    <a:cubicBezTo>
                      <a:pt x="7350" y="1574"/>
                      <a:pt x="7624" y="1232"/>
                      <a:pt x="7809" y="816"/>
                    </a:cubicBezTo>
                    <a:cubicBezTo>
                      <a:pt x="7876" y="663"/>
                      <a:pt x="7920" y="504"/>
                      <a:pt x="7873" y="333"/>
                    </a:cubicBezTo>
                    <a:cubicBezTo>
                      <a:pt x="7815" y="124"/>
                      <a:pt x="7671" y="1"/>
                      <a:pt x="7481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34"/>
              <p:cNvSpPr/>
              <p:nvPr/>
            </p:nvSpPr>
            <p:spPr>
              <a:xfrm>
                <a:off x="3031350" y="2109475"/>
                <a:ext cx="207800" cy="309950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2398" extrusionOk="0">
                    <a:moveTo>
                      <a:pt x="1774" y="1"/>
                    </a:moveTo>
                    <a:cubicBezTo>
                      <a:pt x="1608" y="1"/>
                      <a:pt x="1445" y="33"/>
                      <a:pt x="1284" y="103"/>
                    </a:cubicBezTo>
                    <a:cubicBezTo>
                      <a:pt x="1093" y="187"/>
                      <a:pt x="904" y="270"/>
                      <a:pt x="710" y="349"/>
                    </a:cubicBezTo>
                    <a:cubicBezTo>
                      <a:pt x="538" y="420"/>
                      <a:pt x="394" y="529"/>
                      <a:pt x="310" y="694"/>
                    </a:cubicBezTo>
                    <a:cubicBezTo>
                      <a:pt x="229" y="853"/>
                      <a:pt x="154" y="1020"/>
                      <a:pt x="106" y="1191"/>
                    </a:cubicBezTo>
                    <a:cubicBezTo>
                      <a:pt x="5" y="1539"/>
                      <a:pt x="1" y="1901"/>
                      <a:pt x="4" y="2262"/>
                    </a:cubicBezTo>
                    <a:cubicBezTo>
                      <a:pt x="13" y="2984"/>
                      <a:pt x="80" y="3698"/>
                      <a:pt x="187" y="4412"/>
                    </a:cubicBezTo>
                    <a:lnTo>
                      <a:pt x="185" y="4412"/>
                    </a:lnTo>
                    <a:cubicBezTo>
                      <a:pt x="295" y="5147"/>
                      <a:pt x="560" y="5802"/>
                      <a:pt x="1071" y="6345"/>
                    </a:cubicBezTo>
                    <a:cubicBezTo>
                      <a:pt x="1503" y="6804"/>
                      <a:pt x="1980" y="7217"/>
                      <a:pt x="2485" y="7595"/>
                    </a:cubicBezTo>
                    <a:cubicBezTo>
                      <a:pt x="2530" y="7629"/>
                      <a:pt x="2577" y="7662"/>
                      <a:pt x="2622" y="7695"/>
                    </a:cubicBezTo>
                    <a:cubicBezTo>
                      <a:pt x="2244" y="7646"/>
                      <a:pt x="2044" y="7319"/>
                      <a:pt x="1726" y="7137"/>
                    </a:cubicBezTo>
                    <a:lnTo>
                      <a:pt x="1726" y="7137"/>
                    </a:lnTo>
                    <a:cubicBezTo>
                      <a:pt x="1731" y="7215"/>
                      <a:pt x="1734" y="7269"/>
                      <a:pt x="1740" y="7322"/>
                    </a:cubicBezTo>
                    <a:cubicBezTo>
                      <a:pt x="1776" y="7680"/>
                      <a:pt x="1824" y="8037"/>
                      <a:pt x="1849" y="8397"/>
                    </a:cubicBezTo>
                    <a:cubicBezTo>
                      <a:pt x="1899" y="9109"/>
                      <a:pt x="1941" y="9820"/>
                      <a:pt x="1975" y="10532"/>
                    </a:cubicBezTo>
                    <a:cubicBezTo>
                      <a:pt x="1995" y="10948"/>
                      <a:pt x="1992" y="11364"/>
                      <a:pt x="2002" y="11779"/>
                    </a:cubicBezTo>
                    <a:cubicBezTo>
                      <a:pt x="2005" y="11967"/>
                      <a:pt x="2023" y="11986"/>
                      <a:pt x="2199" y="12045"/>
                    </a:cubicBezTo>
                    <a:cubicBezTo>
                      <a:pt x="2356" y="12097"/>
                      <a:pt x="2515" y="12151"/>
                      <a:pt x="2676" y="12192"/>
                    </a:cubicBezTo>
                    <a:cubicBezTo>
                      <a:pt x="3130" y="12311"/>
                      <a:pt x="3584" y="12397"/>
                      <a:pt x="4044" y="12397"/>
                    </a:cubicBezTo>
                    <a:cubicBezTo>
                      <a:pt x="4311" y="12397"/>
                      <a:pt x="4579" y="12368"/>
                      <a:pt x="4850" y="12298"/>
                    </a:cubicBezTo>
                    <a:cubicBezTo>
                      <a:pt x="5225" y="12201"/>
                      <a:pt x="5603" y="12118"/>
                      <a:pt x="5959" y="11953"/>
                    </a:cubicBezTo>
                    <a:cubicBezTo>
                      <a:pt x="6331" y="11779"/>
                      <a:pt x="6609" y="11514"/>
                      <a:pt x="6816" y="11164"/>
                    </a:cubicBezTo>
                    <a:cubicBezTo>
                      <a:pt x="6837" y="11130"/>
                      <a:pt x="6859" y="11086"/>
                      <a:pt x="6894" y="11071"/>
                    </a:cubicBezTo>
                    <a:cubicBezTo>
                      <a:pt x="7030" y="11010"/>
                      <a:pt x="7033" y="10897"/>
                      <a:pt x="7023" y="10774"/>
                    </a:cubicBezTo>
                    <a:cubicBezTo>
                      <a:pt x="7006" y="10595"/>
                      <a:pt x="6991" y="10417"/>
                      <a:pt x="6979" y="10237"/>
                    </a:cubicBezTo>
                    <a:cubicBezTo>
                      <a:pt x="6967" y="10030"/>
                      <a:pt x="6967" y="9821"/>
                      <a:pt x="6946" y="9614"/>
                    </a:cubicBezTo>
                    <a:cubicBezTo>
                      <a:pt x="6865" y="8835"/>
                      <a:pt x="6774" y="8058"/>
                      <a:pt x="6802" y="7274"/>
                    </a:cubicBezTo>
                    <a:cubicBezTo>
                      <a:pt x="6807" y="7127"/>
                      <a:pt x="6811" y="6981"/>
                      <a:pt x="6810" y="6835"/>
                    </a:cubicBezTo>
                    <a:cubicBezTo>
                      <a:pt x="6810" y="6747"/>
                      <a:pt x="6801" y="6657"/>
                      <a:pt x="6798" y="6567"/>
                    </a:cubicBezTo>
                    <a:cubicBezTo>
                      <a:pt x="6793" y="6483"/>
                      <a:pt x="6790" y="6400"/>
                      <a:pt x="6784" y="6271"/>
                    </a:cubicBezTo>
                    <a:cubicBezTo>
                      <a:pt x="6490" y="6612"/>
                      <a:pt x="6433" y="7006"/>
                      <a:pt x="6274" y="7352"/>
                    </a:cubicBezTo>
                    <a:cubicBezTo>
                      <a:pt x="6255" y="7320"/>
                      <a:pt x="6249" y="7293"/>
                      <a:pt x="6250" y="7266"/>
                    </a:cubicBezTo>
                    <a:cubicBezTo>
                      <a:pt x="6255" y="7218"/>
                      <a:pt x="6262" y="7170"/>
                      <a:pt x="6271" y="7122"/>
                    </a:cubicBezTo>
                    <a:cubicBezTo>
                      <a:pt x="6381" y="6633"/>
                      <a:pt x="6640" y="6232"/>
                      <a:pt x="7000" y="5890"/>
                    </a:cubicBezTo>
                    <a:cubicBezTo>
                      <a:pt x="7182" y="5719"/>
                      <a:pt x="7366" y="5550"/>
                      <a:pt x="7528" y="5361"/>
                    </a:cubicBezTo>
                    <a:cubicBezTo>
                      <a:pt x="7635" y="5237"/>
                      <a:pt x="7731" y="5092"/>
                      <a:pt x="7785" y="4939"/>
                    </a:cubicBezTo>
                    <a:cubicBezTo>
                      <a:pt x="8010" y="4306"/>
                      <a:pt x="8177" y="3656"/>
                      <a:pt x="8274" y="2990"/>
                    </a:cubicBezTo>
                    <a:cubicBezTo>
                      <a:pt x="8312" y="2745"/>
                      <a:pt x="8303" y="2501"/>
                      <a:pt x="8199" y="2276"/>
                    </a:cubicBezTo>
                    <a:cubicBezTo>
                      <a:pt x="7989" y="1821"/>
                      <a:pt x="7865" y="1336"/>
                      <a:pt x="7708" y="864"/>
                    </a:cubicBezTo>
                    <a:cubicBezTo>
                      <a:pt x="7680" y="780"/>
                      <a:pt x="7644" y="699"/>
                      <a:pt x="7608" y="600"/>
                    </a:cubicBezTo>
                    <a:cubicBezTo>
                      <a:pt x="7023" y="805"/>
                      <a:pt x="6453" y="1006"/>
                      <a:pt x="5866" y="1212"/>
                    </a:cubicBezTo>
                    <a:cubicBezTo>
                      <a:pt x="5903" y="1275"/>
                      <a:pt x="5939" y="1324"/>
                      <a:pt x="5965" y="1380"/>
                    </a:cubicBezTo>
                    <a:cubicBezTo>
                      <a:pt x="6007" y="1473"/>
                      <a:pt x="6061" y="1567"/>
                      <a:pt x="6078" y="1665"/>
                    </a:cubicBezTo>
                    <a:cubicBezTo>
                      <a:pt x="6106" y="1842"/>
                      <a:pt x="6127" y="2024"/>
                      <a:pt x="6123" y="2202"/>
                    </a:cubicBezTo>
                    <a:cubicBezTo>
                      <a:pt x="6105" y="2846"/>
                      <a:pt x="6073" y="3489"/>
                      <a:pt x="6052" y="4133"/>
                    </a:cubicBezTo>
                    <a:cubicBezTo>
                      <a:pt x="6043" y="4451"/>
                      <a:pt x="6048" y="4771"/>
                      <a:pt x="6040" y="5090"/>
                    </a:cubicBezTo>
                    <a:cubicBezTo>
                      <a:pt x="6034" y="5359"/>
                      <a:pt x="5905" y="5559"/>
                      <a:pt x="5689" y="5626"/>
                    </a:cubicBezTo>
                    <a:cubicBezTo>
                      <a:pt x="5594" y="5655"/>
                      <a:pt x="5498" y="5671"/>
                      <a:pt x="5402" y="5671"/>
                    </a:cubicBezTo>
                    <a:cubicBezTo>
                      <a:pt x="5301" y="5671"/>
                      <a:pt x="5199" y="5653"/>
                      <a:pt x="5099" y="5614"/>
                    </a:cubicBezTo>
                    <a:cubicBezTo>
                      <a:pt x="5035" y="5590"/>
                      <a:pt x="4972" y="5562"/>
                      <a:pt x="4906" y="5535"/>
                    </a:cubicBezTo>
                    <a:cubicBezTo>
                      <a:pt x="4885" y="5565"/>
                      <a:pt x="4862" y="5586"/>
                      <a:pt x="4856" y="5610"/>
                    </a:cubicBezTo>
                    <a:cubicBezTo>
                      <a:pt x="4808" y="5809"/>
                      <a:pt x="4661" y="5904"/>
                      <a:pt x="4483" y="5965"/>
                    </a:cubicBezTo>
                    <a:cubicBezTo>
                      <a:pt x="4393" y="5997"/>
                      <a:pt x="4300" y="6030"/>
                      <a:pt x="4203" y="6045"/>
                    </a:cubicBezTo>
                    <a:cubicBezTo>
                      <a:pt x="4130" y="6057"/>
                      <a:pt x="4056" y="6065"/>
                      <a:pt x="3984" y="6065"/>
                    </a:cubicBezTo>
                    <a:cubicBezTo>
                      <a:pt x="3827" y="6065"/>
                      <a:pt x="3678" y="6027"/>
                      <a:pt x="3557" y="5908"/>
                    </a:cubicBezTo>
                    <a:cubicBezTo>
                      <a:pt x="3410" y="5766"/>
                      <a:pt x="3266" y="5602"/>
                      <a:pt x="3180" y="5419"/>
                    </a:cubicBezTo>
                    <a:cubicBezTo>
                      <a:pt x="2879" y="4765"/>
                      <a:pt x="2759" y="4076"/>
                      <a:pt x="2880" y="3354"/>
                    </a:cubicBezTo>
                    <a:cubicBezTo>
                      <a:pt x="2897" y="3260"/>
                      <a:pt x="2900" y="3161"/>
                      <a:pt x="2891" y="3065"/>
                    </a:cubicBezTo>
                    <a:cubicBezTo>
                      <a:pt x="2876" y="2906"/>
                      <a:pt x="2843" y="2730"/>
                      <a:pt x="2714" y="2634"/>
                    </a:cubicBezTo>
                    <a:cubicBezTo>
                      <a:pt x="2517" y="2488"/>
                      <a:pt x="2312" y="2359"/>
                      <a:pt x="2071" y="2359"/>
                    </a:cubicBezTo>
                    <a:cubicBezTo>
                      <a:pt x="1990" y="2359"/>
                      <a:pt x="1904" y="2374"/>
                      <a:pt x="1813" y="2408"/>
                    </a:cubicBezTo>
                    <a:cubicBezTo>
                      <a:pt x="1687" y="2455"/>
                      <a:pt x="1557" y="2475"/>
                      <a:pt x="1424" y="2475"/>
                    </a:cubicBezTo>
                    <a:cubicBezTo>
                      <a:pt x="1308" y="2475"/>
                      <a:pt x="1190" y="2459"/>
                      <a:pt x="1074" y="2433"/>
                    </a:cubicBezTo>
                    <a:cubicBezTo>
                      <a:pt x="964" y="2408"/>
                      <a:pt x="850" y="2379"/>
                      <a:pt x="794" y="2241"/>
                    </a:cubicBezTo>
                    <a:lnTo>
                      <a:pt x="794" y="2241"/>
                    </a:lnTo>
                    <a:cubicBezTo>
                      <a:pt x="1043" y="2320"/>
                      <a:pt x="1234" y="2359"/>
                      <a:pt x="1401" y="2359"/>
                    </a:cubicBezTo>
                    <a:cubicBezTo>
                      <a:pt x="1533" y="2359"/>
                      <a:pt x="1650" y="2334"/>
                      <a:pt x="1765" y="2285"/>
                    </a:cubicBezTo>
                    <a:cubicBezTo>
                      <a:pt x="1548" y="2126"/>
                      <a:pt x="1275" y="2078"/>
                      <a:pt x="1134" y="1810"/>
                    </a:cubicBezTo>
                    <a:lnTo>
                      <a:pt x="1134" y="1810"/>
                    </a:lnTo>
                    <a:cubicBezTo>
                      <a:pt x="1182" y="1821"/>
                      <a:pt x="1206" y="1818"/>
                      <a:pt x="1218" y="1828"/>
                    </a:cubicBezTo>
                    <a:cubicBezTo>
                      <a:pt x="1461" y="2064"/>
                      <a:pt x="1761" y="2172"/>
                      <a:pt x="2086" y="2243"/>
                    </a:cubicBezTo>
                    <a:cubicBezTo>
                      <a:pt x="2239" y="2276"/>
                      <a:pt x="2391" y="2333"/>
                      <a:pt x="2535" y="2399"/>
                    </a:cubicBezTo>
                    <a:cubicBezTo>
                      <a:pt x="2879" y="2555"/>
                      <a:pt x="3042" y="2868"/>
                      <a:pt x="2988" y="3240"/>
                    </a:cubicBezTo>
                    <a:cubicBezTo>
                      <a:pt x="2969" y="3377"/>
                      <a:pt x="2946" y="3515"/>
                      <a:pt x="2937" y="3653"/>
                    </a:cubicBezTo>
                    <a:cubicBezTo>
                      <a:pt x="2894" y="4253"/>
                      <a:pt x="3024" y="4822"/>
                      <a:pt x="3261" y="5370"/>
                    </a:cubicBezTo>
                    <a:cubicBezTo>
                      <a:pt x="3305" y="5470"/>
                      <a:pt x="3371" y="5563"/>
                      <a:pt x="3437" y="5650"/>
                    </a:cubicBezTo>
                    <a:cubicBezTo>
                      <a:pt x="3590" y="5853"/>
                      <a:pt x="3785" y="5948"/>
                      <a:pt x="4008" y="5948"/>
                    </a:cubicBezTo>
                    <a:cubicBezTo>
                      <a:pt x="4080" y="5948"/>
                      <a:pt x="4155" y="5938"/>
                      <a:pt x="4232" y="5919"/>
                    </a:cubicBezTo>
                    <a:cubicBezTo>
                      <a:pt x="4370" y="5884"/>
                      <a:pt x="4502" y="5815"/>
                      <a:pt x="4631" y="5751"/>
                    </a:cubicBezTo>
                    <a:cubicBezTo>
                      <a:pt x="4741" y="5695"/>
                      <a:pt x="4784" y="5580"/>
                      <a:pt x="4786" y="5472"/>
                    </a:cubicBezTo>
                    <a:cubicBezTo>
                      <a:pt x="4793" y="5183"/>
                      <a:pt x="4784" y="4894"/>
                      <a:pt x="4774" y="4604"/>
                    </a:cubicBezTo>
                    <a:cubicBezTo>
                      <a:pt x="4763" y="4298"/>
                      <a:pt x="4754" y="3994"/>
                      <a:pt x="4816" y="3692"/>
                    </a:cubicBezTo>
                    <a:cubicBezTo>
                      <a:pt x="4847" y="3537"/>
                      <a:pt x="4889" y="3383"/>
                      <a:pt x="4909" y="3225"/>
                    </a:cubicBezTo>
                    <a:cubicBezTo>
                      <a:pt x="4936" y="3006"/>
                      <a:pt x="5002" y="2772"/>
                      <a:pt x="4952" y="2568"/>
                    </a:cubicBezTo>
                    <a:cubicBezTo>
                      <a:pt x="4859" y="2180"/>
                      <a:pt x="4703" y="1803"/>
                      <a:pt x="4385" y="1525"/>
                    </a:cubicBezTo>
                    <a:cubicBezTo>
                      <a:pt x="4082" y="1263"/>
                      <a:pt x="3782" y="994"/>
                      <a:pt x="3470" y="742"/>
                    </a:cubicBezTo>
                    <a:cubicBezTo>
                      <a:pt x="3068" y="417"/>
                      <a:pt x="2628" y="163"/>
                      <a:pt x="2115" y="43"/>
                    </a:cubicBezTo>
                    <a:cubicBezTo>
                      <a:pt x="1999" y="15"/>
                      <a:pt x="1886" y="1"/>
                      <a:pt x="1774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4"/>
              <p:cNvSpPr/>
              <p:nvPr/>
            </p:nvSpPr>
            <p:spPr>
              <a:xfrm>
                <a:off x="3176000" y="2068125"/>
                <a:ext cx="27525" cy="17075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683" extrusionOk="0">
                    <a:moveTo>
                      <a:pt x="711" y="1"/>
                    </a:moveTo>
                    <a:cubicBezTo>
                      <a:pt x="652" y="1"/>
                      <a:pt x="592" y="14"/>
                      <a:pt x="535" y="39"/>
                    </a:cubicBezTo>
                    <a:cubicBezTo>
                      <a:pt x="338" y="125"/>
                      <a:pt x="176" y="248"/>
                      <a:pt x="74" y="435"/>
                    </a:cubicBezTo>
                    <a:cubicBezTo>
                      <a:pt x="38" y="503"/>
                      <a:pt x="29" y="582"/>
                      <a:pt x="0" y="683"/>
                    </a:cubicBezTo>
                    <a:cubicBezTo>
                      <a:pt x="409" y="626"/>
                      <a:pt x="757" y="510"/>
                      <a:pt x="1100" y="341"/>
                    </a:cubicBezTo>
                    <a:cubicBezTo>
                      <a:pt x="1036" y="106"/>
                      <a:pt x="878" y="1"/>
                      <a:pt x="711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4"/>
              <p:cNvSpPr/>
              <p:nvPr/>
            </p:nvSpPr>
            <p:spPr>
              <a:xfrm>
                <a:off x="3141650" y="1942775"/>
                <a:ext cx="494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6096" extrusionOk="0">
                    <a:moveTo>
                      <a:pt x="480" y="1"/>
                    </a:moveTo>
                    <a:cubicBezTo>
                      <a:pt x="473" y="1"/>
                      <a:pt x="466" y="1"/>
                      <a:pt x="459" y="1"/>
                    </a:cubicBezTo>
                    <a:cubicBezTo>
                      <a:pt x="168" y="6"/>
                      <a:pt x="42" y="139"/>
                      <a:pt x="56" y="430"/>
                    </a:cubicBezTo>
                    <a:cubicBezTo>
                      <a:pt x="66" y="616"/>
                      <a:pt x="87" y="802"/>
                      <a:pt x="122" y="985"/>
                    </a:cubicBezTo>
                    <a:cubicBezTo>
                      <a:pt x="218" y="1509"/>
                      <a:pt x="330" y="2033"/>
                      <a:pt x="342" y="2565"/>
                    </a:cubicBezTo>
                    <a:cubicBezTo>
                      <a:pt x="351" y="3000"/>
                      <a:pt x="344" y="3439"/>
                      <a:pt x="308" y="3872"/>
                    </a:cubicBezTo>
                    <a:cubicBezTo>
                      <a:pt x="260" y="4442"/>
                      <a:pt x="179" y="5011"/>
                      <a:pt x="108" y="5580"/>
                    </a:cubicBezTo>
                    <a:cubicBezTo>
                      <a:pt x="87" y="5736"/>
                      <a:pt x="44" y="5889"/>
                      <a:pt x="0" y="6096"/>
                    </a:cubicBezTo>
                    <a:cubicBezTo>
                      <a:pt x="128" y="6079"/>
                      <a:pt x="224" y="6079"/>
                      <a:pt x="312" y="6054"/>
                    </a:cubicBezTo>
                    <a:cubicBezTo>
                      <a:pt x="558" y="5982"/>
                      <a:pt x="798" y="5893"/>
                      <a:pt x="1044" y="5824"/>
                    </a:cubicBezTo>
                    <a:cubicBezTo>
                      <a:pt x="1184" y="5785"/>
                      <a:pt x="1263" y="5718"/>
                      <a:pt x="1298" y="5568"/>
                    </a:cubicBezTo>
                    <a:cubicBezTo>
                      <a:pt x="1359" y="5286"/>
                      <a:pt x="1533" y="5080"/>
                      <a:pt x="1801" y="4975"/>
                    </a:cubicBezTo>
                    <a:cubicBezTo>
                      <a:pt x="1930" y="4924"/>
                      <a:pt x="1969" y="4843"/>
                      <a:pt x="1969" y="4723"/>
                    </a:cubicBezTo>
                    <a:cubicBezTo>
                      <a:pt x="1969" y="4495"/>
                      <a:pt x="1976" y="4265"/>
                      <a:pt x="1969" y="4037"/>
                    </a:cubicBezTo>
                    <a:cubicBezTo>
                      <a:pt x="1946" y="3436"/>
                      <a:pt x="1919" y="2834"/>
                      <a:pt x="1892" y="2232"/>
                    </a:cubicBezTo>
                    <a:cubicBezTo>
                      <a:pt x="1868" y="1683"/>
                      <a:pt x="1798" y="1143"/>
                      <a:pt x="1550" y="642"/>
                    </a:cubicBezTo>
                    <a:cubicBezTo>
                      <a:pt x="1490" y="520"/>
                      <a:pt x="1424" y="385"/>
                      <a:pt x="1323" y="301"/>
                    </a:cubicBezTo>
                    <a:cubicBezTo>
                      <a:pt x="1084" y="99"/>
                      <a:pt x="795" y="1"/>
                      <a:pt x="480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4"/>
              <p:cNvSpPr/>
              <p:nvPr/>
            </p:nvSpPr>
            <p:spPr>
              <a:xfrm>
                <a:off x="3028500" y="1940475"/>
                <a:ext cx="262150" cy="483000"/>
              </a:xfrm>
              <a:custGeom>
                <a:avLst/>
                <a:gdLst/>
                <a:ahLst/>
                <a:cxnLst/>
                <a:rect l="l" t="t" r="r" b="b"/>
                <a:pathLst>
                  <a:path w="10486" h="19320" extrusionOk="0">
                    <a:moveTo>
                      <a:pt x="6612" y="5106"/>
                    </a:moveTo>
                    <a:cubicBezTo>
                      <a:pt x="6779" y="5106"/>
                      <a:pt x="6936" y="5212"/>
                      <a:pt x="7000" y="5447"/>
                    </a:cubicBezTo>
                    <a:cubicBezTo>
                      <a:pt x="6657" y="5616"/>
                      <a:pt x="6309" y="5732"/>
                      <a:pt x="5901" y="5787"/>
                    </a:cubicBezTo>
                    <a:lnTo>
                      <a:pt x="5901" y="5787"/>
                    </a:lnTo>
                    <a:cubicBezTo>
                      <a:pt x="5929" y="5687"/>
                      <a:pt x="5938" y="5608"/>
                      <a:pt x="5974" y="5541"/>
                    </a:cubicBezTo>
                    <a:cubicBezTo>
                      <a:pt x="6077" y="5354"/>
                      <a:pt x="6238" y="5231"/>
                      <a:pt x="6435" y="5145"/>
                    </a:cubicBezTo>
                    <a:cubicBezTo>
                      <a:pt x="6492" y="5119"/>
                      <a:pt x="6553" y="5106"/>
                      <a:pt x="6612" y="5106"/>
                    </a:cubicBezTo>
                    <a:close/>
                    <a:moveTo>
                      <a:pt x="5006" y="93"/>
                    </a:moveTo>
                    <a:cubicBezTo>
                      <a:pt x="5321" y="93"/>
                      <a:pt x="5610" y="191"/>
                      <a:pt x="5849" y="393"/>
                    </a:cubicBezTo>
                    <a:cubicBezTo>
                      <a:pt x="5950" y="477"/>
                      <a:pt x="6016" y="612"/>
                      <a:pt x="6076" y="734"/>
                    </a:cubicBezTo>
                    <a:cubicBezTo>
                      <a:pt x="6324" y="1235"/>
                      <a:pt x="6394" y="1775"/>
                      <a:pt x="6418" y="2324"/>
                    </a:cubicBezTo>
                    <a:cubicBezTo>
                      <a:pt x="6445" y="2926"/>
                      <a:pt x="6472" y="3528"/>
                      <a:pt x="6495" y="4129"/>
                    </a:cubicBezTo>
                    <a:cubicBezTo>
                      <a:pt x="6502" y="4357"/>
                      <a:pt x="6495" y="4587"/>
                      <a:pt x="6495" y="4815"/>
                    </a:cubicBezTo>
                    <a:cubicBezTo>
                      <a:pt x="6495" y="4935"/>
                      <a:pt x="6456" y="5016"/>
                      <a:pt x="6327" y="5067"/>
                    </a:cubicBezTo>
                    <a:cubicBezTo>
                      <a:pt x="6059" y="5172"/>
                      <a:pt x="5885" y="5379"/>
                      <a:pt x="5824" y="5660"/>
                    </a:cubicBezTo>
                    <a:cubicBezTo>
                      <a:pt x="5789" y="5811"/>
                      <a:pt x="5711" y="5877"/>
                      <a:pt x="5570" y="5916"/>
                    </a:cubicBezTo>
                    <a:cubicBezTo>
                      <a:pt x="5324" y="5985"/>
                      <a:pt x="5084" y="6074"/>
                      <a:pt x="4838" y="6146"/>
                    </a:cubicBezTo>
                    <a:cubicBezTo>
                      <a:pt x="4750" y="6171"/>
                      <a:pt x="4654" y="6171"/>
                      <a:pt x="4526" y="6188"/>
                    </a:cubicBezTo>
                    <a:cubicBezTo>
                      <a:pt x="4570" y="5981"/>
                      <a:pt x="4613" y="5828"/>
                      <a:pt x="4634" y="5672"/>
                    </a:cubicBezTo>
                    <a:cubicBezTo>
                      <a:pt x="4705" y="5103"/>
                      <a:pt x="4786" y="4534"/>
                      <a:pt x="4834" y="3964"/>
                    </a:cubicBezTo>
                    <a:cubicBezTo>
                      <a:pt x="4870" y="3531"/>
                      <a:pt x="4877" y="3092"/>
                      <a:pt x="4868" y="2657"/>
                    </a:cubicBezTo>
                    <a:cubicBezTo>
                      <a:pt x="4856" y="2125"/>
                      <a:pt x="4744" y="1601"/>
                      <a:pt x="4648" y="1077"/>
                    </a:cubicBezTo>
                    <a:cubicBezTo>
                      <a:pt x="4613" y="894"/>
                      <a:pt x="4592" y="708"/>
                      <a:pt x="4582" y="522"/>
                    </a:cubicBezTo>
                    <a:cubicBezTo>
                      <a:pt x="4568" y="231"/>
                      <a:pt x="4694" y="98"/>
                      <a:pt x="4985" y="93"/>
                    </a:cubicBezTo>
                    <a:cubicBezTo>
                      <a:pt x="4992" y="93"/>
                      <a:pt x="4999" y="93"/>
                      <a:pt x="5006" y="93"/>
                    </a:cubicBezTo>
                    <a:close/>
                    <a:moveTo>
                      <a:pt x="1888" y="6761"/>
                    </a:moveTo>
                    <a:cubicBezTo>
                      <a:pt x="2000" y="6761"/>
                      <a:pt x="2113" y="6776"/>
                      <a:pt x="2229" y="6803"/>
                    </a:cubicBezTo>
                    <a:cubicBezTo>
                      <a:pt x="2742" y="6923"/>
                      <a:pt x="3182" y="7177"/>
                      <a:pt x="3584" y="7502"/>
                    </a:cubicBezTo>
                    <a:cubicBezTo>
                      <a:pt x="3896" y="7756"/>
                      <a:pt x="4196" y="8023"/>
                      <a:pt x="4499" y="8287"/>
                    </a:cubicBezTo>
                    <a:cubicBezTo>
                      <a:pt x="4817" y="8563"/>
                      <a:pt x="4973" y="8940"/>
                      <a:pt x="5066" y="9328"/>
                    </a:cubicBezTo>
                    <a:cubicBezTo>
                      <a:pt x="5116" y="9532"/>
                      <a:pt x="5050" y="9766"/>
                      <a:pt x="5023" y="9985"/>
                    </a:cubicBezTo>
                    <a:cubicBezTo>
                      <a:pt x="5003" y="10143"/>
                      <a:pt x="4961" y="10297"/>
                      <a:pt x="4930" y="10454"/>
                    </a:cubicBezTo>
                    <a:cubicBezTo>
                      <a:pt x="4868" y="10755"/>
                      <a:pt x="4877" y="11058"/>
                      <a:pt x="4886" y="11364"/>
                    </a:cubicBezTo>
                    <a:cubicBezTo>
                      <a:pt x="4897" y="11654"/>
                      <a:pt x="4907" y="11943"/>
                      <a:pt x="4900" y="12232"/>
                    </a:cubicBezTo>
                    <a:cubicBezTo>
                      <a:pt x="4897" y="12341"/>
                      <a:pt x="4855" y="12455"/>
                      <a:pt x="4745" y="12511"/>
                    </a:cubicBezTo>
                    <a:cubicBezTo>
                      <a:pt x="4616" y="12575"/>
                      <a:pt x="4484" y="12644"/>
                      <a:pt x="4344" y="12680"/>
                    </a:cubicBezTo>
                    <a:cubicBezTo>
                      <a:pt x="4268" y="12699"/>
                      <a:pt x="4194" y="12709"/>
                      <a:pt x="4123" y="12709"/>
                    </a:cubicBezTo>
                    <a:cubicBezTo>
                      <a:pt x="3899" y="12709"/>
                      <a:pt x="3704" y="12614"/>
                      <a:pt x="3551" y="12410"/>
                    </a:cubicBezTo>
                    <a:cubicBezTo>
                      <a:pt x="3485" y="12323"/>
                      <a:pt x="3419" y="12230"/>
                      <a:pt x="3375" y="12130"/>
                    </a:cubicBezTo>
                    <a:cubicBezTo>
                      <a:pt x="3138" y="11582"/>
                      <a:pt x="3008" y="11013"/>
                      <a:pt x="3050" y="10413"/>
                    </a:cubicBezTo>
                    <a:cubicBezTo>
                      <a:pt x="3060" y="10275"/>
                      <a:pt x="3083" y="10138"/>
                      <a:pt x="3102" y="10000"/>
                    </a:cubicBezTo>
                    <a:cubicBezTo>
                      <a:pt x="3155" y="9628"/>
                      <a:pt x="2993" y="9315"/>
                      <a:pt x="2649" y="9159"/>
                    </a:cubicBezTo>
                    <a:cubicBezTo>
                      <a:pt x="2505" y="9093"/>
                      <a:pt x="2353" y="9036"/>
                      <a:pt x="2200" y="9003"/>
                    </a:cubicBezTo>
                    <a:cubicBezTo>
                      <a:pt x="1875" y="8932"/>
                      <a:pt x="1575" y="8824"/>
                      <a:pt x="1330" y="8590"/>
                    </a:cubicBezTo>
                    <a:cubicBezTo>
                      <a:pt x="1320" y="8578"/>
                      <a:pt x="1294" y="8581"/>
                      <a:pt x="1248" y="8570"/>
                    </a:cubicBezTo>
                    <a:lnTo>
                      <a:pt x="1248" y="8570"/>
                    </a:lnTo>
                    <a:cubicBezTo>
                      <a:pt x="1389" y="8839"/>
                      <a:pt x="1662" y="8887"/>
                      <a:pt x="1879" y="9045"/>
                    </a:cubicBezTo>
                    <a:cubicBezTo>
                      <a:pt x="1763" y="9094"/>
                      <a:pt x="1646" y="9119"/>
                      <a:pt x="1513" y="9119"/>
                    </a:cubicBezTo>
                    <a:cubicBezTo>
                      <a:pt x="1346" y="9119"/>
                      <a:pt x="1155" y="9080"/>
                      <a:pt x="908" y="9001"/>
                    </a:cubicBezTo>
                    <a:lnTo>
                      <a:pt x="908" y="9001"/>
                    </a:lnTo>
                    <a:cubicBezTo>
                      <a:pt x="964" y="9141"/>
                      <a:pt x="1078" y="9169"/>
                      <a:pt x="1188" y="9193"/>
                    </a:cubicBezTo>
                    <a:cubicBezTo>
                      <a:pt x="1304" y="9219"/>
                      <a:pt x="1422" y="9235"/>
                      <a:pt x="1539" y="9235"/>
                    </a:cubicBezTo>
                    <a:cubicBezTo>
                      <a:pt x="1671" y="9235"/>
                      <a:pt x="1801" y="9215"/>
                      <a:pt x="1926" y="9169"/>
                    </a:cubicBezTo>
                    <a:cubicBezTo>
                      <a:pt x="2018" y="9135"/>
                      <a:pt x="2104" y="9120"/>
                      <a:pt x="2186" y="9120"/>
                    </a:cubicBezTo>
                    <a:cubicBezTo>
                      <a:pt x="2427" y="9120"/>
                      <a:pt x="2632" y="9249"/>
                      <a:pt x="2828" y="9394"/>
                    </a:cubicBezTo>
                    <a:cubicBezTo>
                      <a:pt x="2957" y="9490"/>
                      <a:pt x="2988" y="9666"/>
                      <a:pt x="3005" y="9825"/>
                    </a:cubicBezTo>
                    <a:cubicBezTo>
                      <a:pt x="3014" y="9921"/>
                      <a:pt x="3009" y="10020"/>
                      <a:pt x="2994" y="10116"/>
                    </a:cubicBezTo>
                    <a:cubicBezTo>
                      <a:pt x="2871" y="10836"/>
                      <a:pt x="2991" y="11525"/>
                      <a:pt x="3294" y="12179"/>
                    </a:cubicBezTo>
                    <a:cubicBezTo>
                      <a:pt x="3378" y="12362"/>
                      <a:pt x="3524" y="12526"/>
                      <a:pt x="3671" y="12670"/>
                    </a:cubicBezTo>
                    <a:cubicBezTo>
                      <a:pt x="3791" y="12787"/>
                      <a:pt x="3940" y="12825"/>
                      <a:pt x="4097" y="12825"/>
                    </a:cubicBezTo>
                    <a:cubicBezTo>
                      <a:pt x="4170" y="12825"/>
                      <a:pt x="4244" y="12817"/>
                      <a:pt x="4317" y="12805"/>
                    </a:cubicBezTo>
                    <a:cubicBezTo>
                      <a:pt x="4412" y="12790"/>
                      <a:pt x="4505" y="12757"/>
                      <a:pt x="4597" y="12725"/>
                    </a:cubicBezTo>
                    <a:cubicBezTo>
                      <a:pt x="4774" y="12664"/>
                      <a:pt x="4921" y="12569"/>
                      <a:pt x="4970" y="12370"/>
                    </a:cubicBezTo>
                    <a:cubicBezTo>
                      <a:pt x="4976" y="12346"/>
                      <a:pt x="4999" y="12325"/>
                      <a:pt x="5018" y="12295"/>
                    </a:cubicBezTo>
                    <a:cubicBezTo>
                      <a:pt x="5086" y="12323"/>
                      <a:pt x="5149" y="12350"/>
                      <a:pt x="5212" y="12376"/>
                    </a:cubicBezTo>
                    <a:cubicBezTo>
                      <a:pt x="5311" y="12414"/>
                      <a:pt x="5413" y="12431"/>
                      <a:pt x="5514" y="12431"/>
                    </a:cubicBezTo>
                    <a:cubicBezTo>
                      <a:pt x="5611" y="12431"/>
                      <a:pt x="5708" y="12415"/>
                      <a:pt x="5803" y="12386"/>
                    </a:cubicBezTo>
                    <a:cubicBezTo>
                      <a:pt x="6017" y="12319"/>
                      <a:pt x="6147" y="12119"/>
                      <a:pt x="6153" y="11850"/>
                    </a:cubicBezTo>
                    <a:cubicBezTo>
                      <a:pt x="6162" y="11531"/>
                      <a:pt x="6156" y="11213"/>
                      <a:pt x="6166" y="10893"/>
                    </a:cubicBezTo>
                    <a:cubicBezTo>
                      <a:pt x="6186" y="10249"/>
                      <a:pt x="6219" y="9606"/>
                      <a:pt x="6237" y="8962"/>
                    </a:cubicBezTo>
                    <a:cubicBezTo>
                      <a:pt x="6240" y="8784"/>
                      <a:pt x="6220" y="8603"/>
                      <a:pt x="6192" y="8425"/>
                    </a:cubicBezTo>
                    <a:cubicBezTo>
                      <a:pt x="6175" y="8327"/>
                      <a:pt x="6121" y="8234"/>
                      <a:pt x="6079" y="8140"/>
                    </a:cubicBezTo>
                    <a:cubicBezTo>
                      <a:pt x="6053" y="8086"/>
                      <a:pt x="6017" y="8035"/>
                      <a:pt x="5980" y="7973"/>
                    </a:cubicBezTo>
                    <a:cubicBezTo>
                      <a:pt x="6565" y="7766"/>
                      <a:pt x="7137" y="7567"/>
                      <a:pt x="7722" y="7361"/>
                    </a:cubicBezTo>
                    <a:cubicBezTo>
                      <a:pt x="7758" y="7459"/>
                      <a:pt x="7794" y="7541"/>
                      <a:pt x="7822" y="7625"/>
                    </a:cubicBezTo>
                    <a:cubicBezTo>
                      <a:pt x="7979" y="8098"/>
                      <a:pt x="8102" y="8581"/>
                      <a:pt x="8312" y="9036"/>
                    </a:cubicBezTo>
                    <a:cubicBezTo>
                      <a:pt x="8415" y="9262"/>
                      <a:pt x="8426" y="9507"/>
                      <a:pt x="8388" y="9750"/>
                    </a:cubicBezTo>
                    <a:cubicBezTo>
                      <a:pt x="8291" y="10416"/>
                      <a:pt x="8124" y="11066"/>
                      <a:pt x="7898" y="11700"/>
                    </a:cubicBezTo>
                    <a:cubicBezTo>
                      <a:pt x="7845" y="11852"/>
                      <a:pt x="7749" y="11999"/>
                      <a:pt x="7642" y="12122"/>
                    </a:cubicBezTo>
                    <a:cubicBezTo>
                      <a:pt x="7480" y="12310"/>
                      <a:pt x="7296" y="12479"/>
                      <a:pt x="7114" y="12650"/>
                    </a:cubicBezTo>
                    <a:cubicBezTo>
                      <a:pt x="6754" y="12992"/>
                      <a:pt x="6493" y="13393"/>
                      <a:pt x="6385" y="13882"/>
                    </a:cubicBezTo>
                    <a:cubicBezTo>
                      <a:pt x="6375" y="13930"/>
                      <a:pt x="6369" y="13978"/>
                      <a:pt x="6364" y="14026"/>
                    </a:cubicBezTo>
                    <a:cubicBezTo>
                      <a:pt x="6363" y="14053"/>
                      <a:pt x="6369" y="14080"/>
                      <a:pt x="6388" y="14113"/>
                    </a:cubicBezTo>
                    <a:cubicBezTo>
                      <a:pt x="6547" y="13766"/>
                      <a:pt x="6604" y="13373"/>
                      <a:pt x="6898" y="13031"/>
                    </a:cubicBezTo>
                    <a:cubicBezTo>
                      <a:pt x="6903" y="13160"/>
                      <a:pt x="6906" y="13244"/>
                      <a:pt x="6910" y="13327"/>
                    </a:cubicBezTo>
                    <a:cubicBezTo>
                      <a:pt x="6915" y="13417"/>
                      <a:pt x="6924" y="13507"/>
                      <a:pt x="6924" y="13597"/>
                    </a:cubicBezTo>
                    <a:cubicBezTo>
                      <a:pt x="6924" y="13742"/>
                      <a:pt x="6921" y="13888"/>
                      <a:pt x="6916" y="14034"/>
                    </a:cubicBezTo>
                    <a:cubicBezTo>
                      <a:pt x="6888" y="14818"/>
                      <a:pt x="6979" y="15597"/>
                      <a:pt x="7060" y="16376"/>
                    </a:cubicBezTo>
                    <a:cubicBezTo>
                      <a:pt x="7081" y="16581"/>
                      <a:pt x="7081" y="16790"/>
                      <a:pt x="7093" y="16997"/>
                    </a:cubicBezTo>
                    <a:cubicBezTo>
                      <a:pt x="7105" y="17177"/>
                      <a:pt x="7120" y="17355"/>
                      <a:pt x="7137" y="17534"/>
                    </a:cubicBezTo>
                    <a:cubicBezTo>
                      <a:pt x="7147" y="17659"/>
                      <a:pt x="7144" y="17770"/>
                      <a:pt x="7006" y="17831"/>
                    </a:cubicBezTo>
                    <a:cubicBezTo>
                      <a:pt x="6973" y="17846"/>
                      <a:pt x="6951" y="17890"/>
                      <a:pt x="6930" y="17926"/>
                    </a:cubicBezTo>
                    <a:cubicBezTo>
                      <a:pt x="6723" y="18274"/>
                      <a:pt x="6445" y="18539"/>
                      <a:pt x="6073" y="18713"/>
                    </a:cubicBezTo>
                    <a:cubicBezTo>
                      <a:pt x="5717" y="18878"/>
                      <a:pt x="5339" y="18961"/>
                      <a:pt x="4964" y="19058"/>
                    </a:cubicBezTo>
                    <a:cubicBezTo>
                      <a:pt x="4693" y="19128"/>
                      <a:pt x="4425" y="19157"/>
                      <a:pt x="4158" y="19157"/>
                    </a:cubicBezTo>
                    <a:cubicBezTo>
                      <a:pt x="3698" y="19157"/>
                      <a:pt x="3244" y="19071"/>
                      <a:pt x="2790" y="18952"/>
                    </a:cubicBezTo>
                    <a:cubicBezTo>
                      <a:pt x="2629" y="18911"/>
                      <a:pt x="2470" y="18857"/>
                      <a:pt x="2313" y="18805"/>
                    </a:cubicBezTo>
                    <a:cubicBezTo>
                      <a:pt x="2137" y="18748"/>
                      <a:pt x="2119" y="18727"/>
                      <a:pt x="2115" y="18539"/>
                    </a:cubicBezTo>
                    <a:cubicBezTo>
                      <a:pt x="2106" y="18124"/>
                      <a:pt x="2109" y="17708"/>
                      <a:pt x="2088" y="17292"/>
                    </a:cubicBezTo>
                    <a:cubicBezTo>
                      <a:pt x="2055" y="16580"/>
                      <a:pt x="2011" y="15869"/>
                      <a:pt x="1963" y="15157"/>
                    </a:cubicBezTo>
                    <a:cubicBezTo>
                      <a:pt x="1938" y="14799"/>
                      <a:pt x="1890" y="14440"/>
                      <a:pt x="1854" y="14082"/>
                    </a:cubicBezTo>
                    <a:cubicBezTo>
                      <a:pt x="1848" y="14029"/>
                      <a:pt x="1845" y="13975"/>
                      <a:pt x="1840" y="13897"/>
                    </a:cubicBezTo>
                    <a:lnTo>
                      <a:pt x="1840" y="13897"/>
                    </a:lnTo>
                    <a:cubicBezTo>
                      <a:pt x="2158" y="14079"/>
                      <a:pt x="2358" y="14407"/>
                      <a:pt x="2736" y="14455"/>
                    </a:cubicBezTo>
                    <a:cubicBezTo>
                      <a:pt x="2690" y="14422"/>
                      <a:pt x="2643" y="14389"/>
                      <a:pt x="2598" y="14355"/>
                    </a:cubicBezTo>
                    <a:cubicBezTo>
                      <a:pt x="2092" y="13977"/>
                      <a:pt x="1617" y="13564"/>
                      <a:pt x="1185" y="13105"/>
                    </a:cubicBezTo>
                    <a:cubicBezTo>
                      <a:pt x="673" y="12563"/>
                      <a:pt x="407" y="11907"/>
                      <a:pt x="299" y="11174"/>
                    </a:cubicBezTo>
                    <a:cubicBezTo>
                      <a:pt x="193" y="10460"/>
                      <a:pt x="125" y="9744"/>
                      <a:pt x="116" y="9022"/>
                    </a:cubicBezTo>
                    <a:cubicBezTo>
                      <a:pt x="113" y="8662"/>
                      <a:pt x="118" y="8300"/>
                      <a:pt x="218" y="7951"/>
                    </a:cubicBezTo>
                    <a:cubicBezTo>
                      <a:pt x="268" y="7780"/>
                      <a:pt x="341" y="7613"/>
                      <a:pt x="422" y="7454"/>
                    </a:cubicBezTo>
                    <a:cubicBezTo>
                      <a:pt x="508" y="7289"/>
                      <a:pt x="652" y="7180"/>
                      <a:pt x="824" y="7109"/>
                    </a:cubicBezTo>
                    <a:cubicBezTo>
                      <a:pt x="1017" y="7030"/>
                      <a:pt x="1207" y="6947"/>
                      <a:pt x="1398" y="6865"/>
                    </a:cubicBezTo>
                    <a:cubicBezTo>
                      <a:pt x="1559" y="6794"/>
                      <a:pt x="1722" y="6761"/>
                      <a:pt x="1888" y="6761"/>
                    </a:cubicBezTo>
                    <a:close/>
                    <a:moveTo>
                      <a:pt x="4964" y="1"/>
                    </a:moveTo>
                    <a:cubicBezTo>
                      <a:pt x="4612" y="1"/>
                      <a:pt x="4441" y="171"/>
                      <a:pt x="4475" y="675"/>
                    </a:cubicBezTo>
                    <a:cubicBezTo>
                      <a:pt x="4493" y="957"/>
                      <a:pt x="4552" y="1238"/>
                      <a:pt x="4606" y="1515"/>
                    </a:cubicBezTo>
                    <a:cubicBezTo>
                      <a:pt x="4759" y="2318"/>
                      <a:pt x="4807" y="3122"/>
                      <a:pt x="4721" y="3936"/>
                    </a:cubicBezTo>
                    <a:cubicBezTo>
                      <a:pt x="4670" y="4432"/>
                      <a:pt x="4631" y="4930"/>
                      <a:pt x="4576" y="5426"/>
                    </a:cubicBezTo>
                    <a:cubicBezTo>
                      <a:pt x="4549" y="5663"/>
                      <a:pt x="4505" y="5900"/>
                      <a:pt x="4406" y="6144"/>
                    </a:cubicBezTo>
                    <a:cubicBezTo>
                      <a:pt x="4280" y="6114"/>
                      <a:pt x="4167" y="6087"/>
                      <a:pt x="4056" y="6059"/>
                    </a:cubicBezTo>
                    <a:cubicBezTo>
                      <a:pt x="3890" y="6016"/>
                      <a:pt x="3726" y="5992"/>
                      <a:pt x="3563" y="5992"/>
                    </a:cubicBezTo>
                    <a:cubicBezTo>
                      <a:pt x="3351" y="5992"/>
                      <a:pt x="3143" y="6033"/>
                      <a:pt x="2937" y="6125"/>
                    </a:cubicBezTo>
                    <a:cubicBezTo>
                      <a:pt x="2697" y="6231"/>
                      <a:pt x="2553" y="6416"/>
                      <a:pt x="2493" y="6672"/>
                    </a:cubicBezTo>
                    <a:cubicBezTo>
                      <a:pt x="2547" y="6644"/>
                      <a:pt x="2590" y="6605"/>
                      <a:pt x="2616" y="6555"/>
                    </a:cubicBezTo>
                    <a:cubicBezTo>
                      <a:pt x="2732" y="6327"/>
                      <a:pt x="2927" y="6201"/>
                      <a:pt x="3167" y="6153"/>
                    </a:cubicBezTo>
                    <a:cubicBezTo>
                      <a:pt x="3289" y="6129"/>
                      <a:pt x="3418" y="6107"/>
                      <a:pt x="3543" y="6107"/>
                    </a:cubicBezTo>
                    <a:cubicBezTo>
                      <a:pt x="3582" y="6107"/>
                      <a:pt x="3621" y="6109"/>
                      <a:pt x="3659" y="6114"/>
                    </a:cubicBezTo>
                    <a:cubicBezTo>
                      <a:pt x="3924" y="6150"/>
                      <a:pt x="4187" y="6221"/>
                      <a:pt x="4447" y="6291"/>
                    </a:cubicBezTo>
                    <a:cubicBezTo>
                      <a:pt x="4496" y="6304"/>
                      <a:pt x="4540" y="6316"/>
                      <a:pt x="4587" y="6316"/>
                    </a:cubicBezTo>
                    <a:cubicBezTo>
                      <a:pt x="4612" y="6316"/>
                      <a:pt x="4638" y="6312"/>
                      <a:pt x="4666" y="6303"/>
                    </a:cubicBezTo>
                    <a:cubicBezTo>
                      <a:pt x="4955" y="6212"/>
                      <a:pt x="5248" y="6125"/>
                      <a:pt x="5539" y="6039"/>
                    </a:cubicBezTo>
                    <a:cubicBezTo>
                      <a:pt x="5777" y="5967"/>
                      <a:pt x="6017" y="5901"/>
                      <a:pt x="6256" y="5831"/>
                    </a:cubicBezTo>
                    <a:cubicBezTo>
                      <a:pt x="6429" y="5780"/>
                      <a:pt x="6606" y="5738"/>
                      <a:pt x="6771" y="5669"/>
                    </a:cubicBezTo>
                    <a:cubicBezTo>
                      <a:pt x="7627" y="5315"/>
                      <a:pt x="8481" y="4953"/>
                      <a:pt x="9338" y="4597"/>
                    </a:cubicBezTo>
                    <a:cubicBezTo>
                      <a:pt x="9489" y="4533"/>
                      <a:pt x="9647" y="4470"/>
                      <a:pt x="9806" y="4428"/>
                    </a:cubicBezTo>
                    <a:cubicBezTo>
                      <a:pt x="9851" y="4416"/>
                      <a:pt x="9893" y="4411"/>
                      <a:pt x="9934" y="4411"/>
                    </a:cubicBezTo>
                    <a:cubicBezTo>
                      <a:pt x="10124" y="4411"/>
                      <a:pt x="10267" y="4534"/>
                      <a:pt x="10327" y="4743"/>
                    </a:cubicBezTo>
                    <a:cubicBezTo>
                      <a:pt x="10373" y="4914"/>
                      <a:pt x="10328" y="5071"/>
                      <a:pt x="10261" y="5226"/>
                    </a:cubicBezTo>
                    <a:cubicBezTo>
                      <a:pt x="10078" y="5642"/>
                      <a:pt x="9802" y="5982"/>
                      <a:pt x="9422" y="6236"/>
                    </a:cubicBezTo>
                    <a:cubicBezTo>
                      <a:pt x="9249" y="6351"/>
                      <a:pt x="9066" y="6452"/>
                      <a:pt x="8900" y="6575"/>
                    </a:cubicBezTo>
                    <a:cubicBezTo>
                      <a:pt x="8475" y="6883"/>
                      <a:pt x="8015" y="7120"/>
                      <a:pt x="7525" y="7301"/>
                    </a:cubicBezTo>
                    <a:cubicBezTo>
                      <a:pt x="7041" y="7481"/>
                      <a:pt x="6571" y="7708"/>
                      <a:pt x="6059" y="7814"/>
                    </a:cubicBezTo>
                    <a:cubicBezTo>
                      <a:pt x="6024" y="7822"/>
                      <a:pt x="5992" y="7826"/>
                      <a:pt x="5962" y="7826"/>
                    </a:cubicBezTo>
                    <a:cubicBezTo>
                      <a:pt x="5875" y="7826"/>
                      <a:pt x="5807" y="7791"/>
                      <a:pt x="5740" y="7703"/>
                    </a:cubicBezTo>
                    <a:cubicBezTo>
                      <a:pt x="5485" y="7363"/>
                      <a:pt x="5168" y="7082"/>
                      <a:pt x="4825" y="6833"/>
                    </a:cubicBezTo>
                    <a:cubicBezTo>
                      <a:pt x="4787" y="6806"/>
                      <a:pt x="4736" y="6794"/>
                      <a:pt x="4693" y="6774"/>
                    </a:cubicBezTo>
                    <a:lnTo>
                      <a:pt x="4693" y="6774"/>
                    </a:lnTo>
                    <a:cubicBezTo>
                      <a:pt x="4733" y="6937"/>
                      <a:pt x="4846" y="7018"/>
                      <a:pt x="4955" y="7094"/>
                    </a:cubicBezTo>
                    <a:cubicBezTo>
                      <a:pt x="5318" y="7351"/>
                      <a:pt x="5587" y="7693"/>
                      <a:pt x="5860" y="8033"/>
                    </a:cubicBezTo>
                    <a:cubicBezTo>
                      <a:pt x="6047" y="8266"/>
                      <a:pt x="6138" y="8524"/>
                      <a:pt x="6124" y="8821"/>
                    </a:cubicBezTo>
                    <a:cubicBezTo>
                      <a:pt x="6109" y="9195"/>
                      <a:pt x="6097" y="9568"/>
                      <a:pt x="6086" y="9942"/>
                    </a:cubicBezTo>
                    <a:cubicBezTo>
                      <a:pt x="6070" y="10469"/>
                      <a:pt x="6058" y="10995"/>
                      <a:pt x="6043" y="11520"/>
                    </a:cubicBezTo>
                    <a:cubicBezTo>
                      <a:pt x="6041" y="11625"/>
                      <a:pt x="6043" y="11729"/>
                      <a:pt x="6041" y="11832"/>
                    </a:cubicBezTo>
                    <a:cubicBezTo>
                      <a:pt x="6031" y="12197"/>
                      <a:pt x="5806" y="12308"/>
                      <a:pt x="5516" y="12317"/>
                    </a:cubicBezTo>
                    <a:cubicBezTo>
                      <a:pt x="5513" y="12317"/>
                      <a:pt x="5510" y="12317"/>
                      <a:pt x="5507" y="12317"/>
                    </a:cubicBezTo>
                    <a:cubicBezTo>
                      <a:pt x="5429" y="12317"/>
                      <a:pt x="5348" y="12298"/>
                      <a:pt x="5272" y="12278"/>
                    </a:cubicBezTo>
                    <a:cubicBezTo>
                      <a:pt x="5078" y="12226"/>
                      <a:pt x="5012" y="12154"/>
                      <a:pt x="5008" y="11958"/>
                    </a:cubicBezTo>
                    <a:cubicBezTo>
                      <a:pt x="4996" y="11535"/>
                      <a:pt x="4994" y="11112"/>
                      <a:pt x="4991" y="10689"/>
                    </a:cubicBezTo>
                    <a:cubicBezTo>
                      <a:pt x="4991" y="10629"/>
                      <a:pt x="5006" y="10566"/>
                      <a:pt x="5017" y="10505"/>
                    </a:cubicBezTo>
                    <a:cubicBezTo>
                      <a:pt x="5063" y="10246"/>
                      <a:pt x="5120" y="9990"/>
                      <a:pt x="5155" y="9730"/>
                    </a:cubicBezTo>
                    <a:cubicBezTo>
                      <a:pt x="5210" y="9307"/>
                      <a:pt x="5204" y="9306"/>
                      <a:pt x="5029" y="8913"/>
                    </a:cubicBezTo>
                    <a:cubicBezTo>
                      <a:pt x="4984" y="8811"/>
                      <a:pt x="4933" y="8713"/>
                      <a:pt x="4886" y="8611"/>
                    </a:cubicBezTo>
                    <a:cubicBezTo>
                      <a:pt x="4810" y="8444"/>
                      <a:pt x="4697" y="8308"/>
                      <a:pt x="4556" y="8189"/>
                    </a:cubicBezTo>
                    <a:cubicBezTo>
                      <a:pt x="4308" y="7979"/>
                      <a:pt x="4065" y="7762"/>
                      <a:pt x="3818" y="7550"/>
                    </a:cubicBezTo>
                    <a:cubicBezTo>
                      <a:pt x="3342" y="7147"/>
                      <a:pt x="2831" y="6815"/>
                      <a:pt x="2205" y="6689"/>
                    </a:cubicBezTo>
                    <a:cubicBezTo>
                      <a:pt x="2108" y="6670"/>
                      <a:pt x="2012" y="6660"/>
                      <a:pt x="1917" y="6660"/>
                    </a:cubicBezTo>
                    <a:cubicBezTo>
                      <a:pt x="1828" y="6660"/>
                      <a:pt x="1739" y="6669"/>
                      <a:pt x="1650" y="6689"/>
                    </a:cubicBezTo>
                    <a:cubicBezTo>
                      <a:pt x="1260" y="6779"/>
                      <a:pt x="910" y="6962"/>
                      <a:pt x="560" y="7144"/>
                    </a:cubicBezTo>
                    <a:cubicBezTo>
                      <a:pt x="496" y="7178"/>
                      <a:pt x="421" y="7229"/>
                      <a:pt x="392" y="7291"/>
                    </a:cubicBezTo>
                    <a:cubicBezTo>
                      <a:pt x="293" y="7502"/>
                      <a:pt x="193" y="7718"/>
                      <a:pt x="127" y="7942"/>
                    </a:cubicBezTo>
                    <a:cubicBezTo>
                      <a:pt x="14" y="8330"/>
                      <a:pt x="1" y="8734"/>
                      <a:pt x="14" y="9136"/>
                    </a:cubicBezTo>
                    <a:cubicBezTo>
                      <a:pt x="38" y="9843"/>
                      <a:pt x="98" y="10547"/>
                      <a:pt x="215" y="11244"/>
                    </a:cubicBezTo>
                    <a:cubicBezTo>
                      <a:pt x="331" y="11936"/>
                      <a:pt x="583" y="12565"/>
                      <a:pt x="1045" y="13097"/>
                    </a:cubicBezTo>
                    <a:cubicBezTo>
                      <a:pt x="1230" y="13310"/>
                      <a:pt x="1438" y="13505"/>
                      <a:pt x="1621" y="13693"/>
                    </a:cubicBezTo>
                    <a:cubicBezTo>
                      <a:pt x="1657" y="13876"/>
                      <a:pt x="1707" y="14049"/>
                      <a:pt x="1723" y="14224"/>
                    </a:cubicBezTo>
                    <a:cubicBezTo>
                      <a:pt x="1783" y="14802"/>
                      <a:pt x="1851" y="15381"/>
                      <a:pt x="1879" y="15962"/>
                    </a:cubicBezTo>
                    <a:cubicBezTo>
                      <a:pt x="1924" y="16847"/>
                      <a:pt x="1938" y="17734"/>
                      <a:pt x="1965" y="18620"/>
                    </a:cubicBezTo>
                    <a:cubicBezTo>
                      <a:pt x="1965" y="18634"/>
                      <a:pt x="1968" y="18647"/>
                      <a:pt x="1966" y="18661"/>
                    </a:cubicBezTo>
                    <a:cubicBezTo>
                      <a:pt x="1960" y="18782"/>
                      <a:pt x="2020" y="18860"/>
                      <a:pt x="2127" y="18902"/>
                    </a:cubicBezTo>
                    <a:cubicBezTo>
                      <a:pt x="2256" y="18952"/>
                      <a:pt x="2388" y="18994"/>
                      <a:pt x="2518" y="19040"/>
                    </a:cubicBezTo>
                    <a:cubicBezTo>
                      <a:pt x="2940" y="19186"/>
                      <a:pt x="3377" y="19267"/>
                      <a:pt x="3818" y="19306"/>
                    </a:cubicBezTo>
                    <a:cubicBezTo>
                      <a:pt x="3921" y="19315"/>
                      <a:pt x="4024" y="19319"/>
                      <a:pt x="4126" y="19319"/>
                    </a:cubicBezTo>
                    <a:cubicBezTo>
                      <a:pt x="4769" y="19319"/>
                      <a:pt x="5386" y="19152"/>
                      <a:pt x="5990" y="18929"/>
                    </a:cubicBezTo>
                    <a:cubicBezTo>
                      <a:pt x="6399" y="18779"/>
                      <a:pt x="6727" y="18521"/>
                      <a:pt x="6978" y="18167"/>
                    </a:cubicBezTo>
                    <a:cubicBezTo>
                      <a:pt x="7035" y="18088"/>
                      <a:pt x="7072" y="17990"/>
                      <a:pt x="7144" y="17930"/>
                    </a:cubicBezTo>
                    <a:cubicBezTo>
                      <a:pt x="7270" y="17821"/>
                      <a:pt x="7294" y="17689"/>
                      <a:pt x="7276" y="17537"/>
                    </a:cubicBezTo>
                    <a:cubicBezTo>
                      <a:pt x="7270" y="17474"/>
                      <a:pt x="7264" y="17413"/>
                      <a:pt x="7260" y="17351"/>
                    </a:cubicBezTo>
                    <a:cubicBezTo>
                      <a:pt x="7222" y="16839"/>
                      <a:pt x="7201" y="16328"/>
                      <a:pt x="7144" y="15819"/>
                    </a:cubicBezTo>
                    <a:cubicBezTo>
                      <a:pt x="7069" y="15142"/>
                      <a:pt x="7048" y="14464"/>
                      <a:pt x="7056" y="13784"/>
                    </a:cubicBezTo>
                    <a:cubicBezTo>
                      <a:pt x="7059" y="13556"/>
                      <a:pt x="7071" y="13325"/>
                      <a:pt x="7045" y="13100"/>
                    </a:cubicBezTo>
                    <a:cubicBezTo>
                      <a:pt x="7026" y="12925"/>
                      <a:pt x="7077" y="12806"/>
                      <a:pt x="7209" y="12706"/>
                    </a:cubicBezTo>
                    <a:cubicBezTo>
                      <a:pt x="7246" y="12676"/>
                      <a:pt x="7284" y="12644"/>
                      <a:pt x="7321" y="12614"/>
                    </a:cubicBezTo>
                    <a:cubicBezTo>
                      <a:pt x="7705" y="12289"/>
                      <a:pt x="7997" y="11901"/>
                      <a:pt x="8123" y="11405"/>
                    </a:cubicBezTo>
                    <a:cubicBezTo>
                      <a:pt x="8160" y="11258"/>
                      <a:pt x="8210" y="11112"/>
                      <a:pt x="8241" y="10964"/>
                    </a:cubicBezTo>
                    <a:cubicBezTo>
                      <a:pt x="8358" y="10437"/>
                      <a:pt x="8469" y="9909"/>
                      <a:pt x="8579" y="9390"/>
                    </a:cubicBezTo>
                    <a:cubicBezTo>
                      <a:pt x="8273" y="8721"/>
                      <a:pt x="8034" y="8030"/>
                      <a:pt x="7828" y="7303"/>
                    </a:cubicBezTo>
                    <a:cubicBezTo>
                      <a:pt x="7968" y="7237"/>
                      <a:pt x="8087" y="7183"/>
                      <a:pt x="8202" y="7123"/>
                    </a:cubicBezTo>
                    <a:cubicBezTo>
                      <a:pt x="8373" y="7033"/>
                      <a:pt x="8549" y="6947"/>
                      <a:pt x="8712" y="6843"/>
                    </a:cubicBezTo>
                    <a:cubicBezTo>
                      <a:pt x="8970" y="6681"/>
                      <a:pt x="9216" y="6501"/>
                      <a:pt x="9473" y="6338"/>
                    </a:cubicBezTo>
                    <a:cubicBezTo>
                      <a:pt x="9899" y="6068"/>
                      <a:pt x="10187" y="5688"/>
                      <a:pt x="10388" y="5234"/>
                    </a:cubicBezTo>
                    <a:cubicBezTo>
                      <a:pt x="10480" y="5028"/>
                      <a:pt x="10486" y="4818"/>
                      <a:pt x="10403" y="4608"/>
                    </a:cubicBezTo>
                    <a:cubicBezTo>
                      <a:pt x="10328" y="4416"/>
                      <a:pt x="10150" y="4293"/>
                      <a:pt x="9946" y="4293"/>
                    </a:cubicBezTo>
                    <a:cubicBezTo>
                      <a:pt x="9942" y="4293"/>
                      <a:pt x="9939" y="4293"/>
                      <a:pt x="9935" y="4293"/>
                    </a:cubicBezTo>
                    <a:cubicBezTo>
                      <a:pt x="9868" y="4294"/>
                      <a:pt x="9796" y="4306"/>
                      <a:pt x="9733" y="4330"/>
                    </a:cubicBezTo>
                    <a:cubicBezTo>
                      <a:pt x="9476" y="4434"/>
                      <a:pt x="9224" y="4545"/>
                      <a:pt x="8967" y="4648"/>
                    </a:cubicBezTo>
                    <a:cubicBezTo>
                      <a:pt x="8402" y="4876"/>
                      <a:pt x="7836" y="5100"/>
                      <a:pt x="7270" y="5325"/>
                    </a:cubicBezTo>
                    <a:cubicBezTo>
                      <a:pt x="7233" y="5340"/>
                      <a:pt x="7192" y="5349"/>
                      <a:pt x="7144" y="5363"/>
                    </a:cubicBezTo>
                    <a:cubicBezTo>
                      <a:pt x="6993" y="5180"/>
                      <a:pt x="6853" y="4980"/>
                      <a:pt x="6591" y="4959"/>
                    </a:cubicBezTo>
                    <a:cubicBezTo>
                      <a:pt x="6588" y="4884"/>
                      <a:pt x="6583" y="4830"/>
                      <a:pt x="6583" y="4774"/>
                    </a:cubicBezTo>
                    <a:cubicBezTo>
                      <a:pt x="6582" y="4372"/>
                      <a:pt x="6588" y="3972"/>
                      <a:pt x="6582" y="3570"/>
                    </a:cubicBezTo>
                    <a:cubicBezTo>
                      <a:pt x="6576" y="3265"/>
                      <a:pt x="6556" y="2960"/>
                      <a:pt x="6540" y="2656"/>
                    </a:cubicBezTo>
                    <a:cubicBezTo>
                      <a:pt x="6525" y="2372"/>
                      <a:pt x="6508" y="2090"/>
                      <a:pt x="6486" y="1807"/>
                    </a:cubicBezTo>
                    <a:cubicBezTo>
                      <a:pt x="6456" y="1422"/>
                      <a:pt x="6337" y="1064"/>
                      <a:pt x="6186" y="711"/>
                    </a:cubicBezTo>
                    <a:cubicBezTo>
                      <a:pt x="5974" y="227"/>
                      <a:pt x="5572" y="53"/>
                      <a:pt x="5095" y="8"/>
                    </a:cubicBezTo>
                    <a:cubicBezTo>
                      <a:pt x="5049" y="3"/>
                      <a:pt x="5005" y="1"/>
                      <a:pt x="49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4"/>
              <p:cNvSpPr/>
              <p:nvPr/>
            </p:nvSpPr>
            <p:spPr>
              <a:xfrm>
                <a:off x="3156225" y="2109550"/>
                <a:ext cx="5725" cy="855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34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62" y="115"/>
                      <a:pt x="121" y="229"/>
                      <a:pt x="182" y="342"/>
                    </a:cubicBezTo>
                    <a:cubicBezTo>
                      <a:pt x="197" y="336"/>
                      <a:pt x="214" y="328"/>
                      <a:pt x="229" y="321"/>
                    </a:cubicBezTo>
                    <a:cubicBezTo>
                      <a:pt x="209" y="183"/>
                      <a:pt x="164" y="6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3" name="Google Shape;303;p34"/>
          <p:cNvGrpSpPr/>
          <p:nvPr/>
        </p:nvGrpSpPr>
        <p:grpSpPr>
          <a:xfrm>
            <a:off x="2531646" y="1618944"/>
            <a:ext cx="641357" cy="1192832"/>
            <a:chOff x="3139799" y="2497374"/>
            <a:chExt cx="641357" cy="1192832"/>
          </a:xfrm>
        </p:grpSpPr>
        <p:sp>
          <p:nvSpPr>
            <p:cNvPr id="304" name="Google Shape;304;p34"/>
            <p:cNvSpPr/>
            <p:nvPr/>
          </p:nvSpPr>
          <p:spPr>
            <a:xfrm>
              <a:off x="3139799" y="2497374"/>
              <a:ext cx="641205" cy="1192832"/>
            </a:xfrm>
            <a:custGeom>
              <a:avLst/>
              <a:gdLst/>
              <a:ahLst/>
              <a:cxnLst/>
              <a:rect l="l" t="t" r="r" b="b"/>
              <a:pathLst>
                <a:path w="10435" h="19413" extrusionOk="0">
                  <a:moveTo>
                    <a:pt x="987" y="1"/>
                  </a:moveTo>
                  <a:cubicBezTo>
                    <a:pt x="683" y="1"/>
                    <a:pt x="444" y="138"/>
                    <a:pt x="332" y="426"/>
                  </a:cubicBezTo>
                  <a:cubicBezTo>
                    <a:pt x="290" y="532"/>
                    <a:pt x="253" y="643"/>
                    <a:pt x="227" y="756"/>
                  </a:cubicBezTo>
                  <a:cubicBezTo>
                    <a:pt x="100" y="1330"/>
                    <a:pt x="94" y="1914"/>
                    <a:pt x="118" y="2501"/>
                  </a:cubicBezTo>
                  <a:cubicBezTo>
                    <a:pt x="143" y="3111"/>
                    <a:pt x="169" y="3724"/>
                    <a:pt x="193" y="4334"/>
                  </a:cubicBezTo>
                  <a:cubicBezTo>
                    <a:pt x="217" y="4960"/>
                    <a:pt x="242" y="5584"/>
                    <a:pt x="257" y="6210"/>
                  </a:cubicBezTo>
                  <a:cubicBezTo>
                    <a:pt x="263" y="6535"/>
                    <a:pt x="262" y="6863"/>
                    <a:pt x="233" y="7187"/>
                  </a:cubicBezTo>
                  <a:cubicBezTo>
                    <a:pt x="200" y="7580"/>
                    <a:pt x="128" y="7968"/>
                    <a:pt x="82" y="8360"/>
                  </a:cubicBezTo>
                  <a:cubicBezTo>
                    <a:pt x="53" y="8615"/>
                    <a:pt x="1" y="8878"/>
                    <a:pt x="29" y="9128"/>
                  </a:cubicBezTo>
                  <a:cubicBezTo>
                    <a:pt x="92" y="9688"/>
                    <a:pt x="224" y="10235"/>
                    <a:pt x="470" y="10749"/>
                  </a:cubicBezTo>
                  <a:cubicBezTo>
                    <a:pt x="457" y="10683"/>
                    <a:pt x="443" y="10617"/>
                    <a:pt x="430" y="10551"/>
                  </a:cubicBezTo>
                  <a:lnTo>
                    <a:pt x="430" y="10551"/>
                  </a:lnTo>
                  <a:lnTo>
                    <a:pt x="569" y="10951"/>
                  </a:lnTo>
                  <a:cubicBezTo>
                    <a:pt x="535" y="10881"/>
                    <a:pt x="500" y="10812"/>
                    <a:pt x="464" y="10743"/>
                  </a:cubicBezTo>
                  <a:lnTo>
                    <a:pt x="464" y="10743"/>
                  </a:lnTo>
                  <a:cubicBezTo>
                    <a:pt x="481" y="10821"/>
                    <a:pt x="485" y="10906"/>
                    <a:pt x="517" y="10980"/>
                  </a:cubicBezTo>
                  <a:cubicBezTo>
                    <a:pt x="641" y="11266"/>
                    <a:pt x="767" y="11551"/>
                    <a:pt x="910" y="11829"/>
                  </a:cubicBezTo>
                  <a:cubicBezTo>
                    <a:pt x="950" y="11911"/>
                    <a:pt x="980" y="11982"/>
                    <a:pt x="980" y="12075"/>
                  </a:cubicBezTo>
                  <a:cubicBezTo>
                    <a:pt x="985" y="12870"/>
                    <a:pt x="991" y="13665"/>
                    <a:pt x="998" y="14461"/>
                  </a:cubicBezTo>
                  <a:cubicBezTo>
                    <a:pt x="1001" y="14759"/>
                    <a:pt x="994" y="15061"/>
                    <a:pt x="1019" y="15358"/>
                  </a:cubicBezTo>
                  <a:cubicBezTo>
                    <a:pt x="1086" y="16105"/>
                    <a:pt x="1099" y="16851"/>
                    <a:pt x="1095" y="17600"/>
                  </a:cubicBezTo>
                  <a:cubicBezTo>
                    <a:pt x="1092" y="18060"/>
                    <a:pt x="1096" y="18063"/>
                    <a:pt x="1456" y="18351"/>
                  </a:cubicBezTo>
                  <a:cubicBezTo>
                    <a:pt x="1494" y="18381"/>
                    <a:pt x="1531" y="18411"/>
                    <a:pt x="1572" y="18435"/>
                  </a:cubicBezTo>
                  <a:cubicBezTo>
                    <a:pt x="1900" y="18629"/>
                    <a:pt x="2224" y="18825"/>
                    <a:pt x="2556" y="19013"/>
                  </a:cubicBezTo>
                  <a:cubicBezTo>
                    <a:pt x="2661" y="19073"/>
                    <a:pt x="2778" y="19121"/>
                    <a:pt x="2895" y="19148"/>
                  </a:cubicBezTo>
                  <a:cubicBezTo>
                    <a:pt x="3233" y="19226"/>
                    <a:pt x="3572" y="19297"/>
                    <a:pt x="3914" y="19358"/>
                  </a:cubicBezTo>
                  <a:cubicBezTo>
                    <a:pt x="4119" y="19395"/>
                    <a:pt x="4327" y="19413"/>
                    <a:pt x="4535" y="19413"/>
                  </a:cubicBezTo>
                  <a:cubicBezTo>
                    <a:pt x="4652" y="19413"/>
                    <a:pt x="4770" y="19407"/>
                    <a:pt x="4888" y="19396"/>
                  </a:cubicBezTo>
                  <a:cubicBezTo>
                    <a:pt x="5512" y="19334"/>
                    <a:pt x="6095" y="19132"/>
                    <a:pt x="6666" y="18890"/>
                  </a:cubicBezTo>
                  <a:cubicBezTo>
                    <a:pt x="6870" y="18803"/>
                    <a:pt x="7062" y="18681"/>
                    <a:pt x="7252" y="18564"/>
                  </a:cubicBezTo>
                  <a:cubicBezTo>
                    <a:pt x="7389" y="18480"/>
                    <a:pt x="7453" y="18347"/>
                    <a:pt x="7449" y="18185"/>
                  </a:cubicBezTo>
                  <a:cubicBezTo>
                    <a:pt x="7446" y="18075"/>
                    <a:pt x="7440" y="17967"/>
                    <a:pt x="7434" y="17858"/>
                  </a:cubicBezTo>
                  <a:cubicBezTo>
                    <a:pt x="7416" y="17438"/>
                    <a:pt x="7384" y="17017"/>
                    <a:pt x="7381" y="16596"/>
                  </a:cubicBezTo>
                  <a:cubicBezTo>
                    <a:pt x="7378" y="15774"/>
                    <a:pt x="7392" y="14951"/>
                    <a:pt x="7398" y="14129"/>
                  </a:cubicBezTo>
                  <a:cubicBezTo>
                    <a:pt x="7399" y="14002"/>
                    <a:pt x="7398" y="13873"/>
                    <a:pt x="7398" y="13761"/>
                  </a:cubicBezTo>
                  <a:cubicBezTo>
                    <a:pt x="7578" y="13650"/>
                    <a:pt x="7743" y="13547"/>
                    <a:pt x="7908" y="13442"/>
                  </a:cubicBezTo>
                  <a:cubicBezTo>
                    <a:pt x="8321" y="13178"/>
                    <a:pt x="8741" y="12921"/>
                    <a:pt x="9075" y="12555"/>
                  </a:cubicBezTo>
                  <a:cubicBezTo>
                    <a:pt x="9188" y="12432"/>
                    <a:pt x="9288" y="12291"/>
                    <a:pt x="9366" y="12144"/>
                  </a:cubicBezTo>
                  <a:cubicBezTo>
                    <a:pt x="9701" y="11518"/>
                    <a:pt x="9961" y="10863"/>
                    <a:pt x="10124" y="10171"/>
                  </a:cubicBezTo>
                  <a:cubicBezTo>
                    <a:pt x="10142" y="10091"/>
                    <a:pt x="10169" y="10013"/>
                    <a:pt x="10198" y="9937"/>
                  </a:cubicBezTo>
                  <a:cubicBezTo>
                    <a:pt x="10435" y="9326"/>
                    <a:pt x="10304" y="8753"/>
                    <a:pt x="9962" y="8234"/>
                  </a:cubicBezTo>
                  <a:cubicBezTo>
                    <a:pt x="9485" y="7506"/>
                    <a:pt x="8970" y="6804"/>
                    <a:pt x="8471" y="6090"/>
                  </a:cubicBezTo>
                  <a:cubicBezTo>
                    <a:pt x="8330" y="5889"/>
                    <a:pt x="8266" y="5810"/>
                    <a:pt x="8141" y="5810"/>
                  </a:cubicBezTo>
                  <a:cubicBezTo>
                    <a:pt x="8071" y="5810"/>
                    <a:pt x="7982" y="5835"/>
                    <a:pt x="7849" y="5877"/>
                  </a:cubicBezTo>
                  <a:cubicBezTo>
                    <a:pt x="7812" y="5889"/>
                    <a:pt x="7779" y="5897"/>
                    <a:pt x="7748" y="5897"/>
                  </a:cubicBezTo>
                  <a:cubicBezTo>
                    <a:pt x="7692" y="5897"/>
                    <a:pt x="7647" y="5871"/>
                    <a:pt x="7612" y="5800"/>
                  </a:cubicBezTo>
                  <a:lnTo>
                    <a:pt x="7614" y="5800"/>
                  </a:lnTo>
                  <a:cubicBezTo>
                    <a:pt x="7567" y="5703"/>
                    <a:pt x="7482" y="5656"/>
                    <a:pt x="7384" y="5611"/>
                  </a:cubicBezTo>
                  <a:cubicBezTo>
                    <a:pt x="7281" y="5562"/>
                    <a:pt x="7179" y="5534"/>
                    <a:pt x="7077" y="5534"/>
                  </a:cubicBezTo>
                  <a:cubicBezTo>
                    <a:pt x="6991" y="5534"/>
                    <a:pt x="6905" y="5554"/>
                    <a:pt x="6817" y="5599"/>
                  </a:cubicBezTo>
                  <a:cubicBezTo>
                    <a:pt x="6796" y="5611"/>
                    <a:pt x="6766" y="5608"/>
                    <a:pt x="6730" y="5614"/>
                  </a:cubicBezTo>
                  <a:cubicBezTo>
                    <a:pt x="6688" y="5551"/>
                    <a:pt x="6646" y="5491"/>
                    <a:pt x="6609" y="5428"/>
                  </a:cubicBezTo>
                  <a:cubicBezTo>
                    <a:pt x="6463" y="5185"/>
                    <a:pt x="6256" y="5035"/>
                    <a:pt x="5972" y="5003"/>
                  </a:cubicBezTo>
                  <a:cubicBezTo>
                    <a:pt x="5776" y="4982"/>
                    <a:pt x="5579" y="4964"/>
                    <a:pt x="5383" y="4961"/>
                  </a:cubicBezTo>
                  <a:cubicBezTo>
                    <a:pt x="5380" y="4961"/>
                    <a:pt x="5376" y="4961"/>
                    <a:pt x="5373" y="4961"/>
                  </a:cubicBezTo>
                  <a:cubicBezTo>
                    <a:pt x="5080" y="4961"/>
                    <a:pt x="4845" y="5096"/>
                    <a:pt x="4657" y="5317"/>
                  </a:cubicBezTo>
                  <a:cubicBezTo>
                    <a:pt x="4592" y="5392"/>
                    <a:pt x="4526" y="5469"/>
                    <a:pt x="4448" y="5560"/>
                  </a:cubicBezTo>
                  <a:cubicBezTo>
                    <a:pt x="4181" y="5330"/>
                    <a:pt x="3880" y="5207"/>
                    <a:pt x="3531" y="5207"/>
                  </a:cubicBezTo>
                  <a:cubicBezTo>
                    <a:pt x="3524" y="5207"/>
                    <a:pt x="3518" y="5207"/>
                    <a:pt x="3512" y="5208"/>
                  </a:cubicBezTo>
                  <a:cubicBezTo>
                    <a:pt x="3164" y="5212"/>
                    <a:pt x="2829" y="5262"/>
                    <a:pt x="2529" y="5515"/>
                  </a:cubicBezTo>
                  <a:cubicBezTo>
                    <a:pt x="2494" y="5374"/>
                    <a:pt x="2457" y="5272"/>
                    <a:pt x="2445" y="5166"/>
                  </a:cubicBezTo>
                  <a:cubicBezTo>
                    <a:pt x="2382" y="4652"/>
                    <a:pt x="2319" y="4141"/>
                    <a:pt x="2269" y="3626"/>
                  </a:cubicBezTo>
                  <a:cubicBezTo>
                    <a:pt x="2205" y="2943"/>
                    <a:pt x="2149" y="2258"/>
                    <a:pt x="2095" y="1574"/>
                  </a:cubicBezTo>
                  <a:cubicBezTo>
                    <a:pt x="2070" y="1260"/>
                    <a:pt x="1990" y="957"/>
                    <a:pt x="1881" y="664"/>
                  </a:cubicBezTo>
                  <a:cubicBezTo>
                    <a:pt x="1732" y="271"/>
                    <a:pt x="1474" y="19"/>
                    <a:pt x="1021" y="1"/>
                  </a:cubicBezTo>
                  <a:cubicBezTo>
                    <a:pt x="1010" y="1"/>
                    <a:pt x="998" y="1"/>
                    <a:pt x="987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5" name="Google Shape;305;p34"/>
            <p:cNvGrpSpPr/>
            <p:nvPr/>
          </p:nvGrpSpPr>
          <p:grpSpPr>
            <a:xfrm>
              <a:off x="3139951" y="2497374"/>
              <a:ext cx="641205" cy="1192832"/>
              <a:chOff x="2365250" y="1942625"/>
              <a:chExt cx="260875" cy="485325"/>
            </a:xfrm>
          </p:grpSpPr>
          <p:sp>
            <p:nvSpPr>
              <p:cNvPr id="306" name="Google Shape;306;p34"/>
              <p:cNvSpPr/>
              <p:nvPr/>
            </p:nvSpPr>
            <p:spPr>
              <a:xfrm>
                <a:off x="2520450" y="2084250"/>
                <a:ext cx="51500" cy="12885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5154" extrusionOk="0">
                    <a:moveTo>
                      <a:pt x="847" y="1"/>
                    </a:moveTo>
                    <a:cubicBezTo>
                      <a:pt x="825" y="1"/>
                      <a:pt x="804" y="3"/>
                      <a:pt x="784" y="6"/>
                    </a:cubicBezTo>
                    <a:lnTo>
                      <a:pt x="784" y="8"/>
                    </a:lnTo>
                    <a:cubicBezTo>
                      <a:pt x="630" y="35"/>
                      <a:pt x="574" y="116"/>
                      <a:pt x="612" y="267"/>
                    </a:cubicBezTo>
                    <a:cubicBezTo>
                      <a:pt x="691" y="582"/>
                      <a:pt x="768" y="899"/>
                      <a:pt x="853" y="1213"/>
                    </a:cubicBezTo>
                    <a:cubicBezTo>
                      <a:pt x="940" y="1520"/>
                      <a:pt x="964" y="1835"/>
                      <a:pt x="904" y="2141"/>
                    </a:cubicBezTo>
                    <a:cubicBezTo>
                      <a:pt x="798" y="2681"/>
                      <a:pt x="669" y="3217"/>
                      <a:pt x="442" y="3723"/>
                    </a:cubicBezTo>
                    <a:cubicBezTo>
                      <a:pt x="299" y="4045"/>
                      <a:pt x="154" y="4368"/>
                      <a:pt x="1" y="4709"/>
                    </a:cubicBezTo>
                    <a:cubicBezTo>
                      <a:pt x="101" y="4817"/>
                      <a:pt x="184" y="4916"/>
                      <a:pt x="278" y="5003"/>
                    </a:cubicBezTo>
                    <a:cubicBezTo>
                      <a:pt x="387" y="5104"/>
                      <a:pt x="513" y="5153"/>
                      <a:pt x="641" y="5153"/>
                    </a:cubicBezTo>
                    <a:cubicBezTo>
                      <a:pt x="758" y="5153"/>
                      <a:pt x="876" y="5111"/>
                      <a:pt x="984" y="5028"/>
                    </a:cubicBezTo>
                    <a:cubicBezTo>
                      <a:pt x="1038" y="4986"/>
                      <a:pt x="1089" y="4941"/>
                      <a:pt x="1147" y="4907"/>
                    </a:cubicBezTo>
                    <a:cubicBezTo>
                      <a:pt x="1504" y="4700"/>
                      <a:pt x="1755" y="4389"/>
                      <a:pt x="1984" y="4056"/>
                    </a:cubicBezTo>
                    <a:cubicBezTo>
                      <a:pt x="2052" y="3958"/>
                      <a:pt x="2059" y="3868"/>
                      <a:pt x="2035" y="3751"/>
                    </a:cubicBezTo>
                    <a:cubicBezTo>
                      <a:pt x="1980" y="3489"/>
                      <a:pt x="1825" y="3283"/>
                      <a:pt x="1686" y="3066"/>
                    </a:cubicBezTo>
                    <a:cubicBezTo>
                      <a:pt x="1300" y="2473"/>
                      <a:pt x="1089" y="1834"/>
                      <a:pt x="1212" y="1118"/>
                    </a:cubicBezTo>
                    <a:cubicBezTo>
                      <a:pt x="1243" y="924"/>
                      <a:pt x="1312" y="738"/>
                      <a:pt x="1356" y="546"/>
                    </a:cubicBezTo>
                    <a:cubicBezTo>
                      <a:pt x="1372" y="471"/>
                      <a:pt x="1386" y="381"/>
                      <a:pt x="1360" y="312"/>
                    </a:cubicBezTo>
                    <a:cubicBezTo>
                      <a:pt x="1298" y="142"/>
                      <a:pt x="1044" y="1"/>
                      <a:pt x="847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4"/>
              <p:cNvSpPr/>
              <p:nvPr/>
            </p:nvSpPr>
            <p:spPr>
              <a:xfrm>
                <a:off x="2367875" y="1945500"/>
                <a:ext cx="253175" cy="478450"/>
              </a:xfrm>
              <a:custGeom>
                <a:avLst/>
                <a:gdLst/>
                <a:ahLst/>
                <a:cxnLst/>
                <a:rect l="l" t="t" r="r" b="b"/>
                <a:pathLst>
                  <a:path w="10127" h="19138" extrusionOk="0">
                    <a:moveTo>
                      <a:pt x="867" y="0"/>
                    </a:moveTo>
                    <a:cubicBezTo>
                      <a:pt x="759" y="0"/>
                      <a:pt x="656" y="22"/>
                      <a:pt x="579" y="69"/>
                    </a:cubicBezTo>
                    <a:cubicBezTo>
                      <a:pt x="471" y="137"/>
                      <a:pt x="378" y="209"/>
                      <a:pt x="338" y="332"/>
                    </a:cubicBezTo>
                    <a:cubicBezTo>
                      <a:pt x="290" y="474"/>
                      <a:pt x="234" y="614"/>
                      <a:pt x="203" y="759"/>
                    </a:cubicBezTo>
                    <a:cubicBezTo>
                      <a:pt x="90" y="1253"/>
                      <a:pt x="93" y="1754"/>
                      <a:pt x="116" y="2257"/>
                    </a:cubicBezTo>
                    <a:cubicBezTo>
                      <a:pt x="143" y="2915"/>
                      <a:pt x="171" y="3574"/>
                      <a:pt x="195" y="4233"/>
                    </a:cubicBezTo>
                    <a:cubicBezTo>
                      <a:pt x="215" y="4762"/>
                      <a:pt x="228" y="5292"/>
                      <a:pt x="245" y="5822"/>
                    </a:cubicBezTo>
                    <a:cubicBezTo>
                      <a:pt x="266" y="6474"/>
                      <a:pt x="263" y="7126"/>
                      <a:pt x="168" y="7774"/>
                    </a:cubicBezTo>
                    <a:cubicBezTo>
                      <a:pt x="120" y="8110"/>
                      <a:pt x="71" y="8446"/>
                      <a:pt x="23" y="8782"/>
                    </a:cubicBezTo>
                    <a:cubicBezTo>
                      <a:pt x="14" y="8850"/>
                      <a:pt x="0" y="8920"/>
                      <a:pt x="14" y="8985"/>
                    </a:cubicBezTo>
                    <a:cubicBezTo>
                      <a:pt x="99" y="9403"/>
                      <a:pt x="192" y="9820"/>
                      <a:pt x="282" y="10238"/>
                    </a:cubicBezTo>
                    <a:cubicBezTo>
                      <a:pt x="296" y="10304"/>
                      <a:pt x="309" y="10371"/>
                      <a:pt x="324" y="10437"/>
                    </a:cubicBezTo>
                    <a:lnTo>
                      <a:pt x="462" y="10839"/>
                    </a:lnTo>
                    <a:cubicBezTo>
                      <a:pt x="545" y="11004"/>
                      <a:pt x="627" y="11169"/>
                      <a:pt x="717" y="11331"/>
                    </a:cubicBezTo>
                    <a:cubicBezTo>
                      <a:pt x="812" y="11502"/>
                      <a:pt x="906" y="11679"/>
                      <a:pt x="1034" y="11825"/>
                    </a:cubicBezTo>
                    <a:lnTo>
                      <a:pt x="1035" y="11825"/>
                    </a:lnTo>
                    <a:cubicBezTo>
                      <a:pt x="1311" y="12143"/>
                      <a:pt x="1604" y="12448"/>
                      <a:pt x="1897" y="12751"/>
                    </a:cubicBezTo>
                    <a:cubicBezTo>
                      <a:pt x="2353" y="13225"/>
                      <a:pt x="2854" y="13637"/>
                      <a:pt x="3484" y="13864"/>
                    </a:cubicBezTo>
                    <a:cubicBezTo>
                      <a:pt x="3511" y="13875"/>
                      <a:pt x="3529" y="13912"/>
                      <a:pt x="3550" y="13938"/>
                    </a:cubicBezTo>
                    <a:cubicBezTo>
                      <a:pt x="3522" y="13943"/>
                      <a:pt x="3494" y="13945"/>
                      <a:pt x="3469" y="13945"/>
                    </a:cubicBezTo>
                    <a:cubicBezTo>
                      <a:pt x="3409" y="13945"/>
                      <a:pt x="3355" y="13933"/>
                      <a:pt x="3303" y="13915"/>
                    </a:cubicBezTo>
                    <a:cubicBezTo>
                      <a:pt x="2989" y="13812"/>
                      <a:pt x="2710" y="13646"/>
                      <a:pt x="2453" y="13439"/>
                    </a:cubicBezTo>
                    <a:cubicBezTo>
                      <a:pt x="1982" y="13055"/>
                      <a:pt x="1573" y="12610"/>
                      <a:pt x="1163" y="12164"/>
                    </a:cubicBezTo>
                    <a:cubicBezTo>
                      <a:pt x="1125" y="12124"/>
                      <a:pt x="1083" y="12085"/>
                      <a:pt x="1023" y="12026"/>
                    </a:cubicBezTo>
                    <a:lnTo>
                      <a:pt x="1023" y="12628"/>
                    </a:lnTo>
                    <a:cubicBezTo>
                      <a:pt x="1026" y="13295"/>
                      <a:pt x="1010" y="13963"/>
                      <a:pt x="1035" y="14628"/>
                    </a:cubicBezTo>
                    <a:cubicBezTo>
                      <a:pt x="1073" y="15593"/>
                      <a:pt x="1163" y="16556"/>
                      <a:pt x="1131" y="17522"/>
                    </a:cubicBezTo>
                    <a:cubicBezTo>
                      <a:pt x="1122" y="17780"/>
                      <a:pt x="1220" y="17950"/>
                      <a:pt x="1411" y="18091"/>
                    </a:cubicBezTo>
                    <a:cubicBezTo>
                      <a:pt x="1460" y="18127"/>
                      <a:pt x="1508" y="18166"/>
                      <a:pt x="1561" y="18197"/>
                    </a:cubicBezTo>
                    <a:cubicBezTo>
                      <a:pt x="1835" y="18361"/>
                      <a:pt x="2113" y="18518"/>
                      <a:pt x="2384" y="18688"/>
                    </a:cubicBezTo>
                    <a:cubicBezTo>
                      <a:pt x="2717" y="18895"/>
                      <a:pt x="3100" y="18943"/>
                      <a:pt x="3469" y="19026"/>
                    </a:cubicBezTo>
                    <a:cubicBezTo>
                      <a:pt x="3772" y="19094"/>
                      <a:pt x="4081" y="19137"/>
                      <a:pt x="4392" y="19137"/>
                    </a:cubicBezTo>
                    <a:cubicBezTo>
                      <a:pt x="4503" y="19137"/>
                      <a:pt x="4614" y="19132"/>
                      <a:pt x="4725" y="19120"/>
                    </a:cubicBezTo>
                    <a:cubicBezTo>
                      <a:pt x="5480" y="19041"/>
                      <a:pt x="6177" y="18785"/>
                      <a:pt x="6850" y="18443"/>
                    </a:cubicBezTo>
                    <a:cubicBezTo>
                      <a:pt x="7114" y="18308"/>
                      <a:pt x="7211" y="18119"/>
                      <a:pt x="7180" y="17837"/>
                    </a:cubicBezTo>
                    <a:cubicBezTo>
                      <a:pt x="7121" y="17324"/>
                      <a:pt x="7124" y="16806"/>
                      <a:pt x="7130" y="16289"/>
                    </a:cubicBezTo>
                    <a:cubicBezTo>
                      <a:pt x="7139" y="15515"/>
                      <a:pt x="7144" y="14739"/>
                      <a:pt x="7151" y="13963"/>
                    </a:cubicBezTo>
                    <a:cubicBezTo>
                      <a:pt x="7151" y="13891"/>
                      <a:pt x="7151" y="13821"/>
                      <a:pt x="7151" y="13725"/>
                    </a:cubicBezTo>
                    <a:cubicBezTo>
                      <a:pt x="7069" y="13756"/>
                      <a:pt x="7019" y="13773"/>
                      <a:pt x="6971" y="13795"/>
                    </a:cubicBezTo>
                    <a:cubicBezTo>
                      <a:pt x="6817" y="13866"/>
                      <a:pt x="6668" y="13954"/>
                      <a:pt x="6509" y="14011"/>
                    </a:cubicBezTo>
                    <a:cubicBezTo>
                      <a:pt x="6300" y="14085"/>
                      <a:pt x="6088" y="14149"/>
                      <a:pt x="5873" y="14149"/>
                    </a:cubicBezTo>
                    <a:cubicBezTo>
                      <a:pt x="5755" y="14149"/>
                      <a:pt x="5637" y="14130"/>
                      <a:pt x="5517" y="14083"/>
                    </a:cubicBezTo>
                    <a:cubicBezTo>
                      <a:pt x="5442" y="14053"/>
                      <a:pt x="5371" y="14037"/>
                      <a:pt x="5301" y="14037"/>
                    </a:cubicBezTo>
                    <a:cubicBezTo>
                      <a:pt x="5219" y="14037"/>
                      <a:pt x="5138" y="14059"/>
                      <a:pt x="5054" y="14109"/>
                    </a:cubicBezTo>
                    <a:cubicBezTo>
                      <a:pt x="4967" y="14161"/>
                      <a:pt x="4848" y="14169"/>
                      <a:pt x="4743" y="14185"/>
                    </a:cubicBezTo>
                    <a:cubicBezTo>
                      <a:pt x="4735" y="14186"/>
                      <a:pt x="4728" y="14187"/>
                      <a:pt x="4720" y="14187"/>
                    </a:cubicBezTo>
                    <a:cubicBezTo>
                      <a:pt x="4681" y="14187"/>
                      <a:pt x="4639" y="14174"/>
                      <a:pt x="4600" y="14169"/>
                    </a:cubicBezTo>
                    <a:cubicBezTo>
                      <a:pt x="4599" y="14152"/>
                      <a:pt x="4597" y="14137"/>
                      <a:pt x="4597" y="14121"/>
                    </a:cubicBezTo>
                    <a:cubicBezTo>
                      <a:pt x="4665" y="14103"/>
                      <a:pt x="4737" y="14091"/>
                      <a:pt x="4801" y="14064"/>
                    </a:cubicBezTo>
                    <a:cubicBezTo>
                      <a:pt x="4926" y="14014"/>
                      <a:pt x="5061" y="13974"/>
                      <a:pt x="5168" y="13899"/>
                    </a:cubicBezTo>
                    <a:cubicBezTo>
                      <a:pt x="5475" y="13683"/>
                      <a:pt x="5757" y="13438"/>
                      <a:pt x="5997" y="13147"/>
                    </a:cubicBezTo>
                    <a:cubicBezTo>
                      <a:pt x="6048" y="13085"/>
                      <a:pt x="6119" y="13037"/>
                      <a:pt x="6179" y="12983"/>
                    </a:cubicBezTo>
                    <a:lnTo>
                      <a:pt x="6179" y="12983"/>
                    </a:lnTo>
                    <a:cubicBezTo>
                      <a:pt x="6120" y="13106"/>
                      <a:pt x="6042" y="13207"/>
                      <a:pt x="5963" y="13307"/>
                    </a:cubicBezTo>
                    <a:cubicBezTo>
                      <a:pt x="5879" y="13414"/>
                      <a:pt x="5799" y="13523"/>
                      <a:pt x="5708" y="13622"/>
                    </a:cubicBezTo>
                    <a:cubicBezTo>
                      <a:pt x="5624" y="13714"/>
                      <a:pt x="5525" y="13794"/>
                      <a:pt x="5429" y="13881"/>
                    </a:cubicBezTo>
                    <a:cubicBezTo>
                      <a:pt x="5569" y="13979"/>
                      <a:pt x="5690" y="14019"/>
                      <a:pt x="5861" y="14019"/>
                    </a:cubicBezTo>
                    <a:cubicBezTo>
                      <a:pt x="5882" y="14019"/>
                      <a:pt x="5904" y="14018"/>
                      <a:pt x="5927" y="14017"/>
                    </a:cubicBezTo>
                    <a:cubicBezTo>
                      <a:pt x="6209" y="14002"/>
                      <a:pt x="6474" y="13923"/>
                      <a:pt x="6727" y="13795"/>
                    </a:cubicBezTo>
                    <a:cubicBezTo>
                      <a:pt x="6914" y="13699"/>
                      <a:pt x="7108" y="13613"/>
                      <a:pt x="7285" y="13499"/>
                    </a:cubicBezTo>
                    <a:cubicBezTo>
                      <a:pt x="7724" y="13217"/>
                      <a:pt x="8164" y="12934"/>
                      <a:pt x="8589" y="12628"/>
                    </a:cubicBezTo>
                    <a:cubicBezTo>
                      <a:pt x="8835" y="12449"/>
                      <a:pt x="9058" y="12236"/>
                      <a:pt x="9193" y="11950"/>
                    </a:cubicBezTo>
                    <a:cubicBezTo>
                      <a:pt x="9421" y="11463"/>
                      <a:pt x="9640" y="10974"/>
                      <a:pt x="9789" y="10455"/>
                    </a:cubicBezTo>
                    <a:cubicBezTo>
                      <a:pt x="9850" y="10241"/>
                      <a:pt x="9927" y="10029"/>
                      <a:pt x="9982" y="9813"/>
                    </a:cubicBezTo>
                    <a:cubicBezTo>
                      <a:pt x="10036" y="9597"/>
                      <a:pt x="10127" y="9369"/>
                      <a:pt x="10104" y="9157"/>
                    </a:cubicBezTo>
                    <a:cubicBezTo>
                      <a:pt x="10067" y="8811"/>
                      <a:pt x="9990" y="8461"/>
                      <a:pt x="9778" y="8161"/>
                    </a:cubicBezTo>
                    <a:cubicBezTo>
                      <a:pt x="9265" y="7433"/>
                      <a:pt x="8758" y="6700"/>
                      <a:pt x="8246" y="5972"/>
                    </a:cubicBezTo>
                    <a:cubicBezTo>
                      <a:pt x="8172" y="5866"/>
                      <a:pt x="8058" y="5814"/>
                      <a:pt x="7946" y="5814"/>
                    </a:cubicBezTo>
                    <a:cubicBezTo>
                      <a:pt x="7812" y="5814"/>
                      <a:pt x="7680" y="5888"/>
                      <a:pt x="7622" y="6032"/>
                    </a:cubicBezTo>
                    <a:cubicBezTo>
                      <a:pt x="7492" y="6359"/>
                      <a:pt x="7379" y="6695"/>
                      <a:pt x="7396" y="7060"/>
                    </a:cubicBezTo>
                    <a:cubicBezTo>
                      <a:pt x="7414" y="7487"/>
                      <a:pt x="7510" y="7894"/>
                      <a:pt x="7705" y="8273"/>
                    </a:cubicBezTo>
                    <a:cubicBezTo>
                      <a:pt x="7889" y="8631"/>
                      <a:pt x="8096" y="8974"/>
                      <a:pt x="8407" y="9241"/>
                    </a:cubicBezTo>
                    <a:cubicBezTo>
                      <a:pt x="8556" y="9370"/>
                      <a:pt x="8694" y="9511"/>
                      <a:pt x="8835" y="9651"/>
                    </a:cubicBezTo>
                    <a:cubicBezTo>
                      <a:pt x="8877" y="9690"/>
                      <a:pt x="8910" y="9739"/>
                      <a:pt x="8947" y="9783"/>
                    </a:cubicBezTo>
                    <a:cubicBezTo>
                      <a:pt x="8679" y="9658"/>
                      <a:pt x="8514" y="9406"/>
                      <a:pt x="8234" y="9231"/>
                    </a:cubicBezTo>
                    <a:lnTo>
                      <a:pt x="8234" y="9231"/>
                    </a:lnTo>
                    <a:cubicBezTo>
                      <a:pt x="8383" y="9565"/>
                      <a:pt x="8437" y="9781"/>
                      <a:pt x="8394" y="9879"/>
                    </a:cubicBezTo>
                    <a:cubicBezTo>
                      <a:pt x="8344" y="9786"/>
                      <a:pt x="8299" y="9702"/>
                      <a:pt x="8242" y="9597"/>
                    </a:cubicBezTo>
                    <a:cubicBezTo>
                      <a:pt x="8188" y="9661"/>
                      <a:pt x="8144" y="9703"/>
                      <a:pt x="8113" y="9753"/>
                    </a:cubicBezTo>
                    <a:cubicBezTo>
                      <a:pt x="7886" y="10117"/>
                      <a:pt x="7588" y="10409"/>
                      <a:pt x="7223" y="10634"/>
                    </a:cubicBezTo>
                    <a:cubicBezTo>
                      <a:pt x="7183" y="10659"/>
                      <a:pt x="7144" y="10688"/>
                      <a:pt x="7108" y="10719"/>
                    </a:cubicBezTo>
                    <a:cubicBezTo>
                      <a:pt x="7022" y="10796"/>
                      <a:pt x="6919" y="10821"/>
                      <a:pt x="6808" y="10827"/>
                    </a:cubicBezTo>
                    <a:cubicBezTo>
                      <a:pt x="6793" y="10828"/>
                      <a:pt x="6779" y="10828"/>
                      <a:pt x="6765" y="10828"/>
                    </a:cubicBezTo>
                    <a:cubicBezTo>
                      <a:pt x="6527" y="10828"/>
                      <a:pt x="6339" y="10721"/>
                      <a:pt x="6185" y="10539"/>
                    </a:cubicBezTo>
                    <a:cubicBezTo>
                      <a:pt x="6140" y="10484"/>
                      <a:pt x="6093" y="10430"/>
                      <a:pt x="6051" y="10379"/>
                    </a:cubicBezTo>
                    <a:cubicBezTo>
                      <a:pt x="5903" y="10511"/>
                      <a:pt x="5777" y="10635"/>
                      <a:pt x="5637" y="10742"/>
                    </a:cubicBezTo>
                    <a:cubicBezTo>
                      <a:pt x="5554" y="10805"/>
                      <a:pt x="5451" y="10836"/>
                      <a:pt x="5347" y="10836"/>
                    </a:cubicBezTo>
                    <a:cubicBezTo>
                      <a:pt x="5191" y="10836"/>
                      <a:pt x="5033" y="10768"/>
                      <a:pt x="4931" y="10638"/>
                    </a:cubicBezTo>
                    <a:lnTo>
                      <a:pt x="4931" y="10638"/>
                    </a:lnTo>
                    <a:cubicBezTo>
                      <a:pt x="5000" y="10647"/>
                      <a:pt x="5067" y="10664"/>
                      <a:pt x="5130" y="10689"/>
                    </a:cubicBezTo>
                    <a:cubicBezTo>
                      <a:pt x="5197" y="10716"/>
                      <a:pt x="5265" y="10732"/>
                      <a:pt x="5331" y="10732"/>
                    </a:cubicBezTo>
                    <a:cubicBezTo>
                      <a:pt x="5406" y="10732"/>
                      <a:pt x="5477" y="10711"/>
                      <a:pt x="5538" y="10661"/>
                    </a:cubicBezTo>
                    <a:cubicBezTo>
                      <a:pt x="5684" y="10542"/>
                      <a:pt x="5831" y="10407"/>
                      <a:pt x="5922" y="10247"/>
                    </a:cubicBezTo>
                    <a:cubicBezTo>
                      <a:pt x="6326" y="9543"/>
                      <a:pt x="6655" y="8805"/>
                      <a:pt x="6836" y="8009"/>
                    </a:cubicBezTo>
                    <a:cubicBezTo>
                      <a:pt x="6899" y="7730"/>
                      <a:pt x="6970" y="7450"/>
                      <a:pt x="6910" y="7162"/>
                    </a:cubicBezTo>
                    <a:cubicBezTo>
                      <a:pt x="6815" y="6704"/>
                      <a:pt x="6719" y="6245"/>
                      <a:pt x="6601" y="5793"/>
                    </a:cubicBezTo>
                    <a:cubicBezTo>
                      <a:pt x="6554" y="5619"/>
                      <a:pt x="6459" y="5454"/>
                      <a:pt x="6357" y="5304"/>
                    </a:cubicBezTo>
                    <a:cubicBezTo>
                      <a:pt x="6293" y="5208"/>
                      <a:pt x="6186" y="5117"/>
                      <a:pt x="6080" y="5079"/>
                    </a:cubicBezTo>
                    <a:cubicBezTo>
                      <a:pt x="5869" y="5006"/>
                      <a:pt x="5651" y="4965"/>
                      <a:pt x="5430" y="4965"/>
                    </a:cubicBezTo>
                    <a:cubicBezTo>
                      <a:pt x="5340" y="4965"/>
                      <a:pt x="5248" y="4972"/>
                      <a:pt x="5157" y="4986"/>
                    </a:cubicBezTo>
                    <a:cubicBezTo>
                      <a:pt x="4868" y="5030"/>
                      <a:pt x="4656" y="5181"/>
                      <a:pt x="4531" y="5451"/>
                    </a:cubicBezTo>
                    <a:cubicBezTo>
                      <a:pt x="4485" y="5547"/>
                      <a:pt x="4494" y="5630"/>
                      <a:pt x="4561" y="5714"/>
                    </a:cubicBezTo>
                    <a:cubicBezTo>
                      <a:pt x="4624" y="5793"/>
                      <a:pt x="4680" y="5879"/>
                      <a:pt x="4729" y="5967"/>
                    </a:cubicBezTo>
                    <a:cubicBezTo>
                      <a:pt x="4815" y="6122"/>
                      <a:pt x="4892" y="6281"/>
                      <a:pt x="4974" y="6437"/>
                    </a:cubicBezTo>
                    <a:cubicBezTo>
                      <a:pt x="5106" y="6688"/>
                      <a:pt x="5199" y="6946"/>
                      <a:pt x="5178" y="7235"/>
                    </a:cubicBezTo>
                    <a:cubicBezTo>
                      <a:pt x="5160" y="7472"/>
                      <a:pt x="5130" y="7711"/>
                      <a:pt x="5139" y="7946"/>
                    </a:cubicBezTo>
                    <a:cubicBezTo>
                      <a:pt x="5166" y="8658"/>
                      <a:pt x="5099" y="9358"/>
                      <a:pt x="4977" y="10056"/>
                    </a:cubicBezTo>
                    <a:cubicBezTo>
                      <a:pt x="4920" y="10386"/>
                      <a:pt x="4756" y="10653"/>
                      <a:pt x="4504" y="10865"/>
                    </a:cubicBezTo>
                    <a:cubicBezTo>
                      <a:pt x="4437" y="10922"/>
                      <a:pt x="4335" y="10959"/>
                      <a:pt x="4246" y="10965"/>
                    </a:cubicBezTo>
                    <a:cubicBezTo>
                      <a:pt x="4208" y="10968"/>
                      <a:pt x="4171" y="10970"/>
                      <a:pt x="4134" y="10970"/>
                    </a:cubicBezTo>
                    <a:cubicBezTo>
                      <a:pt x="3825" y="10970"/>
                      <a:pt x="3548" y="10868"/>
                      <a:pt x="3310" y="10649"/>
                    </a:cubicBezTo>
                    <a:cubicBezTo>
                      <a:pt x="3141" y="10493"/>
                      <a:pt x="3014" y="10311"/>
                      <a:pt x="2944" y="10095"/>
                    </a:cubicBezTo>
                    <a:cubicBezTo>
                      <a:pt x="2665" y="9256"/>
                      <a:pt x="2563" y="8399"/>
                      <a:pt x="2704" y="7523"/>
                    </a:cubicBezTo>
                    <a:cubicBezTo>
                      <a:pt x="2723" y="7417"/>
                      <a:pt x="2710" y="7327"/>
                      <a:pt x="2672" y="7228"/>
                    </a:cubicBezTo>
                    <a:cubicBezTo>
                      <a:pt x="2633" y="7129"/>
                      <a:pt x="2605" y="7022"/>
                      <a:pt x="2591" y="6916"/>
                    </a:cubicBezTo>
                    <a:cubicBezTo>
                      <a:pt x="2584" y="6854"/>
                      <a:pt x="2578" y="6769"/>
                      <a:pt x="2666" y="6733"/>
                    </a:cubicBezTo>
                    <a:lnTo>
                      <a:pt x="2666" y="6733"/>
                    </a:lnTo>
                    <a:cubicBezTo>
                      <a:pt x="2720" y="6851"/>
                      <a:pt x="2636" y="6998"/>
                      <a:pt x="2782" y="7115"/>
                    </a:cubicBezTo>
                    <a:cubicBezTo>
                      <a:pt x="2825" y="7000"/>
                      <a:pt x="2858" y="6907"/>
                      <a:pt x="2896" y="6815"/>
                    </a:cubicBezTo>
                    <a:cubicBezTo>
                      <a:pt x="2915" y="6767"/>
                      <a:pt x="2939" y="6727"/>
                      <a:pt x="2983" y="6727"/>
                    </a:cubicBezTo>
                    <a:cubicBezTo>
                      <a:pt x="3002" y="6727"/>
                      <a:pt x="3024" y="6734"/>
                      <a:pt x="3050" y="6751"/>
                    </a:cubicBezTo>
                    <a:cubicBezTo>
                      <a:pt x="3020" y="6860"/>
                      <a:pt x="2989" y="6964"/>
                      <a:pt x="2962" y="7069"/>
                    </a:cubicBezTo>
                    <a:cubicBezTo>
                      <a:pt x="2845" y="7523"/>
                      <a:pt x="2737" y="7978"/>
                      <a:pt x="2804" y="8455"/>
                    </a:cubicBezTo>
                    <a:cubicBezTo>
                      <a:pt x="2833" y="8656"/>
                      <a:pt x="2849" y="8860"/>
                      <a:pt x="2861" y="9063"/>
                    </a:cubicBezTo>
                    <a:cubicBezTo>
                      <a:pt x="2885" y="9453"/>
                      <a:pt x="2968" y="9828"/>
                      <a:pt x="3120" y="10190"/>
                    </a:cubicBezTo>
                    <a:cubicBezTo>
                      <a:pt x="3291" y="10593"/>
                      <a:pt x="3691" y="10868"/>
                      <a:pt x="4123" y="10868"/>
                    </a:cubicBezTo>
                    <a:cubicBezTo>
                      <a:pt x="4157" y="10868"/>
                      <a:pt x="4191" y="10867"/>
                      <a:pt x="4225" y="10863"/>
                    </a:cubicBezTo>
                    <a:cubicBezTo>
                      <a:pt x="4314" y="10854"/>
                      <a:pt x="4408" y="10809"/>
                      <a:pt x="4479" y="10752"/>
                    </a:cubicBezTo>
                    <a:cubicBezTo>
                      <a:pt x="4729" y="10550"/>
                      <a:pt x="4845" y="10268"/>
                      <a:pt x="4892" y="9957"/>
                    </a:cubicBezTo>
                    <a:cubicBezTo>
                      <a:pt x="4986" y="9324"/>
                      <a:pt x="5051" y="8689"/>
                      <a:pt x="5028" y="8048"/>
                    </a:cubicBezTo>
                    <a:cubicBezTo>
                      <a:pt x="5024" y="7913"/>
                      <a:pt x="5048" y="7777"/>
                      <a:pt x="5048" y="7642"/>
                    </a:cubicBezTo>
                    <a:cubicBezTo>
                      <a:pt x="5048" y="7372"/>
                      <a:pt x="5114" y="7094"/>
                      <a:pt x="5013" y="6833"/>
                    </a:cubicBezTo>
                    <a:cubicBezTo>
                      <a:pt x="4848" y="6401"/>
                      <a:pt x="4644" y="5990"/>
                      <a:pt x="4344" y="5628"/>
                    </a:cubicBezTo>
                    <a:cubicBezTo>
                      <a:pt x="4100" y="5335"/>
                      <a:pt x="3741" y="5222"/>
                      <a:pt x="3397" y="5222"/>
                    </a:cubicBezTo>
                    <a:cubicBezTo>
                      <a:pt x="3175" y="5222"/>
                      <a:pt x="2959" y="5269"/>
                      <a:pt x="2786" y="5345"/>
                    </a:cubicBezTo>
                    <a:cubicBezTo>
                      <a:pt x="2470" y="5484"/>
                      <a:pt x="2426" y="5597"/>
                      <a:pt x="2506" y="5937"/>
                    </a:cubicBezTo>
                    <a:cubicBezTo>
                      <a:pt x="2527" y="6030"/>
                      <a:pt x="2554" y="6123"/>
                      <a:pt x="2510" y="6249"/>
                    </a:cubicBezTo>
                    <a:cubicBezTo>
                      <a:pt x="2476" y="6198"/>
                      <a:pt x="2458" y="6179"/>
                      <a:pt x="2447" y="6156"/>
                    </a:cubicBezTo>
                    <a:cubicBezTo>
                      <a:pt x="2432" y="6119"/>
                      <a:pt x="2419" y="6080"/>
                      <a:pt x="2411" y="6041"/>
                    </a:cubicBezTo>
                    <a:cubicBezTo>
                      <a:pt x="2275" y="5438"/>
                      <a:pt x="2186" y="4825"/>
                      <a:pt x="2131" y="4210"/>
                    </a:cubicBezTo>
                    <a:cubicBezTo>
                      <a:pt x="2041" y="3256"/>
                      <a:pt x="1964" y="2302"/>
                      <a:pt x="1867" y="1349"/>
                    </a:cubicBezTo>
                    <a:cubicBezTo>
                      <a:pt x="1828" y="962"/>
                      <a:pt x="1706" y="597"/>
                      <a:pt x="1484" y="266"/>
                    </a:cubicBezTo>
                    <a:cubicBezTo>
                      <a:pt x="1377" y="104"/>
                      <a:pt x="1106" y="0"/>
                      <a:pt x="867" y="0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4"/>
              <p:cNvSpPr/>
              <p:nvPr/>
            </p:nvSpPr>
            <p:spPr>
              <a:xfrm>
                <a:off x="2365250" y="1942625"/>
                <a:ext cx="260875" cy="485325"/>
              </a:xfrm>
              <a:custGeom>
                <a:avLst/>
                <a:gdLst/>
                <a:ahLst/>
                <a:cxnLst/>
                <a:rect l="l" t="t" r="r" b="b"/>
                <a:pathLst>
                  <a:path w="10435" h="19413" extrusionOk="0">
                    <a:moveTo>
                      <a:pt x="7054" y="5667"/>
                    </a:moveTo>
                    <a:cubicBezTo>
                      <a:pt x="7250" y="5667"/>
                      <a:pt x="7506" y="5808"/>
                      <a:pt x="7567" y="5977"/>
                    </a:cubicBezTo>
                    <a:cubicBezTo>
                      <a:pt x="7592" y="6046"/>
                      <a:pt x="7580" y="6136"/>
                      <a:pt x="7564" y="6211"/>
                    </a:cubicBezTo>
                    <a:cubicBezTo>
                      <a:pt x="7520" y="6403"/>
                      <a:pt x="7451" y="6589"/>
                      <a:pt x="7418" y="6783"/>
                    </a:cubicBezTo>
                    <a:cubicBezTo>
                      <a:pt x="7297" y="7499"/>
                      <a:pt x="7508" y="8138"/>
                      <a:pt x="7892" y="8732"/>
                    </a:cubicBezTo>
                    <a:cubicBezTo>
                      <a:pt x="8033" y="8948"/>
                      <a:pt x="8186" y="9154"/>
                      <a:pt x="8242" y="9418"/>
                    </a:cubicBezTo>
                    <a:cubicBezTo>
                      <a:pt x="8266" y="9533"/>
                      <a:pt x="8260" y="9623"/>
                      <a:pt x="8192" y="9722"/>
                    </a:cubicBezTo>
                    <a:cubicBezTo>
                      <a:pt x="7963" y="10055"/>
                      <a:pt x="7712" y="10365"/>
                      <a:pt x="7354" y="10572"/>
                    </a:cubicBezTo>
                    <a:cubicBezTo>
                      <a:pt x="7297" y="10606"/>
                      <a:pt x="7244" y="10651"/>
                      <a:pt x="7190" y="10693"/>
                    </a:cubicBezTo>
                    <a:cubicBezTo>
                      <a:pt x="7083" y="10776"/>
                      <a:pt x="6965" y="10818"/>
                      <a:pt x="6848" y="10818"/>
                    </a:cubicBezTo>
                    <a:cubicBezTo>
                      <a:pt x="6721" y="10818"/>
                      <a:pt x="6595" y="10769"/>
                      <a:pt x="6486" y="10668"/>
                    </a:cubicBezTo>
                    <a:cubicBezTo>
                      <a:pt x="6392" y="10582"/>
                      <a:pt x="6309" y="10482"/>
                      <a:pt x="6209" y="10375"/>
                    </a:cubicBezTo>
                    <a:cubicBezTo>
                      <a:pt x="6362" y="10033"/>
                      <a:pt x="6507" y="9710"/>
                      <a:pt x="6650" y="9389"/>
                    </a:cubicBezTo>
                    <a:cubicBezTo>
                      <a:pt x="6877" y="8884"/>
                      <a:pt x="7004" y="8346"/>
                      <a:pt x="7111" y="7808"/>
                    </a:cubicBezTo>
                    <a:cubicBezTo>
                      <a:pt x="7172" y="7502"/>
                      <a:pt x="7147" y="7185"/>
                      <a:pt x="7061" y="6878"/>
                    </a:cubicBezTo>
                    <a:cubicBezTo>
                      <a:pt x="6976" y="6564"/>
                      <a:pt x="6899" y="6247"/>
                      <a:pt x="6820" y="5932"/>
                    </a:cubicBezTo>
                    <a:cubicBezTo>
                      <a:pt x="6782" y="5782"/>
                      <a:pt x="6838" y="5701"/>
                      <a:pt x="6992" y="5673"/>
                    </a:cubicBezTo>
                    <a:cubicBezTo>
                      <a:pt x="7012" y="5669"/>
                      <a:pt x="7033" y="5667"/>
                      <a:pt x="7054" y="5667"/>
                    </a:cubicBezTo>
                    <a:close/>
                    <a:moveTo>
                      <a:pt x="986" y="1"/>
                    </a:moveTo>
                    <a:cubicBezTo>
                      <a:pt x="683" y="1"/>
                      <a:pt x="443" y="138"/>
                      <a:pt x="332" y="426"/>
                    </a:cubicBezTo>
                    <a:cubicBezTo>
                      <a:pt x="290" y="532"/>
                      <a:pt x="252" y="643"/>
                      <a:pt x="227" y="756"/>
                    </a:cubicBezTo>
                    <a:cubicBezTo>
                      <a:pt x="99" y="1330"/>
                      <a:pt x="93" y="1914"/>
                      <a:pt x="117" y="2501"/>
                    </a:cubicBezTo>
                    <a:cubicBezTo>
                      <a:pt x="143" y="3111"/>
                      <a:pt x="168" y="3722"/>
                      <a:pt x="192" y="4334"/>
                    </a:cubicBezTo>
                    <a:cubicBezTo>
                      <a:pt x="216" y="4960"/>
                      <a:pt x="242" y="5584"/>
                      <a:pt x="257" y="6210"/>
                    </a:cubicBezTo>
                    <a:cubicBezTo>
                      <a:pt x="263" y="6535"/>
                      <a:pt x="261" y="6863"/>
                      <a:pt x="233" y="7187"/>
                    </a:cubicBezTo>
                    <a:cubicBezTo>
                      <a:pt x="200" y="7580"/>
                      <a:pt x="128" y="7968"/>
                      <a:pt x="81" y="8360"/>
                    </a:cubicBezTo>
                    <a:cubicBezTo>
                      <a:pt x="53" y="8615"/>
                      <a:pt x="0" y="8878"/>
                      <a:pt x="29" y="9128"/>
                    </a:cubicBezTo>
                    <a:cubicBezTo>
                      <a:pt x="92" y="9688"/>
                      <a:pt x="224" y="10235"/>
                      <a:pt x="470" y="10749"/>
                    </a:cubicBezTo>
                    <a:cubicBezTo>
                      <a:pt x="443" y="10617"/>
                      <a:pt x="416" y="10485"/>
                      <a:pt x="389" y="10353"/>
                    </a:cubicBezTo>
                    <a:cubicBezTo>
                      <a:pt x="297" y="9934"/>
                      <a:pt x="204" y="9517"/>
                      <a:pt x="119" y="9098"/>
                    </a:cubicBezTo>
                    <a:cubicBezTo>
                      <a:pt x="107" y="9035"/>
                      <a:pt x="120" y="8963"/>
                      <a:pt x="129" y="8897"/>
                    </a:cubicBezTo>
                    <a:cubicBezTo>
                      <a:pt x="177" y="8561"/>
                      <a:pt x="227" y="8225"/>
                      <a:pt x="275" y="7889"/>
                    </a:cubicBezTo>
                    <a:cubicBezTo>
                      <a:pt x="368" y="7241"/>
                      <a:pt x="371" y="6589"/>
                      <a:pt x="351" y="5937"/>
                    </a:cubicBezTo>
                    <a:cubicBezTo>
                      <a:pt x="335" y="5407"/>
                      <a:pt x="321" y="4876"/>
                      <a:pt x="302" y="4346"/>
                    </a:cubicBezTo>
                    <a:cubicBezTo>
                      <a:pt x="276" y="3688"/>
                      <a:pt x="249" y="3029"/>
                      <a:pt x="221" y="2372"/>
                    </a:cubicBezTo>
                    <a:cubicBezTo>
                      <a:pt x="200" y="1869"/>
                      <a:pt x="197" y="1366"/>
                      <a:pt x="309" y="874"/>
                    </a:cubicBezTo>
                    <a:cubicBezTo>
                      <a:pt x="341" y="729"/>
                      <a:pt x="396" y="588"/>
                      <a:pt x="443" y="447"/>
                    </a:cubicBezTo>
                    <a:cubicBezTo>
                      <a:pt x="485" y="322"/>
                      <a:pt x="578" y="250"/>
                      <a:pt x="686" y="183"/>
                    </a:cubicBezTo>
                    <a:cubicBezTo>
                      <a:pt x="762" y="135"/>
                      <a:pt x="863" y="114"/>
                      <a:pt x="972" y="114"/>
                    </a:cubicBezTo>
                    <a:cubicBezTo>
                      <a:pt x="1210" y="114"/>
                      <a:pt x="1482" y="218"/>
                      <a:pt x="1591" y="379"/>
                    </a:cubicBezTo>
                    <a:cubicBezTo>
                      <a:pt x="1813" y="711"/>
                      <a:pt x="1933" y="1077"/>
                      <a:pt x="1973" y="1464"/>
                    </a:cubicBezTo>
                    <a:cubicBezTo>
                      <a:pt x="2071" y="2417"/>
                      <a:pt x="2147" y="3371"/>
                      <a:pt x="2236" y="4324"/>
                    </a:cubicBezTo>
                    <a:cubicBezTo>
                      <a:pt x="2293" y="4940"/>
                      <a:pt x="2380" y="5551"/>
                      <a:pt x="2516" y="6154"/>
                    </a:cubicBezTo>
                    <a:cubicBezTo>
                      <a:pt x="2525" y="6195"/>
                      <a:pt x="2539" y="6234"/>
                      <a:pt x="2554" y="6270"/>
                    </a:cubicBezTo>
                    <a:cubicBezTo>
                      <a:pt x="2564" y="6294"/>
                      <a:pt x="2582" y="6313"/>
                      <a:pt x="2617" y="6363"/>
                    </a:cubicBezTo>
                    <a:cubicBezTo>
                      <a:pt x="2660" y="6237"/>
                      <a:pt x="2633" y="6144"/>
                      <a:pt x="2611" y="6051"/>
                    </a:cubicBezTo>
                    <a:cubicBezTo>
                      <a:pt x="2533" y="5712"/>
                      <a:pt x="2576" y="5598"/>
                      <a:pt x="2893" y="5460"/>
                    </a:cubicBezTo>
                    <a:cubicBezTo>
                      <a:pt x="3066" y="5384"/>
                      <a:pt x="3281" y="5337"/>
                      <a:pt x="3503" y="5337"/>
                    </a:cubicBezTo>
                    <a:cubicBezTo>
                      <a:pt x="3847" y="5337"/>
                      <a:pt x="4206" y="5449"/>
                      <a:pt x="4450" y="5742"/>
                    </a:cubicBezTo>
                    <a:cubicBezTo>
                      <a:pt x="4749" y="6103"/>
                      <a:pt x="4954" y="6514"/>
                      <a:pt x="5120" y="6947"/>
                    </a:cubicBezTo>
                    <a:cubicBezTo>
                      <a:pt x="5220" y="7208"/>
                      <a:pt x="5154" y="7485"/>
                      <a:pt x="5154" y="7757"/>
                    </a:cubicBezTo>
                    <a:cubicBezTo>
                      <a:pt x="5154" y="7892"/>
                      <a:pt x="5129" y="8027"/>
                      <a:pt x="5135" y="8162"/>
                    </a:cubicBezTo>
                    <a:cubicBezTo>
                      <a:pt x="5156" y="8804"/>
                      <a:pt x="5093" y="9439"/>
                      <a:pt x="4998" y="10070"/>
                    </a:cubicBezTo>
                    <a:cubicBezTo>
                      <a:pt x="4950" y="10381"/>
                      <a:pt x="4834" y="10663"/>
                      <a:pt x="4584" y="10867"/>
                    </a:cubicBezTo>
                    <a:cubicBezTo>
                      <a:pt x="4515" y="10923"/>
                      <a:pt x="4419" y="10968"/>
                      <a:pt x="4330" y="10977"/>
                    </a:cubicBezTo>
                    <a:cubicBezTo>
                      <a:pt x="4296" y="10980"/>
                      <a:pt x="4262" y="10982"/>
                      <a:pt x="4227" y="10982"/>
                    </a:cubicBezTo>
                    <a:cubicBezTo>
                      <a:pt x="3797" y="10982"/>
                      <a:pt x="3396" y="10708"/>
                      <a:pt x="3226" y="10303"/>
                    </a:cubicBezTo>
                    <a:cubicBezTo>
                      <a:pt x="3074" y="9943"/>
                      <a:pt x="2992" y="9568"/>
                      <a:pt x="2968" y="9178"/>
                    </a:cubicBezTo>
                    <a:cubicBezTo>
                      <a:pt x="2954" y="8975"/>
                      <a:pt x="2939" y="8771"/>
                      <a:pt x="2911" y="8570"/>
                    </a:cubicBezTo>
                    <a:cubicBezTo>
                      <a:pt x="2843" y="8093"/>
                      <a:pt x="2950" y="7637"/>
                      <a:pt x="3067" y="7182"/>
                    </a:cubicBezTo>
                    <a:cubicBezTo>
                      <a:pt x="3095" y="7077"/>
                      <a:pt x="3125" y="6974"/>
                      <a:pt x="3157" y="6866"/>
                    </a:cubicBezTo>
                    <a:cubicBezTo>
                      <a:pt x="3129" y="6848"/>
                      <a:pt x="3107" y="6841"/>
                      <a:pt x="3088" y="6841"/>
                    </a:cubicBezTo>
                    <a:cubicBezTo>
                      <a:pt x="3044" y="6841"/>
                      <a:pt x="3020" y="6880"/>
                      <a:pt x="3001" y="6929"/>
                    </a:cubicBezTo>
                    <a:cubicBezTo>
                      <a:pt x="2965" y="7022"/>
                      <a:pt x="2932" y="7115"/>
                      <a:pt x="2888" y="7229"/>
                    </a:cubicBezTo>
                    <a:cubicBezTo>
                      <a:pt x="2743" y="7113"/>
                      <a:pt x="2825" y="6966"/>
                      <a:pt x="2771" y="6846"/>
                    </a:cubicBezTo>
                    <a:lnTo>
                      <a:pt x="2771" y="6846"/>
                    </a:lnTo>
                    <a:cubicBezTo>
                      <a:pt x="2684" y="6884"/>
                      <a:pt x="2689" y="6968"/>
                      <a:pt x="2696" y="7029"/>
                    </a:cubicBezTo>
                    <a:cubicBezTo>
                      <a:pt x="2711" y="7136"/>
                      <a:pt x="2740" y="7242"/>
                      <a:pt x="2779" y="7343"/>
                    </a:cubicBezTo>
                    <a:cubicBezTo>
                      <a:pt x="2816" y="7440"/>
                      <a:pt x="2828" y="7530"/>
                      <a:pt x="2810" y="7638"/>
                    </a:cubicBezTo>
                    <a:cubicBezTo>
                      <a:pt x="2668" y="8514"/>
                      <a:pt x="2771" y="9370"/>
                      <a:pt x="3049" y="10208"/>
                    </a:cubicBezTo>
                    <a:cubicBezTo>
                      <a:pt x="3121" y="10426"/>
                      <a:pt x="3246" y="10606"/>
                      <a:pt x="3417" y="10764"/>
                    </a:cubicBezTo>
                    <a:cubicBezTo>
                      <a:pt x="3656" y="10984"/>
                      <a:pt x="3934" y="11084"/>
                      <a:pt x="4244" y="11084"/>
                    </a:cubicBezTo>
                    <a:cubicBezTo>
                      <a:pt x="4280" y="11084"/>
                      <a:pt x="4316" y="11083"/>
                      <a:pt x="4353" y="11080"/>
                    </a:cubicBezTo>
                    <a:cubicBezTo>
                      <a:pt x="4441" y="11074"/>
                      <a:pt x="4543" y="11035"/>
                      <a:pt x="4611" y="10978"/>
                    </a:cubicBezTo>
                    <a:cubicBezTo>
                      <a:pt x="4861" y="10768"/>
                      <a:pt x="5025" y="10501"/>
                      <a:pt x="5084" y="10171"/>
                    </a:cubicBezTo>
                    <a:cubicBezTo>
                      <a:pt x="5204" y="9472"/>
                      <a:pt x="5271" y="8771"/>
                      <a:pt x="5246" y="8061"/>
                    </a:cubicBezTo>
                    <a:cubicBezTo>
                      <a:pt x="5237" y="7824"/>
                      <a:pt x="5267" y="7587"/>
                      <a:pt x="5285" y="7350"/>
                    </a:cubicBezTo>
                    <a:cubicBezTo>
                      <a:pt x="5304" y="7061"/>
                      <a:pt x="5213" y="6801"/>
                      <a:pt x="5079" y="6552"/>
                    </a:cubicBezTo>
                    <a:cubicBezTo>
                      <a:pt x="4997" y="6396"/>
                      <a:pt x="4921" y="6235"/>
                      <a:pt x="4834" y="6082"/>
                    </a:cubicBezTo>
                    <a:cubicBezTo>
                      <a:pt x="4786" y="5994"/>
                      <a:pt x="4729" y="5907"/>
                      <a:pt x="4668" y="5829"/>
                    </a:cubicBezTo>
                    <a:cubicBezTo>
                      <a:pt x="4600" y="5743"/>
                      <a:pt x="4591" y="5662"/>
                      <a:pt x="4638" y="5565"/>
                    </a:cubicBezTo>
                    <a:cubicBezTo>
                      <a:pt x="4762" y="5296"/>
                      <a:pt x="4974" y="5145"/>
                      <a:pt x="5264" y="5100"/>
                    </a:cubicBezTo>
                    <a:cubicBezTo>
                      <a:pt x="5353" y="5086"/>
                      <a:pt x="5443" y="5079"/>
                      <a:pt x="5532" y="5079"/>
                    </a:cubicBezTo>
                    <a:cubicBezTo>
                      <a:pt x="5754" y="5079"/>
                      <a:pt x="5973" y="5120"/>
                      <a:pt x="6186" y="5194"/>
                    </a:cubicBezTo>
                    <a:cubicBezTo>
                      <a:pt x="6293" y="5230"/>
                      <a:pt x="6398" y="5323"/>
                      <a:pt x="6464" y="5418"/>
                    </a:cubicBezTo>
                    <a:cubicBezTo>
                      <a:pt x="6564" y="5568"/>
                      <a:pt x="6660" y="5734"/>
                      <a:pt x="6707" y="5907"/>
                    </a:cubicBezTo>
                    <a:cubicBezTo>
                      <a:pt x="6826" y="6360"/>
                      <a:pt x="6922" y="6818"/>
                      <a:pt x="7016" y="7277"/>
                    </a:cubicBezTo>
                    <a:cubicBezTo>
                      <a:pt x="7075" y="7563"/>
                      <a:pt x="7006" y="7844"/>
                      <a:pt x="6943" y="8123"/>
                    </a:cubicBezTo>
                    <a:cubicBezTo>
                      <a:pt x="6761" y="8918"/>
                      <a:pt x="6432" y="9656"/>
                      <a:pt x="6029" y="10360"/>
                    </a:cubicBezTo>
                    <a:cubicBezTo>
                      <a:pt x="5937" y="10521"/>
                      <a:pt x="5790" y="10656"/>
                      <a:pt x="5645" y="10776"/>
                    </a:cubicBezTo>
                    <a:cubicBezTo>
                      <a:pt x="5584" y="10825"/>
                      <a:pt x="5512" y="10846"/>
                      <a:pt x="5437" y="10846"/>
                    </a:cubicBezTo>
                    <a:cubicBezTo>
                      <a:pt x="5371" y="10846"/>
                      <a:pt x="5302" y="10830"/>
                      <a:pt x="5237" y="10804"/>
                    </a:cubicBezTo>
                    <a:cubicBezTo>
                      <a:pt x="5172" y="10779"/>
                      <a:pt x="5105" y="10761"/>
                      <a:pt x="5036" y="10753"/>
                    </a:cubicBezTo>
                    <a:lnTo>
                      <a:pt x="5036" y="10753"/>
                    </a:lnTo>
                    <a:cubicBezTo>
                      <a:pt x="5139" y="10882"/>
                      <a:pt x="5297" y="10950"/>
                      <a:pt x="5452" y="10950"/>
                    </a:cubicBezTo>
                    <a:cubicBezTo>
                      <a:pt x="5556" y="10950"/>
                      <a:pt x="5659" y="10919"/>
                      <a:pt x="5744" y="10855"/>
                    </a:cubicBezTo>
                    <a:cubicBezTo>
                      <a:pt x="5883" y="10750"/>
                      <a:pt x="6008" y="10624"/>
                      <a:pt x="6156" y="10492"/>
                    </a:cubicBezTo>
                    <a:cubicBezTo>
                      <a:pt x="6200" y="10543"/>
                      <a:pt x="6245" y="10599"/>
                      <a:pt x="6291" y="10653"/>
                    </a:cubicBezTo>
                    <a:cubicBezTo>
                      <a:pt x="6445" y="10833"/>
                      <a:pt x="6632" y="10942"/>
                      <a:pt x="6868" y="10942"/>
                    </a:cubicBezTo>
                    <a:cubicBezTo>
                      <a:pt x="6883" y="10942"/>
                      <a:pt x="6899" y="10942"/>
                      <a:pt x="6914" y="10941"/>
                    </a:cubicBezTo>
                    <a:cubicBezTo>
                      <a:pt x="7025" y="10935"/>
                      <a:pt x="7129" y="10911"/>
                      <a:pt x="7214" y="10833"/>
                    </a:cubicBezTo>
                    <a:cubicBezTo>
                      <a:pt x="7250" y="10801"/>
                      <a:pt x="7289" y="10773"/>
                      <a:pt x="7330" y="10749"/>
                    </a:cubicBezTo>
                    <a:cubicBezTo>
                      <a:pt x="7694" y="10522"/>
                      <a:pt x="7991" y="10231"/>
                      <a:pt x="8219" y="9866"/>
                    </a:cubicBezTo>
                    <a:cubicBezTo>
                      <a:pt x="8251" y="9817"/>
                      <a:pt x="8294" y="9776"/>
                      <a:pt x="8348" y="9712"/>
                    </a:cubicBezTo>
                    <a:cubicBezTo>
                      <a:pt x="8404" y="9815"/>
                      <a:pt x="8451" y="9901"/>
                      <a:pt x="8500" y="9992"/>
                    </a:cubicBezTo>
                    <a:cubicBezTo>
                      <a:pt x="8542" y="9895"/>
                      <a:pt x="8490" y="9679"/>
                      <a:pt x="8341" y="9344"/>
                    </a:cubicBezTo>
                    <a:lnTo>
                      <a:pt x="8341" y="9344"/>
                    </a:lnTo>
                    <a:cubicBezTo>
                      <a:pt x="8620" y="9521"/>
                      <a:pt x="8785" y="9772"/>
                      <a:pt x="9052" y="9898"/>
                    </a:cubicBezTo>
                    <a:cubicBezTo>
                      <a:pt x="9015" y="9853"/>
                      <a:pt x="8982" y="9805"/>
                      <a:pt x="8941" y="9764"/>
                    </a:cubicBezTo>
                    <a:cubicBezTo>
                      <a:pt x="8800" y="9626"/>
                      <a:pt x="8662" y="9484"/>
                      <a:pt x="8512" y="9356"/>
                    </a:cubicBezTo>
                    <a:cubicBezTo>
                      <a:pt x="8201" y="9088"/>
                      <a:pt x="7996" y="8746"/>
                      <a:pt x="7811" y="8388"/>
                    </a:cubicBezTo>
                    <a:cubicBezTo>
                      <a:pt x="7616" y="8009"/>
                      <a:pt x="7520" y="7601"/>
                      <a:pt x="7501" y="7173"/>
                    </a:cubicBezTo>
                    <a:cubicBezTo>
                      <a:pt x="7486" y="6810"/>
                      <a:pt x="7598" y="6474"/>
                      <a:pt x="7727" y="6147"/>
                    </a:cubicBezTo>
                    <a:cubicBezTo>
                      <a:pt x="7785" y="6002"/>
                      <a:pt x="7917" y="5928"/>
                      <a:pt x="8051" y="5928"/>
                    </a:cubicBezTo>
                    <a:cubicBezTo>
                      <a:pt x="8164" y="5928"/>
                      <a:pt x="8278" y="5980"/>
                      <a:pt x="8351" y="6085"/>
                    </a:cubicBezTo>
                    <a:cubicBezTo>
                      <a:pt x="8865" y="6815"/>
                      <a:pt x="9372" y="7547"/>
                      <a:pt x="9885" y="8274"/>
                    </a:cubicBezTo>
                    <a:cubicBezTo>
                      <a:pt x="10096" y="8576"/>
                      <a:pt x="10173" y="8926"/>
                      <a:pt x="10209" y="9272"/>
                    </a:cubicBezTo>
                    <a:cubicBezTo>
                      <a:pt x="10233" y="9484"/>
                      <a:pt x="10143" y="9710"/>
                      <a:pt x="10087" y="9926"/>
                    </a:cubicBezTo>
                    <a:cubicBezTo>
                      <a:pt x="10033" y="10144"/>
                      <a:pt x="9957" y="10356"/>
                      <a:pt x="9895" y="10570"/>
                    </a:cubicBezTo>
                    <a:cubicBezTo>
                      <a:pt x="9747" y="11088"/>
                      <a:pt x="9528" y="11577"/>
                      <a:pt x="9298" y="12063"/>
                    </a:cubicBezTo>
                    <a:cubicBezTo>
                      <a:pt x="9163" y="12351"/>
                      <a:pt x="8941" y="12564"/>
                      <a:pt x="8695" y="12743"/>
                    </a:cubicBezTo>
                    <a:cubicBezTo>
                      <a:pt x="8270" y="13047"/>
                      <a:pt x="7831" y="13332"/>
                      <a:pt x="7390" y="13614"/>
                    </a:cubicBezTo>
                    <a:cubicBezTo>
                      <a:pt x="7214" y="13727"/>
                      <a:pt x="7019" y="13813"/>
                      <a:pt x="6832" y="13909"/>
                    </a:cubicBezTo>
                    <a:cubicBezTo>
                      <a:pt x="6581" y="14038"/>
                      <a:pt x="6315" y="14117"/>
                      <a:pt x="6032" y="14131"/>
                    </a:cubicBezTo>
                    <a:cubicBezTo>
                      <a:pt x="6009" y="14132"/>
                      <a:pt x="5988" y="14132"/>
                      <a:pt x="5967" y="14132"/>
                    </a:cubicBezTo>
                    <a:cubicBezTo>
                      <a:pt x="5797" y="14132"/>
                      <a:pt x="5675" y="14093"/>
                      <a:pt x="5535" y="13996"/>
                    </a:cubicBezTo>
                    <a:cubicBezTo>
                      <a:pt x="5630" y="13909"/>
                      <a:pt x="5729" y="13829"/>
                      <a:pt x="5814" y="13737"/>
                    </a:cubicBezTo>
                    <a:cubicBezTo>
                      <a:pt x="5906" y="13638"/>
                      <a:pt x="5985" y="13527"/>
                      <a:pt x="6069" y="13421"/>
                    </a:cubicBezTo>
                    <a:cubicBezTo>
                      <a:pt x="6147" y="13320"/>
                      <a:pt x="6227" y="13221"/>
                      <a:pt x="6285" y="13098"/>
                    </a:cubicBezTo>
                    <a:lnTo>
                      <a:pt x="6285" y="13098"/>
                    </a:lnTo>
                    <a:cubicBezTo>
                      <a:pt x="6224" y="13152"/>
                      <a:pt x="6155" y="13199"/>
                      <a:pt x="6102" y="13262"/>
                    </a:cubicBezTo>
                    <a:cubicBezTo>
                      <a:pt x="5864" y="13553"/>
                      <a:pt x="5580" y="13796"/>
                      <a:pt x="5274" y="14012"/>
                    </a:cubicBezTo>
                    <a:cubicBezTo>
                      <a:pt x="5166" y="14089"/>
                      <a:pt x="5033" y="14129"/>
                      <a:pt x="4908" y="14179"/>
                    </a:cubicBezTo>
                    <a:cubicBezTo>
                      <a:pt x="4842" y="14204"/>
                      <a:pt x="4771" y="14216"/>
                      <a:pt x="4704" y="14234"/>
                    </a:cubicBezTo>
                    <a:cubicBezTo>
                      <a:pt x="4704" y="14251"/>
                      <a:pt x="4705" y="14267"/>
                      <a:pt x="4705" y="14284"/>
                    </a:cubicBezTo>
                    <a:cubicBezTo>
                      <a:pt x="4745" y="14289"/>
                      <a:pt x="4786" y="14302"/>
                      <a:pt x="4825" y="14302"/>
                    </a:cubicBezTo>
                    <a:cubicBezTo>
                      <a:pt x="4833" y="14302"/>
                      <a:pt x="4840" y="14301"/>
                      <a:pt x="4848" y="14300"/>
                    </a:cubicBezTo>
                    <a:cubicBezTo>
                      <a:pt x="4954" y="14282"/>
                      <a:pt x="5072" y="14276"/>
                      <a:pt x="5160" y="14224"/>
                    </a:cubicBezTo>
                    <a:cubicBezTo>
                      <a:pt x="5246" y="14174"/>
                      <a:pt x="5326" y="14151"/>
                      <a:pt x="5409" y="14151"/>
                    </a:cubicBezTo>
                    <a:cubicBezTo>
                      <a:pt x="5478" y="14151"/>
                      <a:pt x="5548" y="14167"/>
                      <a:pt x="5624" y="14197"/>
                    </a:cubicBezTo>
                    <a:cubicBezTo>
                      <a:pt x="5743" y="14244"/>
                      <a:pt x="5862" y="14263"/>
                      <a:pt x="5979" y="14263"/>
                    </a:cubicBezTo>
                    <a:cubicBezTo>
                      <a:pt x="6195" y="14263"/>
                      <a:pt x="6407" y="14198"/>
                      <a:pt x="6615" y="14125"/>
                    </a:cubicBezTo>
                    <a:cubicBezTo>
                      <a:pt x="6775" y="14068"/>
                      <a:pt x="6923" y="13981"/>
                      <a:pt x="7078" y="13909"/>
                    </a:cubicBezTo>
                    <a:cubicBezTo>
                      <a:pt x="7124" y="13888"/>
                      <a:pt x="7175" y="13871"/>
                      <a:pt x="7256" y="13838"/>
                    </a:cubicBezTo>
                    <a:cubicBezTo>
                      <a:pt x="7256" y="13934"/>
                      <a:pt x="7258" y="14006"/>
                      <a:pt x="7256" y="14077"/>
                    </a:cubicBezTo>
                    <a:cubicBezTo>
                      <a:pt x="7250" y="14852"/>
                      <a:pt x="7244" y="15628"/>
                      <a:pt x="7235" y="16404"/>
                    </a:cubicBezTo>
                    <a:cubicBezTo>
                      <a:pt x="7229" y="16920"/>
                      <a:pt x="7228" y="17438"/>
                      <a:pt x="7286" y="17952"/>
                    </a:cubicBezTo>
                    <a:cubicBezTo>
                      <a:pt x="7318" y="18233"/>
                      <a:pt x="7220" y="18422"/>
                      <a:pt x="6956" y="18557"/>
                    </a:cubicBezTo>
                    <a:cubicBezTo>
                      <a:pt x="6282" y="18899"/>
                      <a:pt x="5585" y="19154"/>
                      <a:pt x="4831" y="19235"/>
                    </a:cubicBezTo>
                    <a:cubicBezTo>
                      <a:pt x="4722" y="19247"/>
                      <a:pt x="4612" y="19252"/>
                      <a:pt x="4503" y="19252"/>
                    </a:cubicBezTo>
                    <a:cubicBezTo>
                      <a:pt x="4190" y="19252"/>
                      <a:pt x="3880" y="19208"/>
                      <a:pt x="3576" y="19139"/>
                    </a:cubicBezTo>
                    <a:cubicBezTo>
                      <a:pt x="3206" y="19057"/>
                      <a:pt x="2824" y="19008"/>
                      <a:pt x="2491" y="18801"/>
                    </a:cubicBezTo>
                    <a:cubicBezTo>
                      <a:pt x="2219" y="18633"/>
                      <a:pt x="1942" y="18476"/>
                      <a:pt x="1667" y="18312"/>
                    </a:cubicBezTo>
                    <a:cubicBezTo>
                      <a:pt x="1615" y="18281"/>
                      <a:pt x="1567" y="18242"/>
                      <a:pt x="1517" y="18206"/>
                    </a:cubicBezTo>
                    <a:cubicBezTo>
                      <a:pt x="1326" y="18063"/>
                      <a:pt x="1229" y="17894"/>
                      <a:pt x="1238" y="17637"/>
                    </a:cubicBezTo>
                    <a:cubicBezTo>
                      <a:pt x="1269" y="16671"/>
                      <a:pt x="1179" y="15708"/>
                      <a:pt x="1140" y="14743"/>
                    </a:cubicBezTo>
                    <a:cubicBezTo>
                      <a:pt x="1116" y="14077"/>
                      <a:pt x="1133" y="13409"/>
                      <a:pt x="1130" y="12743"/>
                    </a:cubicBezTo>
                    <a:lnTo>
                      <a:pt x="1130" y="12140"/>
                    </a:lnTo>
                    <a:cubicBezTo>
                      <a:pt x="1190" y="12198"/>
                      <a:pt x="1230" y="12237"/>
                      <a:pt x="1269" y="12278"/>
                    </a:cubicBezTo>
                    <a:cubicBezTo>
                      <a:pt x="1679" y="12725"/>
                      <a:pt x="2089" y="13169"/>
                      <a:pt x="2560" y="13553"/>
                    </a:cubicBezTo>
                    <a:cubicBezTo>
                      <a:pt x="2815" y="13761"/>
                      <a:pt x="3095" y="13927"/>
                      <a:pt x="3408" y="14030"/>
                    </a:cubicBezTo>
                    <a:cubicBezTo>
                      <a:pt x="3460" y="14047"/>
                      <a:pt x="3513" y="14058"/>
                      <a:pt x="3573" y="14058"/>
                    </a:cubicBezTo>
                    <a:cubicBezTo>
                      <a:pt x="3600" y="14058"/>
                      <a:pt x="3627" y="14056"/>
                      <a:pt x="3657" y="14051"/>
                    </a:cubicBezTo>
                    <a:cubicBezTo>
                      <a:pt x="3634" y="14027"/>
                      <a:pt x="3618" y="13988"/>
                      <a:pt x="3591" y="13979"/>
                    </a:cubicBezTo>
                    <a:cubicBezTo>
                      <a:pt x="2959" y="13752"/>
                      <a:pt x="2459" y="13340"/>
                      <a:pt x="2002" y="12864"/>
                    </a:cubicBezTo>
                    <a:cubicBezTo>
                      <a:pt x="1711" y="12561"/>
                      <a:pt x="1418" y="12258"/>
                      <a:pt x="1140" y="11940"/>
                    </a:cubicBezTo>
                    <a:cubicBezTo>
                      <a:pt x="1013" y="11793"/>
                      <a:pt x="918" y="11616"/>
                      <a:pt x="824" y="11445"/>
                    </a:cubicBezTo>
                    <a:cubicBezTo>
                      <a:pt x="696" y="11215"/>
                      <a:pt x="584" y="10977"/>
                      <a:pt x="465" y="10743"/>
                    </a:cubicBezTo>
                    <a:lnTo>
                      <a:pt x="465" y="10743"/>
                    </a:lnTo>
                    <a:cubicBezTo>
                      <a:pt x="482" y="10821"/>
                      <a:pt x="486" y="10906"/>
                      <a:pt x="518" y="10980"/>
                    </a:cubicBezTo>
                    <a:cubicBezTo>
                      <a:pt x="642" y="11265"/>
                      <a:pt x="768" y="11551"/>
                      <a:pt x="909" y="11829"/>
                    </a:cubicBezTo>
                    <a:cubicBezTo>
                      <a:pt x="950" y="11911"/>
                      <a:pt x="980" y="11982"/>
                      <a:pt x="980" y="12074"/>
                    </a:cubicBezTo>
                    <a:cubicBezTo>
                      <a:pt x="984" y="12870"/>
                      <a:pt x="990" y="13665"/>
                      <a:pt x="999" y="14461"/>
                    </a:cubicBezTo>
                    <a:cubicBezTo>
                      <a:pt x="1002" y="14759"/>
                      <a:pt x="995" y="15061"/>
                      <a:pt x="1020" y="15358"/>
                    </a:cubicBezTo>
                    <a:cubicBezTo>
                      <a:pt x="1085" y="16104"/>
                      <a:pt x="1098" y="16851"/>
                      <a:pt x="1094" y="17598"/>
                    </a:cubicBezTo>
                    <a:cubicBezTo>
                      <a:pt x="1091" y="18060"/>
                      <a:pt x="1095" y="18063"/>
                      <a:pt x="1455" y="18351"/>
                    </a:cubicBezTo>
                    <a:cubicBezTo>
                      <a:pt x="1493" y="18380"/>
                      <a:pt x="1531" y="18410"/>
                      <a:pt x="1571" y="18434"/>
                    </a:cubicBezTo>
                    <a:cubicBezTo>
                      <a:pt x="1900" y="18629"/>
                      <a:pt x="2225" y="18825"/>
                      <a:pt x="2557" y="19013"/>
                    </a:cubicBezTo>
                    <a:cubicBezTo>
                      <a:pt x="2662" y="19072"/>
                      <a:pt x="2777" y="19121"/>
                      <a:pt x="2896" y="19148"/>
                    </a:cubicBezTo>
                    <a:cubicBezTo>
                      <a:pt x="3232" y="19226"/>
                      <a:pt x="3573" y="19297"/>
                      <a:pt x="3913" y="19357"/>
                    </a:cubicBezTo>
                    <a:cubicBezTo>
                      <a:pt x="4120" y="19394"/>
                      <a:pt x="4328" y="19413"/>
                      <a:pt x="4537" y="19413"/>
                    </a:cubicBezTo>
                    <a:cubicBezTo>
                      <a:pt x="4654" y="19413"/>
                      <a:pt x="4771" y="19407"/>
                      <a:pt x="4888" y="19396"/>
                    </a:cubicBezTo>
                    <a:cubicBezTo>
                      <a:pt x="5511" y="19334"/>
                      <a:pt x="6095" y="19130"/>
                      <a:pt x="6665" y="18890"/>
                    </a:cubicBezTo>
                    <a:cubicBezTo>
                      <a:pt x="6871" y="18803"/>
                      <a:pt x="7061" y="18681"/>
                      <a:pt x="7253" y="18564"/>
                    </a:cubicBezTo>
                    <a:cubicBezTo>
                      <a:pt x="7388" y="18480"/>
                      <a:pt x="7453" y="18345"/>
                      <a:pt x="7448" y="18183"/>
                    </a:cubicBezTo>
                    <a:cubicBezTo>
                      <a:pt x="7447" y="18075"/>
                      <a:pt x="7439" y="17966"/>
                      <a:pt x="7435" y="17858"/>
                    </a:cubicBezTo>
                    <a:cubicBezTo>
                      <a:pt x="7417" y="17438"/>
                      <a:pt x="7384" y="17016"/>
                      <a:pt x="7382" y="16596"/>
                    </a:cubicBezTo>
                    <a:cubicBezTo>
                      <a:pt x="7378" y="15774"/>
                      <a:pt x="7393" y="14951"/>
                      <a:pt x="7399" y="14128"/>
                    </a:cubicBezTo>
                    <a:cubicBezTo>
                      <a:pt x="7399" y="14000"/>
                      <a:pt x="7399" y="13873"/>
                      <a:pt x="7399" y="13761"/>
                    </a:cubicBezTo>
                    <a:cubicBezTo>
                      <a:pt x="7577" y="13649"/>
                      <a:pt x="7744" y="13547"/>
                      <a:pt x="7909" y="13442"/>
                    </a:cubicBezTo>
                    <a:cubicBezTo>
                      <a:pt x="8321" y="13178"/>
                      <a:pt x="8740" y="12921"/>
                      <a:pt x="9075" y="12555"/>
                    </a:cubicBezTo>
                    <a:cubicBezTo>
                      <a:pt x="9187" y="12432"/>
                      <a:pt x="9288" y="12291"/>
                      <a:pt x="9366" y="12144"/>
                    </a:cubicBezTo>
                    <a:cubicBezTo>
                      <a:pt x="9702" y="11518"/>
                      <a:pt x="9960" y="10861"/>
                      <a:pt x="10123" y="10169"/>
                    </a:cubicBezTo>
                    <a:cubicBezTo>
                      <a:pt x="10141" y="10091"/>
                      <a:pt x="10169" y="10012"/>
                      <a:pt x="10197" y="9937"/>
                    </a:cubicBezTo>
                    <a:cubicBezTo>
                      <a:pt x="10434" y="9325"/>
                      <a:pt x="10305" y="8752"/>
                      <a:pt x="9963" y="8232"/>
                    </a:cubicBezTo>
                    <a:cubicBezTo>
                      <a:pt x="9484" y="7506"/>
                      <a:pt x="8970" y="6804"/>
                      <a:pt x="8472" y="6090"/>
                    </a:cubicBezTo>
                    <a:cubicBezTo>
                      <a:pt x="8330" y="5889"/>
                      <a:pt x="8266" y="5810"/>
                      <a:pt x="8141" y="5810"/>
                    </a:cubicBezTo>
                    <a:cubicBezTo>
                      <a:pt x="8071" y="5810"/>
                      <a:pt x="7981" y="5835"/>
                      <a:pt x="7849" y="5877"/>
                    </a:cubicBezTo>
                    <a:lnTo>
                      <a:pt x="7849" y="5878"/>
                    </a:lnTo>
                    <a:cubicBezTo>
                      <a:pt x="7812" y="5890"/>
                      <a:pt x="7779" y="5897"/>
                      <a:pt x="7749" y="5897"/>
                    </a:cubicBezTo>
                    <a:cubicBezTo>
                      <a:pt x="7692" y="5897"/>
                      <a:pt x="7647" y="5872"/>
                      <a:pt x="7613" y="5800"/>
                    </a:cubicBezTo>
                    <a:cubicBezTo>
                      <a:pt x="7567" y="5703"/>
                      <a:pt x="7481" y="5656"/>
                      <a:pt x="7384" y="5611"/>
                    </a:cubicBezTo>
                    <a:cubicBezTo>
                      <a:pt x="7280" y="5562"/>
                      <a:pt x="7178" y="5534"/>
                      <a:pt x="7076" y="5534"/>
                    </a:cubicBezTo>
                    <a:cubicBezTo>
                      <a:pt x="6990" y="5534"/>
                      <a:pt x="6904" y="5554"/>
                      <a:pt x="6817" y="5599"/>
                    </a:cubicBezTo>
                    <a:cubicBezTo>
                      <a:pt x="6796" y="5611"/>
                      <a:pt x="6766" y="5608"/>
                      <a:pt x="6730" y="5614"/>
                    </a:cubicBezTo>
                    <a:cubicBezTo>
                      <a:pt x="6687" y="5551"/>
                      <a:pt x="6645" y="5491"/>
                      <a:pt x="6608" y="5428"/>
                    </a:cubicBezTo>
                    <a:cubicBezTo>
                      <a:pt x="6462" y="5185"/>
                      <a:pt x="6255" y="5035"/>
                      <a:pt x="5972" y="5003"/>
                    </a:cubicBezTo>
                    <a:cubicBezTo>
                      <a:pt x="5775" y="4982"/>
                      <a:pt x="5579" y="4964"/>
                      <a:pt x="5382" y="4961"/>
                    </a:cubicBezTo>
                    <a:cubicBezTo>
                      <a:pt x="5379" y="4961"/>
                      <a:pt x="5376" y="4961"/>
                      <a:pt x="5372" y="4961"/>
                    </a:cubicBezTo>
                    <a:cubicBezTo>
                      <a:pt x="5080" y="4961"/>
                      <a:pt x="4844" y="5096"/>
                      <a:pt x="4656" y="5317"/>
                    </a:cubicBezTo>
                    <a:cubicBezTo>
                      <a:pt x="4591" y="5392"/>
                      <a:pt x="4525" y="5469"/>
                      <a:pt x="4447" y="5560"/>
                    </a:cubicBezTo>
                    <a:cubicBezTo>
                      <a:pt x="4181" y="5330"/>
                      <a:pt x="3878" y="5207"/>
                      <a:pt x="3530" y="5207"/>
                    </a:cubicBezTo>
                    <a:cubicBezTo>
                      <a:pt x="3524" y="5207"/>
                      <a:pt x="3517" y="5207"/>
                      <a:pt x="3511" y="5208"/>
                    </a:cubicBezTo>
                    <a:cubicBezTo>
                      <a:pt x="3163" y="5212"/>
                      <a:pt x="2828" y="5262"/>
                      <a:pt x="2528" y="5515"/>
                    </a:cubicBezTo>
                    <a:cubicBezTo>
                      <a:pt x="2494" y="5374"/>
                      <a:pt x="2456" y="5272"/>
                      <a:pt x="2444" y="5166"/>
                    </a:cubicBezTo>
                    <a:cubicBezTo>
                      <a:pt x="2381" y="4652"/>
                      <a:pt x="2318" y="4141"/>
                      <a:pt x="2269" y="3626"/>
                    </a:cubicBezTo>
                    <a:cubicBezTo>
                      <a:pt x="2204" y="2943"/>
                      <a:pt x="2149" y="2258"/>
                      <a:pt x="2095" y="1574"/>
                    </a:cubicBezTo>
                    <a:cubicBezTo>
                      <a:pt x="2069" y="1260"/>
                      <a:pt x="1990" y="957"/>
                      <a:pt x="1880" y="664"/>
                    </a:cubicBezTo>
                    <a:cubicBezTo>
                      <a:pt x="1730" y="271"/>
                      <a:pt x="1472" y="19"/>
                      <a:pt x="1020" y="1"/>
                    </a:cubicBezTo>
                    <a:cubicBezTo>
                      <a:pt x="1009" y="1"/>
                      <a:pt x="998" y="1"/>
                      <a:pt x="9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1" name="Google Shape;311;p34"/>
          <p:cNvSpPr/>
          <p:nvPr/>
        </p:nvSpPr>
        <p:spPr>
          <a:xfrm>
            <a:off x="715088" y="1004106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312" name="Google Shape;312;p34"/>
          <p:cNvGrpSpPr/>
          <p:nvPr/>
        </p:nvGrpSpPr>
        <p:grpSpPr>
          <a:xfrm>
            <a:off x="898993" y="1099602"/>
            <a:ext cx="741289" cy="918109"/>
            <a:chOff x="2044519" y="2634736"/>
            <a:chExt cx="741289" cy="918109"/>
          </a:xfrm>
        </p:grpSpPr>
        <p:sp>
          <p:nvSpPr>
            <p:cNvPr id="313" name="Google Shape;313;p34"/>
            <p:cNvSpPr/>
            <p:nvPr/>
          </p:nvSpPr>
          <p:spPr>
            <a:xfrm>
              <a:off x="2044563" y="2634736"/>
              <a:ext cx="741246" cy="918109"/>
            </a:xfrm>
            <a:custGeom>
              <a:avLst/>
              <a:gdLst/>
              <a:ahLst/>
              <a:cxnLst/>
              <a:rect l="l" t="t" r="r" b="b"/>
              <a:pathLst>
                <a:path w="13709" h="16980" extrusionOk="0">
                  <a:moveTo>
                    <a:pt x="10641" y="0"/>
                  </a:moveTo>
                  <a:cubicBezTo>
                    <a:pt x="10433" y="0"/>
                    <a:pt x="10224" y="13"/>
                    <a:pt x="10015" y="38"/>
                  </a:cubicBezTo>
                  <a:cubicBezTo>
                    <a:pt x="9529" y="95"/>
                    <a:pt x="9043" y="156"/>
                    <a:pt x="8556" y="209"/>
                  </a:cubicBezTo>
                  <a:cubicBezTo>
                    <a:pt x="8064" y="262"/>
                    <a:pt x="7568" y="295"/>
                    <a:pt x="7076" y="356"/>
                  </a:cubicBezTo>
                  <a:cubicBezTo>
                    <a:pt x="6321" y="451"/>
                    <a:pt x="5569" y="569"/>
                    <a:pt x="4813" y="664"/>
                  </a:cubicBezTo>
                  <a:cubicBezTo>
                    <a:pt x="4105" y="752"/>
                    <a:pt x="3399" y="848"/>
                    <a:pt x="2700" y="1000"/>
                  </a:cubicBezTo>
                  <a:cubicBezTo>
                    <a:pt x="2400" y="1066"/>
                    <a:pt x="2187" y="1225"/>
                    <a:pt x="2054" y="1480"/>
                  </a:cubicBezTo>
                  <a:cubicBezTo>
                    <a:pt x="1956" y="1663"/>
                    <a:pt x="1821" y="1765"/>
                    <a:pt x="1639" y="1844"/>
                  </a:cubicBezTo>
                  <a:cubicBezTo>
                    <a:pt x="1240" y="2020"/>
                    <a:pt x="1038" y="2355"/>
                    <a:pt x="936" y="2763"/>
                  </a:cubicBezTo>
                  <a:cubicBezTo>
                    <a:pt x="870" y="3033"/>
                    <a:pt x="813" y="3306"/>
                    <a:pt x="729" y="3570"/>
                  </a:cubicBezTo>
                  <a:cubicBezTo>
                    <a:pt x="574" y="4049"/>
                    <a:pt x="420" y="4527"/>
                    <a:pt x="234" y="4995"/>
                  </a:cubicBezTo>
                  <a:cubicBezTo>
                    <a:pt x="44" y="5471"/>
                    <a:pt x="1" y="5954"/>
                    <a:pt x="61" y="6454"/>
                  </a:cubicBezTo>
                  <a:cubicBezTo>
                    <a:pt x="85" y="6655"/>
                    <a:pt x="96" y="6862"/>
                    <a:pt x="145" y="7057"/>
                  </a:cubicBezTo>
                  <a:cubicBezTo>
                    <a:pt x="355" y="7867"/>
                    <a:pt x="658" y="8646"/>
                    <a:pt x="955" y="9428"/>
                  </a:cubicBezTo>
                  <a:cubicBezTo>
                    <a:pt x="979" y="9491"/>
                    <a:pt x="1000" y="9557"/>
                    <a:pt x="1014" y="9621"/>
                  </a:cubicBezTo>
                  <a:cubicBezTo>
                    <a:pt x="1074" y="9900"/>
                    <a:pt x="1117" y="10182"/>
                    <a:pt x="1192" y="10457"/>
                  </a:cubicBezTo>
                  <a:cubicBezTo>
                    <a:pt x="1327" y="10948"/>
                    <a:pt x="1483" y="11434"/>
                    <a:pt x="1627" y="11921"/>
                  </a:cubicBezTo>
                  <a:cubicBezTo>
                    <a:pt x="1779" y="12436"/>
                    <a:pt x="1922" y="12954"/>
                    <a:pt x="2079" y="13465"/>
                  </a:cubicBezTo>
                  <a:cubicBezTo>
                    <a:pt x="2136" y="13647"/>
                    <a:pt x="2243" y="13812"/>
                    <a:pt x="2295" y="13993"/>
                  </a:cubicBezTo>
                  <a:cubicBezTo>
                    <a:pt x="2487" y="14645"/>
                    <a:pt x="2757" y="15272"/>
                    <a:pt x="2877" y="15945"/>
                  </a:cubicBezTo>
                  <a:cubicBezTo>
                    <a:pt x="2888" y="16010"/>
                    <a:pt x="2940" y="16084"/>
                    <a:pt x="2996" y="16124"/>
                  </a:cubicBezTo>
                  <a:cubicBezTo>
                    <a:pt x="3212" y="16286"/>
                    <a:pt x="3432" y="16448"/>
                    <a:pt x="3665" y="16589"/>
                  </a:cubicBezTo>
                  <a:cubicBezTo>
                    <a:pt x="3820" y="16682"/>
                    <a:pt x="3992" y="16760"/>
                    <a:pt x="4166" y="16811"/>
                  </a:cubicBezTo>
                  <a:cubicBezTo>
                    <a:pt x="4631" y="16951"/>
                    <a:pt x="5116" y="16976"/>
                    <a:pt x="5598" y="16979"/>
                  </a:cubicBezTo>
                  <a:cubicBezTo>
                    <a:pt x="5616" y="16979"/>
                    <a:pt x="5634" y="16979"/>
                    <a:pt x="5652" y="16979"/>
                  </a:cubicBezTo>
                  <a:cubicBezTo>
                    <a:pt x="5838" y="16979"/>
                    <a:pt x="6025" y="16972"/>
                    <a:pt x="6207" y="16940"/>
                  </a:cubicBezTo>
                  <a:cubicBezTo>
                    <a:pt x="6998" y="16802"/>
                    <a:pt x="7739" y="16519"/>
                    <a:pt x="8438" y="16132"/>
                  </a:cubicBezTo>
                  <a:cubicBezTo>
                    <a:pt x="8687" y="15994"/>
                    <a:pt x="8929" y="15837"/>
                    <a:pt x="9109" y="15606"/>
                  </a:cubicBezTo>
                  <a:cubicBezTo>
                    <a:pt x="9265" y="15408"/>
                    <a:pt x="9422" y="15215"/>
                    <a:pt x="9577" y="15015"/>
                  </a:cubicBezTo>
                  <a:cubicBezTo>
                    <a:pt x="9742" y="14802"/>
                    <a:pt x="9833" y="14553"/>
                    <a:pt x="9904" y="14298"/>
                  </a:cubicBezTo>
                  <a:cubicBezTo>
                    <a:pt x="9917" y="14250"/>
                    <a:pt x="9910" y="14187"/>
                    <a:pt x="9890" y="14142"/>
                  </a:cubicBezTo>
                  <a:cubicBezTo>
                    <a:pt x="9793" y="13917"/>
                    <a:pt x="9688" y="13696"/>
                    <a:pt x="9586" y="13474"/>
                  </a:cubicBezTo>
                  <a:cubicBezTo>
                    <a:pt x="9460" y="13197"/>
                    <a:pt x="9311" y="12927"/>
                    <a:pt x="9212" y="12639"/>
                  </a:cubicBezTo>
                  <a:cubicBezTo>
                    <a:pt x="8947" y="11875"/>
                    <a:pt x="8703" y="11104"/>
                    <a:pt x="8447" y="10337"/>
                  </a:cubicBezTo>
                  <a:cubicBezTo>
                    <a:pt x="8307" y="9920"/>
                    <a:pt x="8301" y="9921"/>
                    <a:pt x="8460" y="9503"/>
                  </a:cubicBezTo>
                  <a:cubicBezTo>
                    <a:pt x="8480" y="9452"/>
                    <a:pt x="8495" y="9399"/>
                    <a:pt x="8519" y="9351"/>
                  </a:cubicBezTo>
                  <a:cubicBezTo>
                    <a:pt x="8613" y="9167"/>
                    <a:pt x="8676" y="8976"/>
                    <a:pt x="8639" y="8755"/>
                  </a:cubicBezTo>
                  <a:cubicBezTo>
                    <a:pt x="8860" y="8623"/>
                    <a:pt x="9074" y="8493"/>
                    <a:pt x="9287" y="8364"/>
                  </a:cubicBezTo>
                  <a:cubicBezTo>
                    <a:pt x="9503" y="8235"/>
                    <a:pt x="9658" y="8056"/>
                    <a:pt x="9685" y="7801"/>
                  </a:cubicBezTo>
                  <a:cubicBezTo>
                    <a:pt x="9742" y="7239"/>
                    <a:pt x="9671" y="6712"/>
                    <a:pt x="9202" y="6319"/>
                  </a:cubicBezTo>
                  <a:cubicBezTo>
                    <a:pt x="9112" y="6244"/>
                    <a:pt x="9091" y="6161"/>
                    <a:pt x="9128" y="6047"/>
                  </a:cubicBezTo>
                  <a:cubicBezTo>
                    <a:pt x="9161" y="5947"/>
                    <a:pt x="9185" y="5836"/>
                    <a:pt x="9185" y="5729"/>
                  </a:cubicBezTo>
                  <a:cubicBezTo>
                    <a:pt x="9187" y="5162"/>
                    <a:pt x="8935" y="4725"/>
                    <a:pt x="8466" y="4410"/>
                  </a:cubicBezTo>
                  <a:cubicBezTo>
                    <a:pt x="8372" y="4346"/>
                    <a:pt x="8273" y="4284"/>
                    <a:pt x="8180" y="4217"/>
                  </a:cubicBezTo>
                  <a:cubicBezTo>
                    <a:pt x="8147" y="4193"/>
                    <a:pt x="8124" y="4154"/>
                    <a:pt x="8079" y="4100"/>
                  </a:cubicBezTo>
                  <a:cubicBezTo>
                    <a:pt x="8381" y="4038"/>
                    <a:pt x="8651" y="3969"/>
                    <a:pt x="8926" y="3929"/>
                  </a:cubicBezTo>
                  <a:cubicBezTo>
                    <a:pt x="9958" y="3783"/>
                    <a:pt x="10962" y="3513"/>
                    <a:pt x="11958" y="3214"/>
                  </a:cubicBezTo>
                  <a:cubicBezTo>
                    <a:pt x="12121" y="3166"/>
                    <a:pt x="12285" y="3121"/>
                    <a:pt x="12449" y="3079"/>
                  </a:cubicBezTo>
                  <a:cubicBezTo>
                    <a:pt x="12638" y="3030"/>
                    <a:pt x="12836" y="3003"/>
                    <a:pt x="13017" y="2934"/>
                  </a:cubicBezTo>
                  <a:cubicBezTo>
                    <a:pt x="13413" y="2782"/>
                    <a:pt x="13709" y="2200"/>
                    <a:pt x="13610" y="1787"/>
                  </a:cubicBezTo>
                  <a:cubicBezTo>
                    <a:pt x="13589" y="1703"/>
                    <a:pt x="13547" y="1624"/>
                    <a:pt x="13503" y="1547"/>
                  </a:cubicBezTo>
                  <a:lnTo>
                    <a:pt x="13502" y="1547"/>
                  </a:lnTo>
                  <a:cubicBezTo>
                    <a:pt x="13461" y="1478"/>
                    <a:pt x="13400" y="1420"/>
                    <a:pt x="13356" y="1352"/>
                  </a:cubicBezTo>
                  <a:cubicBezTo>
                    <a:pt x="13271" y="1222"/>
                    <a:pt x="13149" y="1166"/>
                    <a:pt x="12998" y="1148"/>
                  </a:cubicBezTo>
                  <a:cubicBezTo>
                    <a:pt x="12845" y="1132"/>
                    <a:pt x="12693" y="1099"/>
                    <a:pt x="12525" y="1070"/>
                  </a:cubicBezTo>
                  <a:cubicBezTo>
                    <a:pt x="12525" y="988"/>
                    <a:pt x="12522" y="922"/>
                    <a:pt x="12527" y="854"/>
                  </a:cubicBezTo>
                  <a:cubicBezTo>
                    <a:pt x="12536" y="554"/>
                    <a:pt x="12398" y="341"/>
                    <a:pt x="12126" y="229"/>
                  </a:cubicBezTo>
                  <a:cubicBezTo>
                    <a:pt x="11970" y="165"/>
                    <a:pt x="11802" y="131"/>
                    <a:pt x="11638" y="92"/>
                  </a:cubicBezTo>
                  <a:cubicBezTo>
                    <a:pt x="11560" y="72"/>
                    <a:pt x="11478" y="71"/>
                    <a:pt x="11397" y="57"/>
                  </a:cubicBezTo>
                  <a:cubicBezTo>
                    <a:pt x="11145" y="19"/>
                    <a:pt x="10893" y="0"/>
                    <a:pt x="10641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4" name="Google Shape;314;p34"/>
            <p:cNvGrpSpPr/>
            <p:nvPr/>
          </p:nvGrpSpPr>
          <p:grpSpPr>
            <a:xfrm>
              <a:off x="2044519" y="2634736"/>
              <a:ext cx="741246" cy="918109"/>
              <a:chOff x="1654900" y="1975650"/>
              <a:chExt cx="342725" cy="424500"/>
            </a:xfrm>
          </p:grpSpPr>
          <p:sp>
            <p:nvSpPr>
              <p:cNvPr id="315" name="Google Shape;315;p34"/>
              <p:cNvSpPr/>
              <p:nvPr/>
            </p:nvSpPr>
            <p:spPr>
              <a:xfrm>
                <a:off x="1709025" y="1978875"/>
                <a:ext cx="25730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0292" h="1472" extrusionOk="0">
                    <a:moveTo>
                      <a:pt x="8442" y="1"/>
                    </a:moveTo>
                    <a:cubicBezTo>
                      <a:pt x="8178" y="1"/>
                      <a:pt x="7913" y="19"/>
                      <a:pt x="7647" y="62"/>
                    </a:cubicBezTo>
                    <a:cubicBezTo>
                      <a:pt x="7231" y="128"/>
                      <a:pt x="6811" y="163"/>
                      <a:pt x="6392" y="206"/>
                    </a:cubicBezTo>
                    <a:cubicBezTo>
                      <a:pt x="5947" y="254"/>
                      <a:pt x="5500" y="286"/>
                      <a:pt x="5055" y="341"/>
                    </a:cubicBezTo>
                    <a:cubicBezTo>
                      <a:pt x="3957" y="481"/>
                      <a:pt x="2859" y="625"/>
                      <a:pt x="1763" y="781"/>
                    </a:cubicBezTo>
                    <a:cubicBezTo>
                      <a:pt x="1328" y="844"/>
                      <a:pt x="895" y="934"/>
                      <a:pt x="466" y="1036"/>
                    </a:cubicBezTo>
                    <a:cubicBezTo>
                      <a:pt x="251" y="1085"/>
                      <a:pt x="77" y="1217"/>
                      <a:pt x="0" y="1451"/>
                    </a:cubicBezTo>
                    <a:cubicBezTo>
                      <a:pt x="31" y="1461"/>
                      <a:pt x="49" y="1471"/>
                      <a:pt x="67" y="1471"/>
                    </a:cubicBezTo>
                    <a:cubicBezTo>
                      <a:pt x="68" y="1471"/>
                      <a:pt x="70" y="1471"/>
                      <a:pt x="71" y="1471"/>
                    </a:cubicBezTo>
                    <a:cubicBezTo>
                      <a:pt x="110" y="1469"/>
                      <a:pt x="152" y="1468"/>
                      <a:pt x="191" y="1457"/>
                    </a:cubicBezTo>
                    <a:cubicBezTo>
                      <a:pt x="565" y="1355"/>
                      <a:pt x="945" y="1312"/>
                      <a:pt x="1330" y="1312"/>
                    </a:cubicBezTo>
                    <a:cubicBezTo>
                      <a:pt x="1401" y="1312"/>
                      <a:pt x="1473" y="1314"/>
                      <a:pt x="1544" y="1316"/>
                    </a:cubicBezTo>
                    <a:cubicBezTo>
                      <a:pt x="1629" y="1320"/>
                      <a:pt x="1715" y="1321"/>
                      <a:pt x="1800" y="1321"/>
                    </a:cubicBezTo>
                    <a:cubicBezTo>
                      <a:pt x="1939" y="1321"/>
                      <a:pt x="2078" y="1317"/>
                      <a:pt x="2217" y="1312"/>
                    </a:cubicBezTo>
                    <a:cubicBezTo>
                      <a:pt x="2369" y="1307"/>
                      <a:pt x="2521" y="1304"/>
                      <a:pt x="2673" y="1304"/>
                    </a:cubicBezTo>
                    <a:cubicBezTo>
                      <a:pt x="3506" y="1304"/>
                      <a:pt x="4337" y="1375"/>
                      <a:pt x="5168" y="1417"/>
                    </a:cubicBezTo>
                    <a:cubicBezTo>
                      <a:pt x="5391" y="1428"/>
                      <a:pt x="5613" y="1434"/>
                      <a:pt x="5835" y="1434"/>
                    </a:cubicBezTo>
                    <a:cubicBezTo>
                      <a:pt x="6306" y="1434"/>
                      <a:pt x="6775" y="1407"/>
                      <a:pt x="7243" y="1345"/>
                    </a:cubicBezTo>
                    <a:cubicBezTo>
                      <a:pt x="7660" y="1288"/>
                      <a:pt x="8074" y="1208"/>
                      <a:pt x="8485" y="1120"/>
                    </a:cubicBezTo>
                    <a:cubicBezTo>
                      <a:pt x="8915" y="1027"/>
                      <a:pt x="9343" y="952"/>
                      <a:pt x="9781" y="952"/>
                    </a:cubicBezTo>
                    <a:cubicBezTo>
                      <a:pt x="9827" y="952"/>
                      <a:pt x="9872" y="953"/>
                      <a:pt x="9918" y="955"/>
                    </a:cubicBezTo>
                    <a:cubicBezTo>
                      <a:pt x="9942" y="956"/>
                      <a:pt x="9967" y="957"/>
                      <a:pt x="9991" y="957"/>
                    </a:cubicBezTo>
                    <a:cubicBezTo>
                      <a:pt x="10029" y="957"/>
                      <a:pt x="10067" y="954"/>
                      <a:pt x="10100" y="941"/>
                    </a:cubicBezTo>
                    <a:cubicBezTo>
                      <a:pt x="10149" y="922"/>
                      <a:pt x="10208" y="878"/>
                      <a:pt x="10224" y="832"/>
                    </a:cubicBezTo>
                    <a:cubicBezTo>
                      <a:pt x="10292" y="632"/>
                      <a:pt x="10220" y="404"/>
                      <a:pt x="10038" y="295"/>
                    </a:cubicBezTo>
                    <a:cubicBezTo>
                      <a:pt x="9894" y="208"/>
                      <a:pt x="9734" y="122"/>
                      <a:pt x="9573" y="98"/>
                    </a:cubicBezTo>
                    <a:cubicBezTo>
                      <a:pt x="9198" y="39"/>
                      <a:pt x="8821" y="1"/>
                      <a:pt x="8442" y="1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4"/>
              <p:cNvSpPr/>
              <p:nvPr/>
            </p:nvSpPr>
            <p:spPr>
              <a:xfrm>
                <a:off x="1657100" y="2005075"/>
                <a:ext cx="335975" cy="391200"/>
              </a:xfrm>
              <a:custGeom>
                <a:avLst/>
                <a:gdLst/>
                <a:ahLst/>
                <a:cxnLst/>
                <a:rect l="l" t="t" r="r" b="b"/>
                <a:pathLst>
                  <a:path w="13439" h="15648" extrusionOk="0">
                    <a:moveTo>
                      <a:pt x="11872" y="1"/>
                    </a:moveTo>
                    <a:cubicBezTo>
                      <a:pt x="11690" y="1"/>
                      <a:pt x="11509" y="8"/>
                      <a:pt x="11332" y="34"/>
                    </a:cubicBezTo>
                    <a:cubicBezTo>
                      <a:pt x="10627" y="136"/>
                      <a:pt x="9926" y="279"/>
                      <a:pt x="9224" y="400"/>
                    </a:cubicBezTo>
                    <a:cubicBezTo>
                      <a:pt x="8984" y="441"/>
                      <a:pt x="8741" y="499"/>
                      <a:pt x="8501" y="499"/>
                    </a:cubicBezTo>
                    <a:cubicBezTo>
                      <a:pt x="7889" y="498"/>
                      <a:pt x="7276" y="472"/>
                      <a:pt x="6664" y="450"/>
                    </a:cubicBezTo>
                    <a:cubicBezTo>
                      <a:pt x="6183" y="432"/>
                      <a:pt x="5701" y="394"/>
                      <a:pt x="5218" y="385"/>
                    </a:cubicBezTo>
                    <a:cubicBezTo>
                      <a:pt x="4951" y="380"/>
                      <a:pt x="4684" y="379"/>
                      <a:pt x="4417" y="379"/>
                    </a:cubicBezTo>
                    <a:cubicBezTo>
                      <a:pt x="4059" y="379"/>
                      <a:pt x="3701" y="382"/>
                      <a:pt x="3342" y="382"/>
                    </a:cubicBezTo>
                    <a:cubicBezTo>
                      <a:pt x="2756" y="384"/>
                      <a:pt x="2198" y="520"/>
                      <a:pt x="1659" y="742"/>
                    </a:cubicBezTo>
                    <a:cubicBezTo>
                      <a:pt x="1200" y="930"/>
                      <a:pt x="1005" y="1305"/>
                      <a:pt x="918" y="1766"/>
                    </a:cubicBezTo>
                    <a:cubicBezTo>
                      <a:pt x="879" y="1971"/>
                      <a:pt x="841" y="2180"/>
                      <a:pt x="774" y="2376"/>
                    </a:cubicBezTo>
                    <a:cubicBezTo>
                      <a:pt x="594" y="2911"/>
                      <a:pt x="411" y="3445"/>
                      <a:pt x="205" y="3968"/>
                    </a:cubicBezTo>
                    <a:cubicBezTo>
                      <a:pt x="1" y="4488"/>
                      <a:pt x="52" y="5014"/>
                      <a:pt x="127" y="5538"/>
                    </a:cubicBezTo>
                    <a:cubicBezTo>
                      <a:pt x="178" y="5886"/>
                      <a:pt x="272" y="6231"/>
                      <a:pt x="387" y="6564"/>
                    </a:cubicBezTo>
                    <a:cubicBezTo>
                      <a:pt x="646" y="7337"/>
                      <a:pt x="931" y="8101"/>
                      <a:pt x="1207" y="8867"/>
                    </a:cubicBezTo>
                    <a:cubicBezTo>
                      <a:pt x="1227" y="8918"/>
                      <a:pt x="1252" y="8966"/>
                      <a:pt x="1282" y="9011"/>
                    </a:cubicBezTo>
                    <a:cubicBezTo>
                      <a:pt x="1561" y="9431"/>
                      <a:pt x="1843" y="9849"/>
                      <a:pt x="2265" y="10144"/>
                    </a:cubicBezTo>
                    <a:cubicBezTo>
                      <a:pt x="2327" y="10188"/>
                      <a:pt x="2382" y="10239"/>
                      <a:pt x="2436" y="10290"/>
                    </a:cubicBezTo>
                    <a:cubicBezTo>
                      <a:pt x="2460" y="10311"/>
                      <a:pt x="2475" y="10342"/>
                      <a:pt x="2493" y="10368"/>
                    </a:cubicBezTo>
                    <a:cubicBezTo>
                      <a:pt x="1993" y="10096"/>
                      <a:pt x="1624" y="9694"/>
                      <a:pt x="1302" y="9242"/>
                    </a:cubicBezTo>
                    <a:cubicBezTo>
                      <a:pt x="1288" y="9251"/>
                      <a:pt x="1278" y="9260"/>
                      <a:pt x="1264" y="9269"/>
                    </a:cubicBezTo>
                    <a:cubicBezTo>
                      <a:pt x="1267" y="9289"/>
                      <a:pt x="1267" y="9308"/>
                      <a:pt x="1273" y="9328"/>
                    </a:cubicBezTo>
                    <a:cubicBezTo>
                      <a:pt x="1405" y="9777"/>
                      <a:pt x="1540" y="10227"/>
                      <a:pt x="1672" y="10677"/>
                    </a:cubicBezTo>
                    <a:cubicBezTo>
                      <a:pt x="1812" y="11158"/>
                      <a:pt x="1941" y="11645"/>
                      <a:pt x="2091" y="12125"/>
                    </a:cubicBezTo>
                    <a:cubicBezTo>
                      <a:pt x="2162" y="12351"/>
                      <a:pt x="2282" y="12561"/>
                      <a:pt x="2355" y="12786"/>
                    </a:cubicBezTo>
                    <a:cubicBezTo>
                      <a:pt x="2523" y="13304"/>
                      <a:pt x="2688" y="13822"/>
                      <a:pt x="2832" y="14345"/>
                    </a:cubicBezTo>
                    <a:cubicBezTo>
                      <a:pt x="2927" y="14690"/>
                      <a:pt x="3081" y="14971"/>
                      <a:pt x="3414" y="15130"/>
                    </a:cubicBezTo>
                    <a:cubicBezTo>
                      <a:pt x="3494" y="15168"/>
                      <a:pt x="3561" y="15231"/>
                      <a:pt x="3639" y="15270"/>
                    </a:cubicBezTo>
                    <a:cubicBezTo>
                      <a:pt x="3792" y="15345"/>
                      <a:pt x="3943" y="15430"/>
                      <a:pt x="4103" y="15477"/>
                    </a:cubicBezTo>
                    <a:cubicBezTo>
                      <a:pt x="4570" y="15615"/>
                      <a:pt x="5053" y="15645"/>
                      <a:pt x="5536" y="15648"/>
                    </a:cubicBezTo>
                    <a:cubicBezTo>
                      <a:pt x="5698" y="15648"/>
                      <a:pt x="5863" y="15640"/>
                      <a:pt x="6024" y="15618"/>
                    </a:cubicBezTo>
                    <a:cubicBezTo>
                      <a:pt x="6546" y="15550"/>
                      <a:pt x="7038" y="15367"/>
                      <a:pt x="7523" y="15169"/>
                    </a:cubicBezTo>
                    <a:cubicBezTo>
                      <a:pt x="7793" y="15060"/>
                      <a:pt x="8057" y="14931"/>
                      <a:pt x="8310" y="14788"/>
                    </a:cubicBezTo>
                    <a:cubicBezTo>
                      <a:pt x="8486" y="14687"/>
                      <a:pt x="8658" y="14567"/>
                      <a:pt x="8798" y="14422"/>
                    </a:cubicBezTo>
                    <a:cubicBezTo>
                      <a:pt x="9006" y="14201"/>
                      <a:pt x="9191" y="13954"/>
                      <a:pt x="9376" y="13711"/>
                    </a:cubicBezTo>
                    <a:cubicBezTo>
                      <a:pt x="9454" y="13609"/>
                      <a:pt x="9512" y="13492"/>
                      <a:pt x="9569" y="13375"/>
                    </a:cubicBezTo>
                    <a:cubicBezTo>
                      <a:pt x="9656" y="13193"/>
                      <a:pt x="9697" y="13008"/>
                      <a:pt x="9581" y="12816"/>
                    </a:cubicBezTo>
                    <a:cubicBezTo>
                      <a:pt x="9508" y="12695"/>
                      <a:pt x="9460" y="12558"/>
                      <a:pt x="9391" y="12434"/>
                    </a:cubicBezTo>
                    <a:cubicBezTo>
                      <a:pt x="9176" y="12053"/>
                      <a:pt x="9011" y="11654"/>
                      <a:pt x="8879" y="11236"/>
                    </a:cubicBezTo>
                    <a:cubicBezTo>
                      <a:pt x="8660" y="10536"/>
                      <a:pt x="8427" y="9840"/>
                      <a:pt x="8198" y="9143"/>
                    </a:cubicBezTo>
                    <a:cubicBezTo>
                      <a:pt x="8184" y="9100"/>
                      <a:pt x="8163" y="9059"/>
                      <a:pt x="8141" y="9010"/>
                    </a:cubicBezTo>
                    <a:cubicBezTo>
                      <a:pt x="8030" y="9164"/>
                      <a:pt x="8097" y="9397"/>
                      <a:pt x="7880" y="9488"/>
                    </a:cubicBezTo>
                    <a:cubicBezTo>
                      <a:pt x="7866" y="9314"/>
                      <a:pt x="7916" y="9158"/>
                      <a:pt x="7970" y="9008"/>
                    </a:cubicBezTo>
                    <a:cubicBezTo>
                      <a:pt x="8091" y="8677"/>
                      <a:pt x="8222" y="8348"/>
                      <a:pt x="8354" y="8021"/>
                    </a:cubicBezTo>
                    <a:cubicBezTo>
                      <a:pt x="8400" y="7903"/>
                      <a:pt x="8429" y="7781"/>
                      <a:pt x="8387" y="7662"/>
                    </a:cubicBezTo>
                    <a:cubicBezTo>
                      <a:pt x="8321" y="7472"/>
                      <a:pt x="8244" y="7281"/>
                      <a:pt x="8154" y="7100"/>
                    </a:cubicBezTo>
                    <a:cubicBezTo>
                      <a:pt x="8042" y="6878"/>
                      <a:pt x="7873" y="6743"/>
                      <a:pt x="7630" y="6743"/>
                    </a:cubicBezTo>
                    <a:cubicBezTo>
                      <a:pt x="7598" y="6743"/>
                      <a:pt x="7564" y="6745"/>
                      <a:pt x="7529" y="6750"/>
                    </a:cubicBezTo>
                    <a:cubicBezTo>
                      <a:pt x="7442" y="6762"/>
                      <a:pt x="7353" y="6767"/>
                      <a:pt x="7264" y="6771"/>
                    </a:cubicBezTo>
                    <a:cubicBezTo>
                      <a:pt x="7092" y="6780"/>
                      <a:pt x="6969" y="6857"/>
                      <a:pt x="6900" y="7020"/>
                    </a:cubicBezTo>
                    <a:cubicBezTo>
                      <a:pt x="6886" y="7053"/>
                      <a:pt x="6856" y="7080"/>
                      <a:pt x="6813" y="7137"/>
                    </a:cubicBezTo>
                    <a:cubicBezTo>
                      <a:pt x="6795" y="7044"/>
                      <a:pt x="6783" y="6984"/>
                      <a:pt x="6769" y="6920"/>
                    </a:cubicBezTo>
                    <a:cubicBezTo>
                      <a:pt x="6601" y="6925"/>
                      <a:pt x="6505" y="7107"/>
                      <a:pt x="6334" y="7107"/>
                    </a:cubicBezTo>
                    <a:cubicBezTo>
                      <a:pt x="6326" y="7107"/>
                      <a:pt x="6317" y="7107"/>
                      <a:pt x="6309" y="7106"/>
                    </a:cubicBezTo>
                    <a:cubicBezTo>
                      <a:pt x="6477" y="6782"/>
                      <a:pt x="7092" y="6625"/>
                      <a:pt x="7558" y="6625"/>
                    </a:cubicBezTo>
                    <a:cubicBezTo>
                      <a:pt x="7621" y="6625"/>
                      <a:pt x="7681" y="6627"/>
                      <a:pt x="7737" y="6633"/>
                    </a:cubicBezTo>
                    <a:cubicBezTo>
                      <a:pt x="7971" y="6657"/>
                      <a:pt x="8195" y="6732"/>
                      <a:pt x="8399" y="6881"/>
                    </a:cubicBezTo>
                    <a:cubicBezTo>
                      <a:pt x="8339" y="6920"/>
                      <a:pt x="8301" y="6945"/>
                      <a:pt x="8252" y="6977"/>
                    </a:cubicBezTo>
                    <a:cubicBezTo>
                      <a:pt x="8346" y="7121"/>
                      <a:pt x="8363" y="7292"/>
                      <a:pt x="8495" y="7406"/>
                    </a:cubicBezTo>
                    <a:cubicBezTo>
                      <a:pt x="8762" y="7313"/>
                      <a:pt x="8991" y="7169"/>
                      <a:pt x="9206" y="7001"/>
                    </a:cubicBezTo>
                    <a:cubicBezTo>
                      <a:pt x="9364" y="6878"/>
                      <a:pt x="9455" y="6705"/>
                      <a:pt x="9457" y="6507"/>
                    </a:cubicBezTo>
                    <a:cubicBezTo>
                      <a:pt x="9460" y="6291"/>
                      <a:pt x="9446" y="6072"/>
                      <a:pt x="9412" y="5859"/>
                    </a:cubicBezTo>
                    <a:cubicBezTo>
                      <a:pt x="9395" y="5742"/>
                      <a:pt x="9343" y="5617"/>
                      <a:pt x="9269" y="5526"/>
                    </a:cubicBezTo>
                    <a:cubicBezTo>
                      <a:pt x="8972" y="5158"/>
                      <a:pt x="8639" y="4837"/>
                      <a:pt x="8189" y="4650"/>
                    </a:cubicBezTo>
                    <a:cubicBezTo>
                      <a:pt x="7796" y="4483"/>
                      <a:pt x="7395" y="4430"/>
                      <a:pt x="6990" y="4430"/>
                    </a:cubicBezTo>
                    <a:cubicBezTo>
                      <a:pt x="6715" y="4430"/>
                      <a:pt x="6439" y="4454"/>
                      <a:pt x="6162" y="4486"/>
                    </a:cubicBezTo>
                    <a:cubicBezTo>
                      <a:pt x="5871" y="4519"/>
                      <a:pt x="5586" y="4587"/>
                      <a:pt x="5297" y="4636"/>
                    </a:cubicBezTo>
                    <a:cubicBezTo>
                      <a:pt x="5282" y="4639"/>
                      <a:pt x="5266" y="4639"/>
                      <a:pt x="5250" y="4639"/>
                    </a:cubicBezTo>
                    <a:cubicBezTo>
                      <a:pt x="5217" y="4639"/>
                      <a:pt x="5184" y="4636"/>
                      <a:pt x="5152" y="4636"/>
                    </a:cubicBezTo>
                    <a:cubicBezTo>
                      <a:pt x="5149" y="4618"/>
                      <a:pt x="5144" y="4602"/>
                      <a:pt x="5141" y="4584"/>
                    </a:cubicBezTo>
                    <a:cubicBezTo>
                      <a:pt x="5192" y="4561"/>
                      <a:pt x="5240" y="4533"/>
                      <a:pt x="5293" y="4521"/>
                    </a:cubicBezTo>
                    <a:cubicBezTo>
                      <a:pt x="5856" y="4392"/>
                      <a:pt x="6421" y="4300"/>
                      <a:pt x="7002" y="4300"/>
                    </a:cubicBezTo>
                    <a:cubicBezTo>
                      <a:pt x="7045" y="4300"/>
                      <a:pt x="7088" y="4300"/>
                      <a:pt x="7131" y="4302"/>
                    </a:cubicBezTo>
                    <a:cubicBezTo>
                      <a:pt x="7722" y="4315"/>
                      <a:pt x="8250" y="4486"/>
                      <a:pt x="8739" y="4804"/>
                    </a:cubicBezTo>
                    <a:cubicBezTo>
                      <a:pt x="8778" y="4830"/>
                      <a:pt x="8819" y="4851"/>
                      <a:pt x="8859" y="4873"/>
                    </a:cubicBezTo>
                    <a:cubicBezTo>
                      <a:pt x="8963" y="4716"/>
                      <a:pt x="8973" y="4680"/>
                      <a:pt x="8952" y="4546"/>
                    </a:cubicBezTo>
                    <a:cubicBezTo>
                      <a:pt x="8936" y="4432"/>
                      <a:pt x="8912" y="4320"/>
                      <a:pt x="8894" y="4205"/>
                    </a:cubicBezTo>
                    <a:cubicBezTo>
                      <a:pt x="8859" y="3958"/>
                      <a:pt x="8742" y="3749"/>
                      <a:pt x="8556" y="3593"/>
                    </a:cubicBezTo>
                    <a:cubicBezTo>
                      <a:pt x="8316" y="3392"/>
                      <a:pt x="8075" y="3188"/>
                      <a:pt x="7809" y="3029"/>
                    </a:cubicBezTo>
                    <a:cubicBezTo>
                      <a:pt x="7301" y="2726"/>
                      <a:pt x="6782" y="2584"/>
                      <a:pt x="6255" y="2584"/>
                    </a:cubicBezTo>
                    <a:cubicBezTo>
                      <a:pt x="5808" y="2584"/>
                      <a:pt x="5356" y="2686"/>
                      <a:pt x="4900" y="2881"/>
                    </a:cubicBezTo>
                    <a:cubicBezTo>
                      <a:pt x="4861" y="2896"/>
                      <a:pt x="4820" y="2903"/>
                      <a:pt x="4781" y="2915"/>
                    </a:cubicBezTo>
                    <a:cubicBezTo>
                      <a:pt x="4940" y="2687"/>
                      <a:pt x="5195" y="2651"/>
                      <a:pt x="5423" y="2528"/>
                    </a:cubicBezTo>
                    <a:cubicBezTo>
                      <a:pt x="5296" y="2518"/>
                      <a:pt x="5168" y="2505"/>
                      <a:pt x="5041" y="2495"/>
                    </a:cubicBezTo>
                    <a:lnTo>
                      <a:pt x="5041" y="2447"/>
                    </a:lnTo>
                    <a:cubicBezTo>
                      <a:pt x="5101" y="2440"/>
                      <a:pt x="5163" y="2424"/>
                      <a:pt x="5223" y="2424"/>
                    </a:cubicBezTo>
                    <a:cubicBezTo>
                      <a:pt x="5226" y="2424"/>
                      <a:pt x="5229" y="2424"/>
                      <a:pt x="5231" y="2424"/>
                    </a:cubicBezTo>
                    <a:cubicBezTo>
                      <a:pt x="5617" y="2433"/>
                      <a:pt x="6004" y="2445"/>
                      <a:pt x="6390" y="2459"/>
                    </a:cubicBezTo>
                    <a:cubicBezTo>
                      <a:pt x="6478" y="2462"/>
                      <a:pt x="6567" y="2472"/>
                      <a:pt x="6654" y="2483"/>
                    </a:cubicBezTo>
                    <a:cubicBezTo>
                      <a:pt x="6988" y="2524"/>
                      <a:pt x="7299" y="2639"/>
                      <a:pt x="7605" y="2771"/>
                    </a:cubicBezTo>
                    <a:cubicBezTo>
                      <a:pt x="7670" y="2800"/>
                      <a:pt x="7749" y="2819"/>
                      <a:pt x="7822" y="2819"/>
                    </a:cubicBezTo>
                    <a:cubicBezTo>
                      <a:pt x="7841" y="2819"/>
                      <a:pt x="7860" y="2817"/>
                      <a:pt x="7878" y="2815"/>
                    </a:cubicBezTo>
                    <a:cubicBezTo>
                      <a:pt x="8225" y="2755"/>
                      <a:pt x="8568" y="2669"/>
                      <a:pt x="8916" y="2611"/>
                    </a:cubicBezTo>
                    <a:cubicBezTo>
                      <a:pt x="10091" y="2414"/>
                      <a:pt x="11239" y="2108"/>
                      <a:pt x="12379" y="1769"/>
                    </a:cubicBezTo>
                    <a:cubicBezTo>
                      <a:pt x="12450" y="1748"/>
                      <a:pt x="12525" y="1745"/>
                      <a:pt x="12597" y="1728"/>
                    </a:cubicBezTo>
                    <a:cubicBezTo>
                      <a:pt x="12687" y="1707"/>
                      <a:pt x="12783" y="1694"/>
                      <a:pt x="12867" y="1656"/>
                    </a:cubicBezTo>
                    <a:cubicBezTo>
                      <a:pt x="13196" y="1506"/>
                      <a:pt x="13359" y="1224"/>
                      <a:pt x="13404" y="888"/>
                    </a:cubicBezTo>
                    <a:cubicBezTo>
                      <a:pt x="13439" y="631"/>
                      <a:pt x="13403" y="369"/>
                      <a:pt x="13106" y="246"/>
                    </a:cubicBezTo>
                    <a:lnTo>
                      <a:pt x="13104" y="247"/>
                    </a:lnTo>
                    <a:cubicBezTo>
                      <a:pt x="13085" y="238"/>
                      <a:pt x="13062" y="207"/>
                      <a:pt x="13061" y="184"/>
                    </a:cubicBezTo>
                    <a:cubicBezTo>
                      <a:pt x="13050" y="79"/>
                      <a:pt x="12966" y="73"/>
                      <a:pt x="12897" y="64"/>
                    </a:cubicBezTo>
                    <a:cubicBezTo>
                      <a:pt x="12701" y="39"/>
                      <a:pt x="12504" y="9"/>
                      <a:pt x="12309" y="7"/>
                    </a:cubicBezTo>
                    <a:cubicBezTo>
                      <a:pt x="12164" y="5"/>
                      <a:pt x="12018" y="1"/>
                      <a:pt x="11872" y="1"/>
                    </a:cubicBezTo>
                    <a:close/>
                  </a:path>
                </a:pathLst>
              </a:custGeom>
              <a:solidFill>
                <a:srgbClr val="C7A4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4"/>
              <p:cNvSpPr/>
              <p:nvPr/>
            </p:nvSpPr>
            <p:spPr>
              <a:xfrm>
                <a:off x="1654900" y="1975650"/>
                <a:ext cx="342725" cy="424500"/>
              </a:xfrm>
              <a:custGeom>
                <a:avLst/>
                <a:gdLst/>
                <a:ahLst/>
                <a:cxnLst/>
                <a:rect l="l" t="t" r="r" b="b"/>
                <a:pathLst>
                  <a:path w="13709" h="16980" extrusionOk="0">
                    <a:moveTo>
                      <a:pt x="10601" y="129"/>
                    </a:moveTo>
                    <a:cubicBezTo>
                      <a:pt x="10982" y="129"/>
                      <a:pt x="11361" y="167"/>
                      <a:pt x="11738" y="227"/>
                    </a:cubicBezTo>
                    <a:cubicBezTo>
                      <a:pt x="11900" y="251"/>
                      <a:pt x="12059" y="337"/>
                      <a:pt x="12203" y="424"/>
                    </a:cubicBezTo>
                    <a:cubicBezTo>
                      <a:pt x="12385" y="533"/>
                      <a:pt x="12458" y="761"/>
                      <a:pt x="12389" y="961"/>
                    </a:cubicBezTo>
                    <a:cubicBezTo>
                      <a:pt x="12373" y="1007"/>
                      <a:pt x="12314" y="1051"/>
                      <a:pt x="12265" y="1070"/>
                    </a:cubicBezTo>
                    <a:cubicBezTo>
                      <a:pt x="12232" y="1083"/>
                      <a:pt x="12194" y="1086"/>
                      <a:pt x="12156" y="1086"/>
                    </a:cubicBezTo>
                    <a:cubicBezTo>
                      <a:pt x="12132" y="1086"/>
                      <a:pt x="12107" y="1085"/>
                      <a:pt x="12083" y="1084"/>
                    </a:cubicBezTo>
                    <a:cubicBezTo>
                      <a:pt x="12037" y="1082"/>
                      <a:pt x="11992" y="1081"/>
                      <a:pt x="11946" y="1081"/>
                    </a:cubicBezTo>
                    <a:cubicBezTo>
                      <a:pt x="11508" y="1081"/>
                      <a:pt x="11080" y="1156"/>
                      <a:pt x="10650" y="1249"/>
                    </a:cubicBezTo>
                    <a:cubicBezTo>
                      <a:pt x="10239" y="1337"/>
                      <a:pt x="9825" y="1417"/>
                      <a:pt x="9410" y="1474"/>
                    </a:cubicBezTo>
                    <a:cubicBezTo>
                      <a:pt x="8941" y="1536"/>
                      <a:pt x="8471" y="1563"/>
                      <a:pt x="8000" y="1563"/>
                    </a:cubicBezTo>
                    <a:cubicBezTo>
                      <a:pt x="7778" y="1563"/>
                      <a:pt x="7556" y="1557"/>
                      <a:pt x="7333" y="1546"/>
                    </a:cubicBezTo>
                    <a:cubicBezTo>
                      <a:pt x="6504" y="1503"/>
                      <a:pt x="5675" y="1433"/>
                      <a:pt x="4844" y="1433"/>
                    </a:cubicBezTo>
                    <a:cubicBezTo>
                      <a:pt x="4690" y="1433"/>
                      <a:pt x="4536" y="1435"/>
                      <a:pt x="4382" y="1441"/>
                    </a:cubicBezTo>
                    <a:cubicBezTo>
                      <a:pt x="4243" y="1446"/>
                      <a:pt x="4104" y="1450"/>
                      <a:pt x="3965" y="1450"/>
                    </a:cubicBezTo>
                    <a:cubicBezTo>
                      <a:pt x="3880" y="1450"/>
                      <a:pt x="3794" y="1449"/>
                      <a:pt x="3709" y="1445"/>
                    </a:cubicBezTo>
                    <a:cubicBezTo>
                      <a:pt x="3638" y="1443"/>
                      <a:pt x="3566" y="1441"/>
                      <a:pt x="3495" y="1441"/>
                    </a:cubicBezTo>
                    <a:cubicBezTo>
                      <a:pt x="3110" y="1441"/>
                      <a:pt x="2730" y="1484"/>
                      <a:pt x="2356" y="1586"/>
                    </a:cubicBezTo>
                    <a:cubicBezTo>
                      <a:pt x="2317" y="1597"/>
                      <a:pt x="2275" y="1598"/>
                      <a:pt x="2236" y="1600"/>
                    </a:cubicBezTo>
                    <a:cubicBezTo>
                      <a:pt x="2235" y="1600"/>
                      <a:pt x="2233" y="1600"/>
                      <a:pt x="2232" y="1600"/>
                    </a:cubicBezTo>
                    <a:cubicBezTo>
                      <a:pt x="2214" y="1600"/>
                      <a:pt x="2196" y="1590"/>
                      <a:pt x="2165" y="1580"/>
                    </a:cubicBezTo>
                    <a:cubicBezTo>
                      <a:pt x="2242" y="1346"/>
                      <a:pt x="2416" y="1214"/>
                      <a:pt x="2631" y="1163"/>
                    </a:cubicBezTo>
                    <a:lnTo>
                      <a:pt x="2631" y="1165"/>
                    </a:lnTo>
                    <a:cubicBezTo>
                      <a:pt x="3060" y="1063"/>
                      <a:pt x="3493" y="973"/>
                      <a:pt x="3928" y="910"/>
                    </a:cubicBezTo>
                    <a:cubicBezTo>
                      <a:pt x="5024" y="754"/>
                      <a:pt x="6122" y="610"/>
                      <a:pt x="7220" y="470"/>
                    </a:cubicBezTo>
                    <a:cubicBezTo>
                      <a:pt x="7665" y="415"/>
                      <a:pt x="8112" y="383"/>
                      <a:pt x="8557" y="335"/>
                    </a:cubicBezTo>
                    <a:cubicBezTo>
                      <a:pt x="8976" y="292"/>
                      <a:pt x="9396" y="257"/>
                      <a:pt x="9812" y="190"/>
                    </a:cubicBezTo>
                    <a:cubicBezTo>
                      <a:pt x="10075" y="147"/>
                      <a:pt x="10339" y="129"/>
                      <a:pt x="10601" y="129"/>
                    </a:cubicBezTo>
                    <a:close/>
                    <a:moveTo>
                      <a:pt x="11969" y="1178"/>
                    </a:moveTo>
                    <a:cubicBezTo>
                      <a:pt x="12112" y="1178"/>
                      <a:pt x="12255" y="1182"/>
                      <a:pt x="12397" y="1184"/>
                    </a:cubicBezTo>
                    <a:cubicBezTo>
                      <a:pt x="12592" y="1186"/>
                      <a:pt x="12789" y="1216"/>
                      <a:pt x="12985" y="1241"/>
                    </a:cubicBezTo>
                    <a:cubicBezTo>
                      <a:pt x="13054" y="1250"/>
                      <a:pt x="13138" y="1256"/>
                      <a:pt x="13149" y="1361"/>
                    </a:cubicBezTo>
                    <a:cubicBezTo>
                      <a:pt x="13150" y="1384"/>
                      <a:pt x="13173" y="1415"/>
                      <a:pt x="13192" y="1424"/>
                    </a:cubicBezTo>
                    <a:cubicBezTo>
                      <a:pt x="13491" y="1546"/>
                      <a:pt x="13525" y="1808"/>
                      <a:pt x="13491" y="2065"/>
                    </a:cubicBezTo>
                    <a:cubicBezTo>
                      <a:pt x="13447" y="2401"/>
                      <a:pt x="13284" y="2683"/>
                      <a:pt x="12955" y="2833"/>
                    </a:cubicBezTo>
                    <a:cubicBezTo>
                      <a:pt x="12871" y="2871"/>
                      <a:pt x="12775" y="2884"/>
                      <a:pt x="12685" y="2905"/>
                    </a:cubicBezTo>
                    <a:cubicBezTo>
                      <a:pt x="12613" y="2922"/>
                      <a:pt x="12536" y="2925"/>
                      <a:pt x="12467" y="2946"/>
                    </a:cubicBezTo>
                    <a:cubicBezTo>
                      <a:pt x="11327" y="3285"/>
                      <a:pt x="10179" y="3591"/>
                      <a:pt x="9004" y="3788"/>
                    </a:cubicBezTo>
                    <a:cubicBezTo>
                      <a:pt x="8656" y="3846"/>
                      <a:pt x="8313" y="3932"/>
                      <a:pt x="7966" y="3992"/>
                    </a:cubicBezTo>
                    <a:cubicBezTo>
                      <a:pt x="7948" y="3994"/>
                      <a:pt x="7929" y="3996"/>
                      <a:pt x="7910" y="3996"/>
                    </a:cubicBezTo>
                    <a:cubicBezTo>
                      <a:pt x="7837" y="3996"/>
                      <a:pt x="7758" y="3977"/>
                      <a:pt x="7693" y="3948"/>
                    </a:cubicBezTo>
                    <a:cubicBezTo>
                      <a:pt x="7387" y="3816"/>
                      <a:pt x="7076" y="3701"/>
                      <a:pt x="6742" y="3660"/>
                    </a:cubicBezTo>
                    <a:cubicBezTo>
                      <a:pt x="6655" y="3649"/>
                      <a:pt x="6566" y="3640"/>
                      <a:pt x="6478" y="3637"/>
                    </a:cubicBezTo>
                    <a:cubicBezTo>
                      <a:pt x="6091" y="3622"/>
                      <a:pt x="5705" y="3610"/>
                      <a:pt x="5319" y="3601"/>
                    </a:cubicBezTo>
                    <a:cubicBezTo>
                      <a:pt x="5256" y="3601"/>
                      <a:pt x="5192" y="3616"/>
                      <a:pt x="5129" y="3625"/>
                    </a:cubicBezTo>
                    <a:lnTo>
                      <a:pt x="5129" y="3672"/>
                    </a:lnTo>
                    <a:cubicBezTo>
                      <a:pt x="5256" y="3684"/>
                      <a:pt x="5384" y="3695"/>
                      <a:pt x="5511" y="3705"/>
                    </a:cubicBezTo>
                    <a:cubicBezTo>
                      <a:pt x="5283" y="3828"/>
                      <a:pt x="5028" y="3864"/>
                      <a:pt x="4869" y="4092"/>
                    </a:cubicBezTo>
                    <a:cubicBezTo>
                      <a:pt x="4908" y="4080"/>
                      <a:pt x="4949" y="4073"/>
                      <a:pt x="4988" y="4058"/>
                    </a:cubicBezTo>
                    <a:cubicBezTo>
                      <a:pt x="5444" y="3864"/>
                      <a:pt x="5897" y="3761"/>
                      <a:pt x="6344" y="3761"/>
                    </a:cubicBezTo>
                    <a:cubicBezTo>
                      <a:pt x="6870" y="3761"/>
                      <a:pt x="7389" y="3904"/>
                      <a:pt x="7896" y="4206"/>
                    </a:cubicBezTo>
                    <a:cubicBezTo>
                      <a:pt x="8163" y="4365"/>
                      <a:pt x="8404" y="4571"/>
                      <a:pt x="8644" y="4770"/>
                    </a:cubicBezTo>
                    <a:cubicBezTo>
                      <a:pt x="8830" y="4928"/>
                      <a:pt x="8947" y="5135"/>
                      <a:pt x="8982" y="5382"/>
                    </a:cubicBezTo>
                    <a:cubicBezTo>
                      <a:pt x="9000" y="5497"/>
                      <a:pt x="9024" y="5609"/>
                      <a:pt x="9040" y="5723"/>
                    </a:cubicBezTo>
                    <a:cubicBezTo>
                      <a:pt x="9061" y="5857"/>
                      <a:pt x="9049" y="5894"/>
                      <a:pt x="8947" y="6052"/>
                    </a:cubicBezTo>
                    <a:cubicBezTo>
                      <a:pt x="8907" y="6028"/>
                      <a:pt x="8866" y="6007"/>
                      <a:pt x="8827" y="5981"/>
                    </a:cubicBezTo>
                    <a:cubicBezTo>
                      <a:pt x="8338" y="5663"/>
                      <a:pt x="7810" y="5492"/>
                      <a:pt x="7217" y="5479"/>
                    </a:cubicBezTo>
                    <a:cubicBezTo>
                      <a:pt x="7174" y="5477"/>
                      <a:pt x="7131" y="5477"/>
                      <a:pt x="7088" y="5477"/>
                    </a:cubicBezTo>
                    <a:cubicBezTo>
                      <a:pt x="6508" y="5477"/>
                      <a:pt x="5944" y="5569"/>
                      <a:pt x="5381" y="5698"/>
                    </a:cubicBezTo>
                    <a:cubicBezTo>
                      <a:pt x="5328" y="5710"/>
                      <a:pt x="5280" y="5740"/>
                      <a:pt x="5229" y="5761"/>
                    </a:cubicBezTo>
                    <a:cubicBezTo>
                      <a:pt x="5232" y="5779"/>
                      <a:pt x="5237" y="5797"/>
                      <a:pt x="5240" y="5813"/>
                    </a:cubicBezTo>
                    <a:cubicBezTo>
                      <a:pt x="5272" y="5813"/>
                      <a:pt x="5305" y="5816"/>
                      <a:pt x="5338" y="5816"/>
                    </a:cubicBezTo>
                    <a:cubicBezTo>
                      <a:pt x="5354" y="5816"/>
                      <a:pt x="5370" y="5816"/>
                      <a:pt x="5385" y="5813"/>
                    </a:cubicBezTo>
                    <a:cubicBezTo>
                      <a:pt x="5674" y="5764"/>
                      <a:pt x="5959" y="5696"/>
                      <a:pt x="6250" y="5663"/>
                    </a:cubicBezTo>
                    <a:cubicBezTo>
                      <a:pt x="6527" y="5631"/>
                      <a:pt x="6803" y="5607"/>
                      <a:pt x="7078" y="5607"/>
                    </a:cubicBezTo>
                    <a:cubicBezTo>
                      <a:pt x="7483" y="5607"/>
                      <a:pt x="7884" y="5660"/>
                      <a:pt x="8277" y="5827"/>
                    </a:cubicBezTo>
                    <a:cubicBezTo>
                      <a:pt x="8725" y="6016"/>
                      <a:pt x="9060" y="6335"/>
                      <a:pt x="9356" y="6704"/>
                    </a:cubicBezTo>
                    <a:cubicBezTo>
                      <a:pt x="9429" y="6794"/>
                      <a:pt x="9483" y="6919"/>
                      <a:pt x="9500" y="7036"/>
                    </a:cubicBezTo>
                    <a:cubicBezTo>
                      <a:pt x="9534" y="7249"/>
                      <a:pt x="9548" y="7468"/>
                      <a:pt x="9545" y="7684"/>
                    </a:cubicBezTo>
                    <a:cubicBezTo>
                      <a:pt x="9543" y="7882"/>
                      <a:pt x="9452" y="8055"/>
                      <a:pt x="9294" y="8178"/>
                    </a:cubicBezTo>
                    <a:cubicBezTo>
                      <a:pt x="9079" y="8346"/>
                      <a:pt x="8850" y="8490"/>
                      <a:pt x="8583" y="8583"/>
                    </a:cubicBezTo>
                    <a:cubicBezTo>
                      <a:pt x="8451" y="8470"/>
                      <a:pt x="8434" y="8298"/>
                      <a:pt x="8340" y="8155"/>
                    </a:cubicBezTo>
                    <a:cubicBezTo>
                      <a:pt x="8389" y="8122"/>
                      <a:pt x="8427" y="8098"/>
                      <a:pt x="8487" y="8058"/>
                    </a:cubicBezTo>
                    <a:cubicBezTo>
                      <a:pt x="8283" y="7909"/>
                      <a:pt x="8059" y="7834"/>
                      <a:pt x="7825" y="7810"/>
                    </a:cubicBezTo>
                    <a:cubicBezTo>
                      <a:pt x="7769" y="7804"/>
                      <a:pt x="7709" y="7802"/>
                      <a:pt x="7646" y="7802"/>
                    </a:cubicBezTo>
                    <a:cubicBezTo>
                      <a:pt x="7180" y="7802"/>
                      <a:pt x="6565" y="7959"/>
                      <a:pt x="6397" y="8283"/>
                    </a:cubicBezTo>
                    <a:cubicBezTo>
                      <a:pt x="6406" y="8284"/>
                      <a:pt x="6414" y="8284"/>
                      <a:pt x="6423" y="8284"/>
                    </a:cubicBezTo>
                    <a:cubicBezTo>
                      <a:pt x="6593" y="8284"/>
                      <a:pt x="6689" y="8104"/>
                      <a:pt x="6857" y="8097"/>
                    </a:cubicBezTo>
                    <a:cubicBezTo>
                      <a:pt x="6869" y="8161"/>
                      <a:pt x="6881" y="8223"/>
                      <a:pt x="6901" y="8314"/>
                    </a:cubicBezTo>
                    <a:cubicBezTo>
                      <a:pt x="6944" y="8257"/>
                      <a:pt x="6974" y="8230"/>
                      <a:pt x="6988" y="8197"/>
                    </a:cubicBezTo>
                    <a:cubicBezTo>
                      <a:pt x="7057" y="8035"/>
                      <a:pt x="7180" y="7957"/>
                      <a:pt x="7352" y="7948"/>
                    </a:cubicBezTo>
                    <a:cubicBezTo>
                      <a:pt x="7441" y="7944"/>
                      <a:pt x="7530" y="7939"/>
                      <a:pt x="7617" y="7927"/>
                    </a:cubicBezTo>
                    <a:cubicBezTo>
                      <a:pt x="7652" y="7922"/>
                      <a:pt x="7686" y="7920"/>
                      <a:pt x="7718" y="7920"/>
                    </a:cubicBezTo>
                    <a:cubicBezTo>
                      <a:pt x="7961" y="7920"/>
                      <a:pt x="8130" y="8055"/>
                      <a:pt x="8242" y="8278"/>
                    </a:cubicBezTo>
                    <a:cubicBezTo>
                      <a:pt x="8332" y="8460"/>
                      <a:pt x="8407" y="8649"/>
                      <a:pt x="8475" y="8839"/>
                    </a:cubicBezTo>
                    <a:cubicBezTo>
                      <a:pt x="8517" y="8958"/>
                      <a:pt x="8488" y="9080"/>
                      <a:pt x="8440" y="9198"/>
                    </a:cubicBezTo>
                    <a:cubicBezTo>
                      <a:pt x="8310" y="9525"/>
                      <a:pt x="8179" y="9854"/>
                      <a:pt x="8058" y="10185"/>
                    </a:cubicBezTo>
                    <a:cubicBezTo>
                      <a:pt x="8004" y="10335"/>
                      <a:pt x="7954" y="10491"/>
                      <a:pt x="7968" y="10667"/>
                    </a:cubicBezTo>
                    <a:cubicBezTo>
                      <a:pt x="8185" y="10574"/>
                      <a:pt x="8118" y="10341"/>
                      <a:pt x="8229" y="10187"/>
                    </a:cubicBezTo>
                    <a:cubicBezTo>
                      <a:pt x="8250" y="10236"/>
                      <a:pt x="8272" y="10277"/>
                      <a:pt x="8286" y="10320"/>
                    </a:cubicBezTo>
                    <a:cubicBezTo>
                      <a:pt x="8514" y="11017"/>
                      <a:pt x="8746" y="11713"/>
                      <a:pt x="8967" y="12413"/>
                    </a:cubicBezTo>
                    <a:cubicBezTo>
                      <a:pt x="9099" y="12831"/>
                      <a:pt x="9264" y="13230"/>
                      <a:pt x="9477" y="13611"/>
                    </a:cubicBezTo>
                    <a:cubicBezTo>
                      <a:pt x="9548" y="13735"/>
                      <a:pt x="9594" y="13872"/>
                      <a:pt x="9669" y="13993"/>
                    </a:cubicBezTo>
                    <a:cubicBezTo>
                      <a:pt x="9785" y="14185"/>
                      <a:pt x="9744" y="14370"/>
                      <a:pt x="9656" y="14553"/>
                    </a:cubicBezTo>
                    <a:cubicBezTo>
                      <a:pt x="9600" y="14669"/>
                      <a:pt x="9540" y="14786"/>
                      <a:pt x="9464" y="14888"/>
                    </a:cubicBezTo>
                    <a:cubicBezTo>
                      <a:pt x="9278" y="15131"/>
                      <a:pt x="9094" y="15378"/>
                      <a:pt x="8886" y="15599"/>
                    </a:cubicBezTo>
                    <a:cubicBezTo>
                      <a:pt x="8746" y="15744"/>
                      <a:pt x="8574" y="15864"/>
                      <a:pt x="8398" y="15965"/>
                    </a:cubicBezTo>
                    <a:cubicBezTo>
                      <a:pt x="8145" y="16108"/>
                      <a:pt x="7881" y="16237"/>
                      <a:pt x="7611" y="16346"/>
                    </a:cubicBezTo>
                    <a:cubicBezTo>
                      <a:pt x="7126" y="16544"/>
                      <a:pt x="6634" y="16727"/>
                      <a:pt x="6112" y="16796"/>
                    </a:cubicBezTo>
                    <a:cubicBezTo>
                      <a:pt x="5951" y="16817"/>
                      <a:pt x="5786" y="16825"/>
                      <a:pt x="5624" y="16825"/>
                    </a:cubicBezTo>
                    <a:cubicBezTo>
                      <a:pt x="5141" y="16823"/>
                      <a:pt x="4658" y="16792"/>
                      <a:pt x="4191" y="16655"/>
                    </a:cubicBezTo>
                    <a:cubicBezTo>
                      <a:pt x="4031" y="16607"/>
                      <a:pt x="3879" y="16522"/>
                      <a:pt x="3727" y="16447"/>
                    </a:cubicBezTo>
                    <a:cubicBezTo>
                      <a:pt x="3648" y="16408"/>
                      <a:pt x="3582" y="16345"/>
                      <a:pt x="3502" y="16307"/>
                    </a:cubicBezTo>
                    <a:cubicBezTo>
                      <a:pt x="3168" y="16148"/>
                      <a:pt x="3015" y="15867"/>
                      <a:pt x="2920" y="15522"/>
                    </a:cubicBezTo>
                    <a:cubicBezTo>
                      <a:pt x="2776" y="14999"/>
                      <a:pt x="2611" y="14481"/>
                      <a:pt x="2443" y="13963"/>
                    </a:cubicBezTo>
                    <a:cubicBezTo>
                      <a:pt x="2370" y="13738"/>
                      <a:pt x="2250" y="13528"/>
                      <a:pt x="2179" y="13302"/>
                    </a:cubicBezTo>
                    <a:cubicBezTo>
                      <a:pt x="2029" y="12823"/>
                      <a:pt x="1900" y="12337"/>
                      <a:pt x="1760" y="11854"/>
                    </a:cubicBezTo>
                    <a:cubicBezTo>
                      <a:pt x="1628" y="11404"/>
                      <a:pt x="1493" y="10955"/>
                      <a:pt x="1360" y="10505"/>
                    </a:cubicBezTo>
                    <a:cubicBezTo>
                      <a:pt x="1355" y="10487"/>
                      <a:pt x="1355" y="10466"/>
                      <a:pt x="1352" y="10446"/>
                    </a:cubicBezTo>
                    <a:cubicBezTo>
                      <a:pt x="1364" y="10437"/>
                      <a:pt x="1376" y="10428"/>
                      <a:pt x="1388" y="10419"/>
                    </a:cubicBezTo>
                    <a:cubicBezTo>
                      <a:pt x="1712" y="10871"/>
                      <a:pt x="2081" y="11273"/>
                      <a:pt x="2580" y="11546"/>
                    </a:cubicBezTo>
                    <a:cubicBezTo>
                      <a:pt x="2563" y="11519"/>
                      <a:pt x="2548" y="11488"/>
                      <a:pt x="2524" y="11467"/>
                    </a:cubicBezTo>
                    <a:cubicBezTo>
                      <a:pt x="2470" y="11416"/>
                      <a:pt x="2415" y="11365"/>
                      <a:pt x="2353" y="11321"/>
                    </a:cubicBezTo>
                    <a:cubicBezTo>
                      <a:pt x="1931" y="11026"/>
                      <a:pt x="1649" y="10608"/>
                      <a:pt x="1370" y="10188"/>
                    </a:cubicBezTo>
                    <a:cubicBezTo>
                      <a:pt x="1340" y="10143"/>
                      <a:pt x="1315" y="10095"/>
                      <a:pt x="1295" y="10044"/>
                    </a:cubicBezTo>
                    <a:cubicBezTo>
                      <a:pt x="1019" y="9278"/>
                      <a:pt x="734" y="8514"/>
                      <a:pt x="473" y="7741"/>
                    </a:cubicBezTo>
                    <a:cubicBezTo>
                      <a:pt x="360" y="7408"/>
                      <a:pt x="266" y="7063"/>
                      <a:pt x="215" y="6715"/>
                    </a:cubicBezTo>
                    <a:cubicBezTo>
                      <a:pt x="140" y="6191"/>
                      <a:pt x="89" y="5665"/>
                      <a:pt x="293" y="5147"/>
                    </a:cubicBezTo>
                    <a:cubicBezTo>
                      <a:pt x="499" y="4622"/>
                      <a:pt x="682" y="4088"/>
                      <a:pt x="862" y="3553"/>
                    </a:cubicBezTo>
                    <a:cubicBezTo>
                      <a:pt x="929" y="3357"/>
                      <a:pt x="967" y="3148"/>
                      <a:pt x="1006" y="2943"/>
                    </a:cubicBezTo>
                    <a:cubicBezTo>
                      <a:pt x="1093" y="2484"/>
                      <a:pt x="1288" y="2107"/>
                      <a:pt x="1747" y="1919"/>
                    </a:cubicBezTo>
                    <a:cubicBezTo>
                      <a:pt x="2286" y="1697"/>
                      <a:pt x="2844" y="1561"/>
                      <a:pt x="3429" y="1559"/>
                    </a:cubicBezTo>
                    <a:cubicBezTo>
                      <a:pt x="3778" y="1559"/>
                      <a:pt x="4126" y="1556"/>
                      <a:pt x="4475" y="1556"/>
                    </a:cubicBezTo>
                    <a:cubicBezTo>
                      <a:pt x="4752" y="1556"/>
                      <a:pt x="5029" y="1558"/>
                      <a:pt x="5306" y="1562"/>
                    </a:cubicBezTo>
                    <a:cubicBezTo>
                      <a:pt x="5789" y="1571"/>
                      <a:pt x="6271" y="1609"/>
                      <a:pt x="6752" y="1627"/>
                    </a:cubicBezTo>
                    <a:cubicBezTo>
                      <a:pt x="7364" y="1649"/>
                      <a:pt x="7977" y="1675"/>
                      <a:pt x="8587" y="1676"/>
                    </a:cubicBezTo>
                    <a:cubicBezTo>
                      <a:pt x="8829" y="1676"/>
                      <a:pt x="9072" y="1619"/>
                      <a:pt x="9312" y="1577"/>
                    </a:cubicBezTo>
                    <a:cubicBezTo>
                      <a:pt x="10014" y="1456"/>
                      <a:pt x="10713" y="1315"/>
                      <a:pt x="11420" y="1211"/>
                    </a:cubicBezTo>
                    <a:cubicBezTo>
                      <a:pt x="11601" y="1185"/>
                      <a:pt x="11784" y="1178"/>
                      <a:pt x="11969" y="1178"/>
                    </a:cubicBezTo>
                    <a:close/>
                    <a:moveTo>
                      <a:pt x="10640" y="0"/>
                    </a:moveTo>
                    <a:cubicBezTo>
                      <a:pt x="10432" y="0"/>
                      <a:pt x="10223" y="13"/>
                      <a:pt x="10014" y="38"/>
                    </a:cubicBezTo>
                    <a:cubicBezTo>
                      <a:pt x="9528" y="95"/>
                      <a:pt x="9042" y="156"/>
                      <a:pt x="8556" y="209"/>
                    </a:cubicBezTo>
                    <a:cubicBezTo>
                      <a:pt x="8064" y="262"/>
                      <a:pt x="7567" y="295"/>
                      <a:pt x="7075" y="356"/>
                    </a:cubicBezTo>
                    <a:cubicBezTo>
                      <a:pt x="6320" y="451"/>
                      <a:pt x="5567" y="569"/>
                      <a:pt x="4812" y="664"/>
                    </a:cubicBezTo>
                    <a:cubicBezTo>
                      <a:pt x="4104" y="752"/>
                      <a:pt x="3399" y="848"/>
                      <a:pt x="2700" y="1001"/>
                    </a:cubicBezTo>
                    <a:cubicBezTo>
                      <a:pt x="2400" y="1066"/>
                      <a:pt x="2185" y="1226"/>
                      <a:pt x="2053" y="1480"/>
                    </a:cubicBezTo>
                    <a:cubicBezTo>
                      <a:pt x="1955" y="1663"/>
                      <a:pt x="1820" y="1765"/>
                      <a:pt x="1639" y="1844"/>
                    </a:cubicBezTo>
                    <a:cubicBezTo>
                      <a:pt x="1240" y="2020"/>
                      <a:pt x="1037" y="2355"/>
                      <a:pt x="935" y="2763"/>
                    </a:cubicBezTo>
                    <a:cubicBezTo>
                      <a:pt x="869" y="3033"/>
                      <a:pt x="812" y="3306"/>
                      <a:pt x="728" y="3570"/>
                    </a:cubicBezTo>
                    <a:cubicBezTo>
                      <a:pt x="574" y="4049"/>
                      <a:pt x="419" y="4527"/>
                      <a:pt x="233" y="4995"/>
                    </a:cubicBezTo>
                    <a:cubicBezTo>
                      <a:pt x="44" y="5471"/>
                      <a:pt x="0" y="5954"/>
                      <a:pt x="60" y="6454"/>
                    </a:cubicBezTo>
                    <a:cubicBezTo>
                      <a:pt x="84" y="6655"/>
                      <a:pt x="95" y="6862"/>
                      <a:pt x="144" y="7057"/>
                    </a:cubicBezTo>
                    <a:cubicBezTo>
                      <a:pt x="354" y="7867"/>
                      <a:pt x="658" y="8646"/>
                      <a:pt x="955" y="9428"/>
                    </a:cubicBezTo>
                    <a:cubicBezTo>
                      <a:pt x="979" y="9491"/>
                      <a:pt x="1000" y="9557"/>
                      <a:pt x="1013" y="9621"/>
                    </a:cubicBezTo>
                    <a:cubicBezTo>
                      <a:pt x="1073" y="9900"/>
                      <a:pt x="1117" y="10182"/>
                      <a:pt x="1192" y="10457"/>
                    </a:cubicBezTo>
                    <a:cubicBezTo>
                      <a:pt x="1327" y="10948"/>
                      <a:pt x="1483" y="11434"/>
                      <a:pt x="1627" y="11921"/>
                    </a:cubicBezTo>
                    <a:cubicBezTo>
                      <a:pt x="1778" y="12436"/>
                      <a:pt x="1921" y="12954"/>
                      <a:pt x="2078" y="13465"/>
                    </a:cubicBezTo>
                    <a:cubicBezTo>
                      <a:pt x="2135" y="13647"/>
                      <a:pt x="2242" y="13812"/>
                      <a:pt x="2295" y="13993"/>
                    </a:cubicBezTo>
                    <a:cubicBezTo>
                      <a:pt x="2487" y="14645"/>
                      <a:pt x="2757" y="15272"/>
                      <a:pt x="2877" y="15945"/>
                    </a:cubicBezTo>
                    <a:cubicBezTo>
                      <a:pt x="2887" y="16010"/>
                      <a:pt x="2940" y="16084"/>
                      <a:pt x="2995" y="16124"/>
                    </a:cubicBezTo>
                    <a:cubicBezTo>
                      <a:pt x="3211" y="16286"/>
                      <a:pt x="3432" y="16448"/>
                      <a:pt x="3664" y="16589"/>
                    </a:cubicBezTo>
                    <a:cubicBezTo>
                      <a:pt x="3819" y="16682"/>
                      <a:pt x="3992" y="16760"/>
                      <a:pt x="4166" y="16811"/>
                    </a:cubicBezTo>
                    <a:cubicBezTo>
                      <a:pt x="4631" y="16951"/>
                      <a:pt x="5115" y="16976"/>
                      <a:pt x="5597" y="16979"/>
                    </a:cubicBezTo>
                    <a:cubicBezTo>
                      <a:pt x="5615" y="16979"/>
                      <a:pt x="5633" y="16979"/>
                      <a:pt x="5651" y="16979"/>
                    </a:cubicBezTo>
                    <a:cubicBezTo>
                      <a:pt x="5838" y="16979"/>
                      <a:pt x="6024" y="16972"/>
                      <a:pt x="6206" y="16940"/>
                    </a:cubicBezTo>
                    <a:cubicBezTo>
                      <a:pt x="6997" y="16802"/>
                      <a:pt x="7737" y="16519"/>
                      <a:pt x="8437" y="16132"/>
                    </a:cubicBezTo>
                    <a:cubicBezTo>
                      <a:pt x="8686" y="15994"/>
                      <a:pt x="8928" y="15837"/>
                      <a:pt x="9108" y="15606"/>
                    </a:cubicBezTo>
                    <a:cubicBezTo>
                      <a:pt x="9264" y="15408"/>
                      <a:pt x="9422" y="15215"/>
                      <a:pt x="9576" y="15015"/>
                    </a:cubicBezTo>
                    <a:cubicBezTo>
                      <a:pt x="9741" y="14802"/>
                      <a:pt x="9831" y="14553"/>
                      <a:pt x="9903" y="14298"/>
                    </a:cubicBezTo>
                    <a:cubicBezTo>
                      <a:pt x="9917" y="14250"/>
                      <a:pt x="9909" y="14187"/>
                      <a:pt x="9890" y="14142"/>
                    </a:cubicBezTo>
                    <a:cubicBezTo>
                      <a:pt x="9792" y="13917"/>
                      <a:pt x="9687" y="13696"/>
                      <a:pt x="9585" y="13474"/>
                    </a:cubicBezTo>
                    <a:cubicBezTo>
                      <a:pt x="9458" y="13197"/>
                      <a:pt x="9311" y="12927"/>
                      <a:pt x="9212" y="12639"/>
                    </a:cubicBezTo>
                    <a:cubicBezTo>
                      <a:pt x="8946" y="11875"/>
                      <a:pt x="8703" y="11104"/>
                      <a:pt x="8446" y="10337"/>
                    </a:cubicBezTo>
                    <a:cubicBezTo>
                      <a:pt x="8307" y="9920"/>
                      <a:pt x="8301" y="9921"/>
                      <a:pt x="8460" y="9503"/>
                    </a:cubicBezTo>
                    <a:cubicBezTo>
                      <a:pt x="8478" y="9452"/>
                      <a:pt x="8493" y="9399"/>
                      <a:pt x="8517" y="9351"/>
                    </a:cubicBezTo>
                    <a:cubicBezTo>
                      <a:pt x="8611" y="9167"/>
                      <a:pt x="8676" y="8976"/>
                      <a:pt x="8637" y="8755"/>
                    </a:cubicBezTo>
                    <a:cubicBezTo>
                      <a:pt x="8857" y="8623"/>
                      <a:pt x="9072" y="8493"/>
                      <a:pt x="9287" y="8364"/>
                    </a:cubicBezTo>
                    <a:cubicBezTo>
                      <a:pt x="9503" y="8235"/>
                      <a:pt x="9657" y="8056"/>
                      <a:pt x="9683" y="7801"/>
                    </a:cubicBezTo>
                    <a:cubicBezTo>
                      <a:pt x="9741" y="7239"/>
                      <a:pt x="9669" y="6712"/>
                      <a:pt x="9200" y="6319"/>
                    </a:cubicBezTo>
                    <a:cubicBezTo>
                      <a:pt x="9109" y="6244"/>
                      <a:pt x="9090" y="6161"/>
                      <a:pt x="9126" y="6047"/>
                    </a:cubicBezTo>
                    <a:cubicBezTo>
                      <a:pt x="9161" y="5947"/>
                      <a:pt x="9185" y="5836"/>
                      <a:pt x="9185" y="5729"/>
                    </a:cubicBezTo>
                    <a:cubicBezTo>
                      <a:pt x="9185" y="5162"/>
                      <a:pt x="8932" y="4725"/>
                      <a:pt x="8466" y="4410"/>
                    </a:cubicBezTo>
                    <a:cubicBezTo>
                      <a:pt x="8371" y="4346"/>
                      <a:pt x="8272" y="4284"/>
                      <a:pt x="8178" y="4217"/>
                    </a:cubicBezTo>
                    <a:cubicBezTo>
                      <a:pt x="8145" y="4193"/>
                      <a:pt x="8122" y="4154"/>
                      <a:pt x="8077" y="4100"/>
                    </a:cubicBezTo>
                    <a:cubicBezTo>
                      <a:pt x="8379" y="4038"/>
                      <a:pt x="8650" y="3969"/>
                      <a:pt x="8925" y="3929"/>
                    </a:cubicBezTo>
                    <a:cubicBezTo>
                      <a:pt x="9957" y="3783"/>
                      <a:pt x="10960" y="3513"/>
                      <a:pt x="11956" y="3214"/>
                    </a:cubicBezTo>
                    <a:cubicBezTo>
                      <a:pt x="12119" y="3166"/>
                      <a:pt x="12283" y="3121"/>
                      <a:pt x="12446" y="3079"/>
                    </a:cubicBezTo>
                    <a:cubicBezTo>
                      <a:pt x="12637" y="3030"/>
                      <a:pt x="12834" y="3003"/>
                      <a:pt x="13015" y="2934"/>
                    </a:cubicBezTo>
                    <a:cubicBezTo>
                      <a:pt x="13413" y="2782"/>
                      <a:pt x="13708" y="2200"/>
                      <a:pt x="13608" y="1787"/>
                    </a:cubicBezTo>
                    <a:cubicBezTo>
                      <a:pt x="13588" y="1703"/>
                      <a:pt x="13545" y="1624"/>
                      <a:pt x="13501" y="1547"/>
                    </a:cubicBezTo>
                    <a:cubicBezTo>
                      <a:pt x="13461" y="1478"/>
                      <a:pt x="13399" y="1420"/>
                      <a:pt x="13356" y="1352"/>
                    </a:cubicBezTo>
                    <a:cubicBezTo>
                      <a:pt x="13270" y="1222"/>
                      <a:pt x="13149" y="1166"/>
                      <a:pt x="12997" y="1148"/>
                    </a:cubicBezTo>
                    <a:cubicBezTo>
                      <a:pt x="12844" y="1132"/>
                      <a:pt x="12693" y="1099"/>
                      <a:pt x="12524" y="1070"/>
                    </a:cubicBezTo>
                    <a:cubicBezTo>
                      <a:pt x="12524" y="988"/>
                      <a:pt x="12521" y="922"/>
                      <a:pt x="12526" y="854"/>
                    </a:cubicBezTo>
                    <a:cubicBezTo>
                      <a:pt x="12535" y="554"/>
                      <a:pt x="12397" y="341"/>
                      <a:pt x="12125" y="229"/>
                    </a:cubicBezTo>
                    <a:cubicBezTo>
                      <a:pt x="11969" y="165"/>
                      <a:pt x="11801" y="132"/>
                      <a:pt x="11638" y="92"/>
                    </a:cubicBezTo>
                    <a:cubicBezTo>
                      <a:pt x="11560" y="72"/>
                      <a:pt x="11477" y="71"/>
                      <a:pt x="11396" y="57"/>
                    </a:cubicBezTo>
                    <a:cubicBezTo>
                      <a:pt x="11145" y="19"/>
                      <a:pt x="10893" y="0"/>
                      <a:pt x="106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>
            <a:spLocks noGrp="1"/>
          </p:cNvSpPr>
          <p:nvPr>
            <p:ph type="body" idx="1"/>
          </p:nvPr>
        </p:nvSpPr>
        <p:spPr>
          <a:xfrm>
            <a:off x="1171313" y="1580059"/>
            <a:ext cx="5174677" cy="20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Accurately recognize hand gestures in real-time.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Enable users to interact with devices without using a keyboard or mouse.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Practical applications in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Human-Computer Interaction (HCI) 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Virtual Reality (VR).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Accessibility for people with speech difficulties .</a:t>
            </a:r>
          </a:p>
          <a:p>
            <a:pPr marL="285750" lvl="0" indent="-285750" algn="l" rtl="0">
              <a:spcBef>
                <a:spcPts val="1600"/>
              </a:spcBef>
              <a:spcAft>
                <a:spcPts val="0"/>
              </a:spcAft>
              <a:buFontTx/>
              <a:buChar char="-"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</a:rPr>
              <a:t>Facilitate communication for people with speech impairments using gestures.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en-GB" dirty="0">
              <a:solidFill>
                <a:schemeClr val="accent1"/>
              </a:solidFill>
              <a:highlight>
                <a:schemeClr val="dk1"/>
              </a:highlight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en-GB" dirty="0">
              <a:solidFill>
                <a:schemeClr val="accent1"/>
              </a:solidFill>
              <a:highlight>
                <a:schemeClr val="dk1"/>
              </a:highlight>
            </a:endParaRPr>
          </a:p>
        </p:txBody>
      </p:sp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1171313" y="777714"/>
            <a:ext cx="588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r>
              <a:rPr lang="ar-EG" dirty="0"/>
              <a:t> : </a:t>
            </a:r>
            <a:endParaRPr dirty="0"/>
          </a:p>
        </p:txBody>
      </p:sp>
      <p:sp>
        <p:nvSpPr>
          <p:cNvPr id="239" name="Google Shape;239;p32"/>
          <p:cNvSpPr/>
          <p:nvPr/>
        </p:nvSpPr>
        <p:spPr>
          <a:xfrm>
            <a:off x="7284563" y="2970896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40" name="Google Shape;240;p32"/>
          <p:cNvGrpSpPr/>
          <p:nvPr/>
        </p:nvGrpSpPr>
        <p:grpSpPr>
          <a:xfrm>
            <a:off x="7461109" y="3103069"/>
            <a:ext cx="756009" cy="844755"/>
            <a:chOff x="3516270" y="2856329"/>
            <a:chExt cx="885878" cy="989870"/>
          </a:xfrm>
        </p:grpSpPr>
        <p:sp>
          <p:nvSpPr>
            <p:cNvPr id="241" name="Google Shape;241;p32"/>
            <p:cNvSpPr/>
            <p:nvPr/>
          </p:nvSpPr>
          <p:spPr>
            <a:xfrm>
              <a:off x="3516270" y="2856329"/>
              <a:ext cx="885878" cy="989810"/>
            </a:xfrm>
            <a:custGeom>
              <a:avLst/>
              <a:gdLst/>
              <a:ahLst/>
              <a:cxnLst/>
              <a:rect l="l" t="t" r="r" b="b"/>
              <a:pathLst>
                <a:path w="13331" h="14895" extrusionOk="0">
                  <a:moveTo>
                    <a:pt x="7236" y="1"/>
                  </a:moveTo>
                  <a:cubicBezTo>
                    <a:pt x="7205" y="1"/>
                    <a:pt x="7176" y="3"/>
                    <a:pt x="7147" y="10"/>
                  </a:cubicBezTo>
                  <a:cubicBezTo>
                    <a:pt x="6909" y="64"/>
                    <a:pt x="6681" y="160"/>
                    <a:pt x="6490" y="323"/>
                  </a:cubicBezTo>
                  <a:cubicBezTo>
                    <a:pt x="6393" y="406"/>
                    <a:pt x="6349" y="444"/>
                    <a:pt x="6296" y="444"/>
                  </a:cubicBezTo>
                  <a:cubicBezTo>
                    <a:pt x="6251" y="444"/>
                    <a:pt x="6201" y="418"/>
                    <a:pt x="6107" y="370"/>
                  </a:cubicBezTo>
                  <a:cubicBezTo>
                    <a:pt x="6058" y="346"/>
                    <a:pt x="6007" y="325"/>
                    <a:pt x="5963" y="293"/>
                  </a:cubicBezTo>
                  <a:cubicBezTo>
                    <a:pt x="5826" y="194"/>
                    <a:pt x="5673" y="145"/>
                    <a:pt x="5512" y="145"/>
                  </a:cubicBezTo>
                  <a:cubicBezTo>
                    <a:pt x="5476" y="145"/>
                    <a:pt x="5439" y="147"/>
                    <a:pt x="5402" y="152"/>
                  </a:cubicBezTo>
                  <a:cubicBezTo>
                    <a:pt x="5168" y="182"/>
                    <a:pt x="4936" y="236"/>
                    <a:pt x="4703" y="278"/>
                  </a:cubicBezTo>
                  <a:cubicBezTo>
                    <a:pt x="4512" y="314"/>
                    <a:pt x="4332" y="380"/>
                    <a:pt x="4187" y="509"/>
                  </a:cubicBezTo>
                  <a:cubicBezTo>
                    <a:pt x="4128" y="563"/>
                    <a:pt x="4070" y="586"/>
                    <a:pt x="4011" y="586"/>
                  </a:cubicBezTo>
                  <a:cubicBezTo>
                    <a:pt x="3960" y="586"/>
                    <a:pt x="3909" y="569"/>
                    <a:pt x="3855" y="541"/>
                  </a:cubicBezTo>
                  <a:cubicBezTo>
                    <a:pt x="3831" y="529"/>
                    <a:pt x="3804" y="520"/>
                    <a:pt x="3780" y="509"/>
                  </a:cubicBezTo>
                  <a:cubicBezTo>
                    <a:pt x="3441" y="347"/>
                    <a:pt x="3085" y="285"/>
                    <a:pt x="2721" y="285"/>
                  </a:cubicBezTo>
                  <a:cubicBezTo>
                    <a:pt x="2616" y="285"/>
                    <a:pt x="2511" y="290"/>
                    <a:pt x="2406" y="299"/>
                  </a:cubicBezTo>
                  <a:cubicBezTo>
                    <a:pt x="2316" y="307"/>
                    <a:pt x="2221" y="346"/>
                    <a:pt x="2143" y="392"/>
                  </a:cubicBezTo>
                  <a:cubicBezTo>
                    <a:pt x="1530" y="767"/>
                    <a:pt x="1043" y="1277"/>
                    <a:pt x="608" y="1840"/>
                  </a:cubicBezTo>
                  <a:cubicBezTo>
                    <a:pt x="539" y="1930"/>
                    <a:pt x="490" y="2040"/>
                    <a:pt x="451" y="2146"/>
                  </a:cubicBezTo>
                  <a:cubicBezTo>
                    <a:pt x="305" y="2542"/>
                    <a:pt x="242" y="2959"/>
                    <a:pt x="154" y="3372"/>
                  </a:cubicBezTo>
                  <a:cubicBezTo>
                    <a:pt x="1" y="4094"/>
                    <a:pt x="56" y="4808"/>
                    <a:pt x="169" y="5521"/>
                  </a:cubicBezTo>
                  <a:cubicBezTo>
                    <a:pt x="241" y="5981"/>
                    <a:pt x="373" y="6434"/>
                    <a:pt x="583" y="6859"/>
                  </a:cubicBezTo>
                  <a:cubicBezTo>
                    <a:pt x="697" y="7090"/>
                    <a:pt x="805" y="7326"/>
                    <a:pt x="908" y="7561"/>
                  </a:cubicBezTo>
                  <a:cubicBezTo>
                    <a:pt x="1115" y="8026"/>
                    <a:pt x="1405" y="8439"/>
                    <a:pt x="1747" y="8810"/>
                  </a:cubicBezTo>
                  <a:cubicBezTo>
                    <a:pt x="1990" y="9074"/>
                    <a:pt x="2265" y="9308"/>
                    <a:pt x="2529" y="9551"/>
                  </a:cubicBezTo>
                  <a:cubicBezTo>
                    <a:pt x="2641" y="9654"/>
                    <a:pt x="2815" y="9726"/>
                    <a:pt x="2868" y="9851"/>
                  </a:cubicBezTo>
                  <a:cubicBezTo>
                    <a:pt x="2922" y="9980"/>
                    <a:pt x="2866" y="10157"/>
                    <a:pt x="2848" y="10312"/>
                  </a:cubicBezTo>
                  <a:cubicBezTo>
                    <a:pt x="2829" y="10487"/>
                    <a:pt x="2847" y="10648"/>
                    <a:pt x="2939" y="10802"/>
                  </a:cubicBezTo>
                  <a:cubicBezTo>
                    <a:pt x="2981" y="10876"/>
                    <a:pt x="3003" y="10969"/>
                    <a:pt x="3005" y="11053"/>
                  </a:cubicBezTo>
                  <a:cubicBezTo>
                    <a:pt x="3006" y="11359"/>
                    <a:pt x="2991" y="11665"/>
                    <a:pt x="2990" y="11971"/>
                  </a:cubicBezTo>
                  <a:cubicBezTo>
                    <a:pt x="2987" y="12378"/>
                    <a:pt x="2985" y="12786"/>
                    <a:pt x="2991" y="13192"/>
                  </a:cubicBezTo>
                  <a:cubicBezTo>
                    <a:pt x="2994" y="13410"/>
                    <a:pt x="3033" y="13629"/>
                    <a:pt x="3020" y="13844"/>
                  </a:cubicBezTo>
                  <a:cubicBezTo>
                    <a:pt x="3008" y="14033"/>
                    <a:pt x="3092" y="14136"/>
                    <a:pt x="3233" y="14223"/>
                  </a:cubicBezTo>
                  <a:cubicBezTo>
                    <a:pt x="3284" y="14255"/>
                    <a:pt x="3339" y="14285"/>
                    <a:pt x="3393" y="14309"/>
                  </a:cubicBezTo>
                  <a:cubicBezTo>
                    <a:pt x="3774" y="14483"/>
                    <a:pt x="4182" y="14570"/>
                    <a:pt x="4587" y="14645"/>
                  </a:cubicBezTo>
                  <a:cubicBezTo>
                    <a:pt x="5129" y="14744"/>
                    <a:pt x="5675" y="14817"/>
                    <a:pt x="6223" y="14865"/>
                  </a:cubicBezTo>
                  <a:cubicBezTo>
                    <a:pt x="6448" y="14885"/>
                    <a:pt x="6676" y="14895"/>
                    <a:pt x="6904" y="14895"/>
                  </a:cubicBezTo>
                  <a:cubicBezTo>
                    <a:pt x="7085" y="14895"/>
                    <a:pt x="7266" y="14888"/>
                    <a:pt x="7446" y="14874"/>
                  </a:cubicBezTo>
                  <a:cubicBezTo>
                    <a:pt x="7885" y="14840"/>
                    <a:pt x="8322" y="14762"/>
                    <a:pt x="8756" y="14679"/>
                  </a:cubicBezTo>
                  <a:cubicBezTo>
                    <a:pt x="9260" y="14583"/>
                    <a:pt x="9734" y="14405"/>
                    <a:pt x="10168" y="14118"/>
                  </a:cubicBezTo>
                  <a:cubicBezTo>
                    <a:pt x="10387" y="13976"/>
                    <a:pt x="10447" y="13801"/>
                    <a:pt x="10429" y="13551"/>
                  </a:cubicBezTo>
                  <a:cubicBezTo>
                    <a:pt x="10391" y="13017"/>
                    <a:pt x="10358" y="12480"/>
                    <a:pt x="10358" y="11942"/>
                  </a:cubicBezTo>
                  <a:cubicBezTo>
                    <a:pt x="10358" y="11372"/>
                    <a:pt x="10403" y="10802"/>
                    <a:pt x="10421" y="10230"/>
                  </a:cubicBezTo>
                  <a:cubicBezTo>
                    <a:pt x="10427" y="10071"/>
                    <a:pt x="10432" y="9924"/>
                    <a:pt x="10565" y="9810"/>
                  </a:cubicBezTo>
                  <a:cubicBezTo>
                    <a:pt x="10598" y="9782"/>
                    <a:pt x="10615" y="9728"/>
                    <a:pt x="10625" y="9683"/>
                  </a:cubicBezTo>
                  <a:cubicBezTo>
                    <a:pt x="10658" y="9552"/>
                    <a:pt x="10682" y="9419"/>
                    <a:pt x="10715" y="9287"/>
                  </a:cubicBezTo>
                  <a:cubicBezTo>
                    <a:pt x="10733" y="9207"/>
                    <a:pt x="10741" y="9117"/>
                    <a:pt x="10786" y="9056"/>
                  </a:cubicBezTo>
                  <a:cubicBezTo>
                    <a:pt x="11068" y="8658"/>
                    <a:pt x="11323" y="8235"/>
                    <a:pt x="11755" y="7969"/>
                  </a:cubicBezTo>
                  <a:cubicBezTo>
                    <a:pt x="11854" y="7909"/>
                    <a:pt x="11941" y="7833"/>
                    <a:pt x="12034" y="7762"/>
                  </a:cubicBezTo>
                  <a:cubicBezTo>
                    <a:pt x="12520" y="7398"/>
                    <a:pt x="12880" y="6934"/>
                    <a:pt x="13083" y="6362"/>
                  </a:cubicBezTo>
                  <a:cubicBezTo>
                    <a:pt x="13240" y="5918"/>
                    <a:pt x="13331" y="5458"/>
                    <a:pt x="13203" y="4983"/>
                  </a:cubicBezTo>
                  <a:cubicBezTo>
                    <a:pt x="13113" y="4649"/>
                    <a:pt x="13027" y="4313"/>
                    <a:pt x="12933" y="3980"/>
                  </a:cubicBezTo>
                  <a:cubicBezTo>
                    <a:pt x="12738" y="3288"/>
                    <a:pt x="12717" y="2586"/>
                    <a:pt x="12777" y="1876"/>
                  </a:cubicBezTo>
                  <a:cubicBezTo>
                    <a:pt x="12805" y="1552"/>
                    <a:pt x="12897" y="1237"/>
                    <a:pt x="12873" y="905"/>
                  </a:cubicBezTo>
                  <a:cubicBezTo>
                    <a:pt x="12840" y="433"/>
                    <a:pt x="12720" y="286"/>
                    <a:pt x="12250" y="199"/>
                  </a:cubicBezTo>
                  <a:cubicBezTo>
                    <a:pt x="12182" y="186"/>
                    <a:pt x="12113" y="180"/>
                    <a:pt x="12043" y="180"/>
                  </a:cubicBezTo>
                  <a:cubicBezTo>
                    <a:pt x="11643" y="180"/>
                    <a:pt x="11221" y="376"/>
                    <a:pt x="10982" y="685"/>
                  </a:cubicBezTo>
                  <a:cubicBezTo>
                    <a:pt x="10916" y="770"/>
                    <a:pt x="10844" y="851"/>
                    <a:pt x="10762" y="949"/>
                  </a:cubicBezTo>
                  <a:cubicBezTo>
                    <a:pt x="10637" y="845"/>
                    <a:pt x="10522" y="752"/>
                    <a:pt x="10411" y="655"/>
                  </a:cubicBezTo>
                  <a:cubicBezTo>
                    <a:pt x="10185" y="455"/>
                    <a:pt x="9936" y="355"/>
                    <a:pt x="9688" y="355"/>
                  </a:cubicBezTo>
                  <a:cubicBezTo>
                    <a:pt x="9442" y="355"/>
                    <a:pt x="9197" y="454"/>
                    <a:pt x="8978" y="650"/>
                  </a:cubicBezTo>
                  <a:cubicBezTo>
                    <a:pt x="8937" y="686"/>
                    <a:pt x="8897" y="725"/>
                    <a:pt x="8852" y="755"/>
                  </a:cubicBezTo>
                  <a:cubicBezTo>
                    <a:pt x="8799" y="793"/>
                    <a:pt x="8764" y="813"/>
                    <a:pt x="8733" y="813"/>
                  </a:cubicBezTo>
                  <a:cubicBezTo>
                    <a:pt x="8696" y="813"/>
                    <a:pt x="8666" y="783"/>
                    <a:pt x="8619" y="721"/>
                  </a:cubicBezTo>
                  <a:cubicBezTo>
                    <a:pt x="8604" y="698"/>
                    <a:pt x="8591" y="676"/>
                    <a:pt x="8576" y="653"/>
                  </a:cubicBezTo>
                  <a:cubicBezTo>
                    <a:pt x="8325" y="280"/>
                    <a:pt x="7987" y="56"/>
                    <a:pt x="7530" y="31"/>
                  </a:cubicBezTo>
                  <a:cubicBezTo>
                    <a:pt x="7433" y="26"/>
                    <a:pt x="7331" y="1"/>
                    <a:pt x="7236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" name="Google Shape;242;p32"/>
            <p:cNvGrpSpPr/>
            <p:nvPr/>
          </p:nvGrpSpPr>
          <p:grpSpPr>
            <a:xfrm>
              <a:off x="3516315" y="2856389"/>
              <a:ext cx="885812" cy="989810"/>
              <a:chOff x="240750" y="1284475"/>
              <a:chExt cx="333250" cy="372375"/>
            </a:xfrm>
          </p:grpSpPr>
          <p:sp>
            <p:nvSpPr>
              <p:cNvPr id="243" name="Google Shape;243;p32"/>
              <p:cNvSpPr/>
              <p:nvPr/>
            </p:nvSpPr>
            <p:spPr>
              <a:xfrm>
                <a:off x="348350" y="1293925"/>
                <a:ext cx="75475" cy="186525"/>
              </a:xfrm>
              <a:custGeom>
                <a:avLst/>
                <a:gdLst/>
                <a:ahLst/>
                <a:cxnLst/>
                <a:rect l="l" t="t" r="r" b="b"/>
                <a:pathLst>
                  <a:path w="3019" h="7461" extrusionOk="0">
                    <a:moveTo>
                      <a:pt x="1240" y="0"/>
                    </a:moveTo>
                    <a:cubicBezTo>
                      <a:pt x="1164" y="0"/>
                      <a:pt x="1090" y="20"/>
                      <a:pt x="1014" y="25"/>
                    </a:cubicBezTo>
                    <a:cubicBezTo>
                      <a:pt x="695" y="44"/>
                      <a:pt x="400" y="137"/>
                      <a:pt x="122" y="289"/>
                    </a:cubicBezTo>
                    <a:cubicBezTo>
                      <a:pt x="1" y="355"/>
                      <a:pt x="4" y="407"/>
                      <a:pt x="101" y="506"/>
                    </a:cubicBezTo>
                    <a:cubicBezTo>
                      <a:pt x="229" y="637"/>
                      <a:pt x="355" y="769"/>
                      <a:pt x="470" y="910"/>
                    </a:cubicBezTo>
                    <a:cubicBezTo>
                      <a:pt x="700" y="1194"/>
                      <a:pt x="837" y="1531"/>
                      <a:pt x="957" y="1869"/>
                    </a:cubicBezTo>
                    <a:cubicBezTo>
                      <a:pt x="1131" y="2353"/>
                      <a:pt x="1273" y="2842"/>
                      <a:pt x="1239" y="3378"/>
                    </a:cubicBezTo>
                    <a:cubicBezTo>
                      <a:pt x="1206" y="3884"/>
                      <a:pt x="1243" y="4395"/>
                      <a:pt x="1252" y="4906"/>
                    </a:cubicBezTo>
                    <a:cubicBezTo>
                      <a:pt x="1255" y="5137"/>
                      <a:pt x="1275" y="5368"/>
                      <a:pt x="1270" y="5597"/>
                    </a:cubicBezTo>
                    <a:cubicBezTo>
                      <a:pt x="1261" y="6115"/>
                      <a:pt x="1236" y="6633"/>
                      <a:pt x="946" y="7111"/>
                    </a:cubicBezTo>
                    <a:cubicBezTo>
                      <a:pt x="1020" y="7182"/>
                      <a:pt x="1078" y="7258"/>
                      <a:pt x="1153" y="7311"/>
                    </a:cubicBezTo>
                    <a:cubicBezTo>
                      <a:pt x="1294" y="7411"/>
                      <a:pt x="1457" y="7461"/>
                      <a:pt x="1622" y="7461"/>
                    </a:cubicBezTo>
                    <a:cubicBezTo>
                      <a:pt x="1825" y="7461"/>
                      <a:pt x="2032" y="7385"/>
                      <a:pt x="2208" y="7237"/>
                    </a:cubicBezTo>
                    <a:cubicBezTo>
                      <a:pt x="2509" y="6984"/>
                      <a:pt x="2714" y="6661"/>
                      <a:pt x="2786" y="6277"/>
                    </a:cubicBezTo>
                    <a:cubicBezTo>
                      <a:pt x="2885" y="5744"/>
                      <a:pt x="2979" y="5210"/>
                      <a:pt x="2943" y="4661"/>
                    </a:cubicBezTo>
                    <a:cubicBezTo>
                      <a:pt x="2928" y="4446"/>
                      <a:pt x="2952" y="4227"/>
                      <a:pt x="2960" y="4010"/>
                    </a:cubicBezTo>
                    <a:cubicBezTo>
                      <a:pt x="2973" y="3699"/>
                      <a:pt x="3018" y="3384"/>
                      <a:pt x="2991" y="3077"/>
                    </a:cubicBezTo>
                    <a:cubicBezTo>
                      <a:pt x="2960" y="2719"/>
                      <a:pt x="2883" y="2365"/>
                      <a:pt x="2799" y="2017"/>
                    </a:cubicBezTo>
                    <a:cubicBezTo>
                      <a:pt x="2678" y="1513"/>
                      <a:pt x="2496" y="1030"/>
                      <a:pt x="2205" y="595"/>
                    </a:cubicBezTo>
                    <a:cubicBezTo>
                      <a:pt x="2109" y="452"/>
                      <a:pt x="1998" y="326"/>
                      <a:pt x="1845" y="244"/>
                    </a:cubicBezTo>
                    <a:cubicBezTo>
                      <a:pt x="1719" y="175"/>
                      <a:pt x="1596" y="103"/>
                      <a:pt x="1467" y="44"/>
                    </a:cubicBezTo>
                    <a:cubicBezTo>
                      <a:pt x="1402" y="14"/>
                      <a:pt x="1326" y="2"/>
                      <a:pt x="1255" y="1"/>
                    </a:cubicBezTo>
                    <a:cubicBezTo>
                      <a:pt x="1250" y="0"/>
                      <a:pt x="1245" y="0"/>
                      <a:pt x="1240" y="0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32"/>
              <p:cNvSpPr/>
              <p:nvPr/>
            </p:nvSpPr>
            <p:spPr>
              <a:xfrm>
                <a:off x="246175" y="1292700"/>
                <a:ext cx="325850" cy="358225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329" extrusionOk="0">
                    <a:moveTo>
                      <a:pt x="7149" y="9379"/>
                    </a:moveTo>
                    <a:cubicBezTo>
                      <a:pt x="7183" y="9379"/>
                      <a:pt x="7225" y="9386"/>
                      <a:pt x="7279" y="9397"/>
                    </a:cubicBezTo>
                    <a:cubicBezTo>
                      <a:pt x="7238" y="9504"/>
                      <a:pt x="7208" y="9548"/>
                      <a:pt x="7135" y="9548"/>
                    </a:cubicBezTo>
                    <a:cubicBezTo>
                      <a:pt x="7096" y="9548"/>
                      <a:pt x="7045" y="9536"/>
                      <a:pt x="6973" y="9513"/>
                    </a:cubicBezTo>
                    <a:cubicBezTo>
                      <a:pt x="7030" y="9416"/>
                      <a:pt x="7068" y="9379"/>
                      <a:pt x="7149" y="9379"/>
                    </a:cubicBezTo>
                    <a:close/>
                    <a:moveTo>
                      <a:pt x="7022" y="9070"/>
                    </a:moveTo>
                    <a:cubicBezTo>
                      <a:pt x="7050" y="9070"/>
                      <a:pt x="7091" y="9089"/>
                      <a:pt x="7095" y="9102"/>
                    </a:cubicBezTo>
                    <a:cubicBezTo>
                      <a:pt x="7102" y="9136"/>
                      <a:pt x="7087" y="9177"/>
                      <a:pt x="7074" y="9210"/>
                    </a:cubicBezTo>
                    <a:cubicBezTo>
                      <a:pt x="7068" y="9226"/>
                      <a:pt x="7045" y="9237"/>
                      <a:pt x="7027" y="9246"/>
                    </a:cubicBezTo>
                    <a:cubicBezTo>
                      <a:pt x="6708" y="9407"/>
                      <a:pt x="6385" y="9549"/>
                      <a:pt x="6025" y="9549"/>
                    </a:cubicBezTo>
                    <a:cubicBezTo>
                      <a:pt x="5972" y="9549"/>
                      <a:pt x="5919" y="9546"/>
                      <a:pt x="5864" y="9540"/>
                    </a:cubicBezTo>
                    <a:cubicBezTo>
                      <a:pt x="5767" y="9528"/>
                      <a:pt x="5683" y="9507"/>
                      <a:pt x="5635" y="9381"/>
                    </a:cubicBezTo>
                    <a:cubicBezTo>
                      <a:pt x="5702" y="9375"/>
                      <a:pt x="5755" y="9364"/>
                      <a:pt x="5807" y="9364"/>
                    </a:cubicBezTo>
                    <a:cubicBezTo>
                      <a:pt x="5813" y="9364"/>
                      <a:pt x="5818" y="9364"/>
                      <a:pt x="5824" y="9364"/>
                    </a:cubicBezTo>
                    <a:cubicBezTo>
                      <a:pt x="5861" y="9367"/>
                      <a:pt x="5898" y="9368"/>
                      <a:pt x="5935" y="9368"/>
                    </a:cubicBezTo>
                    <a:cubicBezTo>
                      <a:pt x="6219" y="9368"/>
                      <a:pt x="6489" y="9301"/>
                      <a:pt x="6745" y="9171"/>
                    </a:cubicBezTo>
                    <a:cubicBezTo>
                      <a:pt x="6829" y="9127"/>
                      <a:pt x="6921" y="9099"/>
                      <a:pt x="7011" y="9072"/>
                    </a:cubicBezTo>
                    <a:cubicBezTo>
                      <a:pt x="7014" y="9071"/>
                      <a:pt x="7018" y="9070"/>
                      <a:pt x="7022" y="9070"/>
                    </a:cubicBezTo>
                    <a:close/>
                    <a:moveTo>
                      <a:pt x="11806" y="1"/>
                    </a:moveTo>
                    <a:cubicBezTo>
                      <a:pt x="11774" y="1"/>
                      <a:pt x="11743" y="2"/>
                      <a:pt x="11711" y="6"/>
                    </a:cubicBezTo>
                    <a:cubicBezTo>
                      <a:pt x="11269" y="56"/>
                      <a:pt x="10922" y="281"/>
                      <a:pt x="10699" y="677"/>
                    </a:cubicBezTo>
                    <a:cubicBezTo>
                      <a:pt x="10648" y="767"/>
                      <a:pt x="10633" y="852"/>
                      <a:pt x="10685" y="947"/>
                    </a:cubicBezTo>
                    <a:cubicBezTo>
                      <a:pt x="10943" y="1429"/>
                      <a:pt x="11048" y="1952"/>
                      <a:pt x="11104" y="2489"/>
                    </a:cubicBezTo>
                    <a:cubicBezTo>
                      <a:pt x="11137" y="2798"/>
                      <a:pt x="11165" y="3111"/>
                      <a:pt x="11188" y="3421"/>
                    </a:cubicBezTo>
                    <a:cubicBezTo>
                      <a:pt x="11204" y="3630"/>
                      <a:pt x="11233" y="3844"/>
                      <a:pt x="11209" y="4050"/>
                    </a:cubicBezTo>
                    <a:cubicBezTo>
                      <a:pt x="11132" y="4712"/>
                      <a:pt x="11026" y="5370"/>
                      <a:pt x="10841" y="6011"/>
                    </a:cubicBezTo>
                    <a:cubicBezTo>
                      <a:pt x="10663" y="6629"/>
                      <a:pt x="10292" y="7099"/>
                      <a:pt x="9656" y="7310"/>
                    </a:cubicBezTo>
                    <a:cubicBezTo>
                      <a:pt x="9558" y="7343"/>
                      <a:pt x="9457" y="7366"/>
                      <a:pt x="9357" y="7366"/>
                    </a:cubicBezTo>
                    <a:cubicBezTo>
                      <a:pt x="9289" y="7366"/>
                      <a:pt x="9221" y="7356"/>
                      <a:pt x="9155" y="7331"/>
                    </a:cubicBezTo>
                    <a:cubicBezTo>
                      <a:pt x="8888" y="7234"/>
                      <a:pt x="8654" y="7088"/>
                      <a:pt x="8508" y="6830"/>
                    </a:cubicBezTo>
                    <a:cubicBezTo>
                      <a:pt x="8477" y="6776"/>
                      <a:pt x="8430" y="6731"/>
                      <a:pt x="8367" y="6653"/>
                    </a:cubicBezTo>
                    <a:cubicBezTo>
                      <a:pt x="8259" y="6809"/>
                      <a:pt x="8169" y="6934"/>
                      <a:pt x="8086" y="7064"/>
                    </a:cubicBezTo>
                    <a:cubicBezTo>
                      <a:pt x="7993" y="7211"/>
                      <a:pt x="7866" y="7298"/>
                      <a:pt x="7692" y="7322"/>
                    </a:cubicBezTo>
                    <a:cubicBezTo>
                      <a:pt x="7607" y="7334"/>
                      <a:pt x="7523" y="7342"/>
                      <a:pt x="7439" y="7342"/>
                    </a:cubicBezTo>
                    <a:cubicBezTo>
                      <a:pt x="7301" y="7342"/>
                      <a:pt x="7166" y="7320"/>
                      <a:pt x="7033" y="7258"/>
                    </a:cubicBezTo>
                    <a:cubicBezTo>
                      <a:pt x="6930" y="7210"/>
                      <a:pt x="6823" y="7169"/>
                      <a:pt x="6705" y="7120"/>
                    </a:cubicBezTo>
                    <a:cubicBezTo>
                      <a:pt x="6496" y="7405"/>
                      <a:pt x="6230" y="7600"/>
                      <a:pt x="5885" y="7660"/>
                    </a:cubicBezTo>
                    <a:cubicBezTo>
                      <a:pt x="5828" y="7670"/>
                      <a:pt x="5772" y="7674"/>
                      <a:pt x="5717" y="7674"/>
                    </a:cubicBezTo>
                    <a:cubicBezTo>
                      <a:pt x="5430" y="7674"/>
                      <a:pt x="5181" y="7542"/>
                      <a:pt x="4955" y="7307"/>
                    </a:cubicBezTo>
                    <a:cubicBezTo>
                      <a:pt x="4895" y="7379"/>
                      <a:pt x="4854" y="7445"/>
                      <a:pt x="4799" y="7493"/>
                    </a:cubicBezTo>
                    <a:cubicBezTo>
                      <a:pt x="4533" y="7729"/>
                      <a:pt x="4241" y="7910"/>
                      <a:pt x="3876" y="7910"/>
                    </a:cubicBezTo>
                    <a:cubicBezTo>
                      <a:pt x="3862" y="7910"/>
                      <a:pt x="3847" y="7909"/>
                      <a:pt x="3833" y="7909"/>
                    </a:cubicBezTo>
                    <a:cubicBezTo>
                      <a:pt x="3471" y="7894"/>
                      <a:pt x="3180" y="7693"/>
                      <a:pt x="2880" y="7522"/>
                    </a:cubicBezTo>
                    <a:cubicBezTo>
                      <a:pt x="2863" y="7513"/>
                      <a:pt x="2850" y="7493"/>
                      <a:pt x="2841" y="7475"/>
                    </a:cubicBezTo>
                    <a:cubicBezTo>
                      <a:pt x="2703" y="7175"/>
                      <a:pt x="2526" y="6889"/>
                      <a:pt x="2493" y="6547"/>
                    </a:cubicBezTo>
                    <a:cubicBezTo>
                      <a:pt x="2425" y="5823"/>
                      <a:pt x="2359" y="5100"/>
                      <a:pt x="2281" y="4377"/>
                    </a:cubicBezTo>
                    <a:cubicBezTo>
                      <a:pt x="2241" y="4008"/>
                      <a:pt x="2175" y="3640"/>
                      <a:pt x="2119" y="3264"/>
                    </a:cubicBezTo>
                    <a:cubicBezTo>
                      <a:pt x="2112" y="3264"/>
                      <a:pt x="2104" y="3264"/>
                      <a:pt x="2097" y="3264"/>
                    </a:cubicBezTo>
                    <a:cubicBezTo>
                      <a:pt x="1976" y="3264"/>
                      <a:pt x="1915" y="3193"/>
                      <a:pt x="1863" y="3108"/>
                    </a:cubicBezTo>
                    <a:cubicBezTo>
                      <a:pt x="1717" y="2869"/>
                      <a:pt x="1572" y="2632"/>
                      <a:pt x="1425" y="2395"/>
                    </a:cubicBezTo>
                    <a:cubicBezTo>
                      <a:pt x="1385" y="2332"/>
                      <a:pt x="1361" y="2269"/>
                      <a:pt x="1425" y="2161"/>
                    </a:cubicBezTo>
                    <a:cubicBezTo>
                      <a:pt x="1476" y="2251"/>
                      <a:pt x="1510" y="2312"/>
                      <a:pt x="1546" y="2375"/>
                    </a:cubicBezTo>
                    <a:cubicBezTo>
                      <a:pt x="1663" y="2582"/>
                      <a:pt x="1776" y="2791"/>
                      <a:pt x="1897" y="2995"/>
                    </a:cubicBezTo>
                    <a:cubicBezTo>
                      <a:pt x="1936" y="3060"/>
                      <a:pt x="1977" y="3135"/>
                      <a:pt x="2079" y="3142"/>
                    </a:cubicBezTo>
                    <a:cubicBezTo>
                      <a:pt x="2085" y="2911"/>
                      <a:pt x="2017" y="2717"/>
                      <a:pt x="1902" y="2536"/>
                    </a:cubicBezTo>
                    <a:cubicBezTo>
                      <a:pt x="1797" y="2369"/>
                      <a:pt x="1692" y="2201"/>
                      <a:pt x="1588" y="2033"/>
                    </a:cubicBezTo>
                    <a:cubicBezTo>
                      <a:pt x="1548" y="1969"/>
                      <a:pt x="1539" y="1906"/>
                      <a:pt x="1614" y="1858"/>
                    </a:cubicBezTo>
                    <a:cubicBezTo>
                      <a:pt x="1644" y="1838"/>
                      <a:pt x="1673" y="1828"/>
                      <a:pt x="1701" y="1828"/>
                    </a:cubicBezTo>
                    <a:cubicBezTo>
                      <a:pt x="1736" y="1828"/>
                      <a:pt x="1769" y="1844"/>
                      <a:pt x="1797" y="1880"/>
                    </a:cubicBezTo>
                    <a:cubicBezTo>
                      <a:pt x="1866" y="1972"/>
                      <a:pt x="1938" y="2063"/>
                      <a:pt x="1992" y="2165"/>
                    </a:cubicBezTo>
                    <a:cubicBezTo>
                      <a:pt x="2172" y="2510"/>
                      <a:pt x="2271" y="2878"/>
                      <a:pt x="2337" y="3265"/>
                    </a:cubicBezTo>
                    <a:cubicBezTo>
                      <a:pt x="2514" y="4299"/>
                      <a:pt x="2601" y="5340"/>
                      <a:pt x="2688" y="6381"/>
                    </a:cubicBezTo>
                    <a:cubicBezTo>
                      <a:pt x="2707" y="6610"/>
                      <a:pt x="2775" y="6817"/>
                      <a:pt x="2860" y="7028"/>
                    </a:cubicBezTo>
                    <a:cubicBezTo>
                      <a:pt x="2959" y="7276"/>
                      <a:pt x="3130" y="7424"/>
                      <a:pt x="3363" y="7550"/>
                    </a:cubicBezTo>
                    <a:cubicBezTo>
                      <a:pt x="3536" y="7645"/>
                      <a:pt x="3706" y="7687"/>
                      <a:pt x="3868" y="7687"/>
                    </a:cubicBezTo>
                    <a:cubicBezTo>
                      <a:pt x="4139" y="7687"/>
                      <a:pt x="4386" y="7570"/>
                      <a:pt x="4583" y="7385"/>
                    </a:cubicBezTo>
                    <a:cubicBezTo>
                      <a:pt x="4686" y="7288"/>
                      <a:pt x="4790" y="7187"/>
                      <a:pt x="4885" y="7082"/>
                    </a:cubicBezTo>
                    <a:cubicBezTo>
                      <a:pt x="4939" y="7024"/>
                      <a:pt x="4984" y="6953"/>
                      <a:pt x="5017" y="6881"/>
                    </a:cubicBezTo>
                    <a:cubicBezTo>
                      <a:pt x="5176" y="6521"/>
                      <a:pt x="5233" y="6137"/>
                      <a:pt x="5227" y="5747"/>
                    </a:cubicBezTo>
                    <a:cubicBezTo>
                      <a:pt x="5221" y="5381"/>
                      <a:pt x="5185" y="5016"/>
                      <a:pt x="5177" y="4648"/>
                    </a:cubicBezTo>
                    <a:cubicBezTo>
                      <a:pt x="5167" y="4147"/>
                      <a:pt x="5173" y="3645"/>
                      <a:pt x="5171" y="3142"/>
                    </a:cubicBezTo>
                    <a:cubicBezTo>
                      <a:pt x="5171" y="3094"/>
                      <a:pt x="5165" y="3048"/>
                      <a:pt x="5158" y="3000"/>
                    </a:cubicBezTo>
                    <a:cubicBezTo>
                      <a:pt x="5042" y="2270"/>
                      <a:pt x="4770" y="1601"/>
                      <a:pt x="4377" y="980"/>
                    </a:cubicBezTo>
                    <a:cubicBezTo>
                      <a:pt x="4227" y="743"/>
                      <a:pt x="4013" y="581"/>
                      <a:pt x="3747" y="486"/>
                    </a:cubicBezTo>
                    <a:cubicBezTo>
                      <a:pt x="3639" y="447"/>
                      <a:pt x="3528" y="411"/>
                      <a:pt x="3422" y="366"/>
                    </a:cubicBezTo>
                    <a:cubicBezTo>
                      <a:pt x="3101" y="232"/>
                      <a:pt x="2768" y="174"/>
                      <a:pt x="2425" y="174"/>
                    </a:cubicBezTo>
                    <a:cubicBezTo>
                      <a:pt x="2392" y="174"/>
                      <a:pt x="2359" y="175"/>
                      <a:pt x="2326" y="176"/>
                    </a:cubicBezTo>
                    <a:cubicBezTo>
                      <a:pt x="2200" y="179"/>
                      <a:pt x="2092" y="210"/>
                      <a:pt x="1983" y="279"/>
                    </a:cubicBezTo>
                    <a:cubicBezTo>
                      <a:pt x="1411" y="642"/>
                      <a:pt x="962" y="1131"/>
                      <a:pt x="550" y="1660"/>
                    </a:cubicBezTo>
                    <a:cubicBezTo>
                      <a:pt x="505" y="1717"/>
                      <a:pt x="473" y="1787"/>
                      <a:pt x="449" y="1858"/>
                    </a:cubicBezTo>
                    <a:cubicBezTo>
                      <a:pt x="329" y="2191"/>
                      <a:pt x="239" y="2528"/>
                      <a:pt x="182" y="2881"/>
                    </a:cubicBezTo>
                    <a:cubicBezTo>
                      <a:pt x="97" y="3411"/>
                      <a:pt x="1" y="3937"/>
                      <a:pt x="83" y="4477"/>
                    </a:cubicBezTo>
                    <a:cubicBezTo>
                      <a:pt x="115" y="4686"/>
                      <a:pt x="107" y="4899"/>
                      <a:pt x="145" y="5106"/>
                    </a:cubicBezTo>
                    <a:lnTo>
                      <a:pt x="146" y="5105"/>
                    </a:lnTo>
                    <a:cubicBezTo>
                      <a:pt x="302" y="5958"/>
                      <a:pt x="662" y="6734"/>
                      <a:pt x="1075" y="7487"/>
                    </a:cubicBezTo>
                    <a:cubicBezTo>
                      <a:pt x="1393" y="8066"/>
                      <a:pt x="1840" y="8542"/>
                      <a:pt x="2346" y="8964"/>
                    </a:cubicBezTo>
                    <a:cubicBezTo>
                      <a:pt x="2550" y="9133"/>
                      <a:pt x="2749" y="9307"/>
                      <a:pt x="2949" y="9481"/>
                    </a:cubicBezTo>
                    <a:cubicBezTo>
                      <a:pt x="2967" y="9496"/>
                      <a:pt x="2973" y="9526"/>
                      <a:pt x="2988" y="9561"/>
                    </a:cubicBezTo>
                    <a:cubicBezTo>
                      <a:pt x="2937" y="9576"/>
                      <a:pt x="2895" y="9588"/>
                      <a:pt x="2863" y="9597"/>
                    </a:cubicBezTo>
                    <a:cubicBezTo>
                      <a:pt x="2845" y="9738"/>
                      <a:pt x="2820" y="9867"/>
                      <a:pt x="2818" y="9995"/>
                    </a:cubicBezTo>
                    <a:cubicBezTo>
                      <a:pt x="2817" y="10100"/>
                      <a:pt x="2821" y="10217"/>
                      <a:pt x="2865" y="10310"/>
                    </a:cubicBezTo>
                    <a:cubicBezTo>
                      <a:pt x="2925" y="10436"/>
                      <a:pt x="3021" y="10545"/>
                      <a:pt x="3105" y="10661"/>
                    </a:cubicBezTo>
                    <a:cubicBezTo>
                      <a:pt x="3147" y="10718"/>
                      <a:pt x="3243" y="10769"/>
                      <a:pt x="3188" y="10845"/>
                    </a:cubicBezTo>
                    <a:cubicBezTo>
                      <a:pt x="3156" y="10887"/>
                      <a:pt x="3063" y="10884"/>
                      <a:pt x="2976" y="10907"/>
                    </a:cubicBezTo>
                    <a:cubicBezTo>
                      <a:pt x="2976" y="11105"/>
                      <a:pt x="2995" y="11324"/>
                      <a:pt x="2973" y="11537"/>
                    </a:cubicBezTo>
                    <a:cubicBezTo>
                      <a:pt x="2902" y="12199"/>
                      <a:pt x="2989" y="12856"/>
                      <a:pt x="3010" y="13515"/>
                    </a:cubicBezTo>
                    <a:cubicBezTo>
                      <a:pt x="3013" y="13627"/>
                      <a:pt x="3066" y="13695"/>
                      <a:pt x="3161" y="13732"/>
                    </a:cubicBezTo>
                    <a:cubicBezTo>
                      <a:pt x="3318" y="13794"/>
                      <a:pt x="3476" y="13866"/>
                      <a:pt x="3639" y="13905"/>
                    </a:cubicBezTo>
                    <a:cubicBezTo>
                      <a:pt x="4029" y="13998"/>
                      <a:pt x="4419" y="14091"/>
                      <a:pt x="4815" y="14152"/>
                    </a:cubicBezTo>
                    <a:cubicBezTo>
                      <a:pt x="5278" y="14224"/>
                      <a:pt x="5744" y="14281"/>
                      <a:pt x="6211" y="14313"/>
                    </a:cubicBezTo>
                    <a:cubicBezTo>
                      <a:pt x="6367" y="14324"/>
                      <a:pt x="6522" y="14329"/>
                      <a:pt x="6677" y="14329"/>
                    </a:cubicBezTo>
                    <a:cubicBezTo>
                      <a:pt x="7297" y="14329"/>
                      <a:pt x="7911" y="14246"/>
                      <a:pt x="8520" y="14112"/>
                    </a:cubicBezTo>
                    <a:cubicBezTo>
                      <a:pt x="8975" y="14013"/>
                      <a:pt x="9408" y="13860"/>
                      <a:pt x="9798" y="13597"/>
                    </a:cubicBezTo>
                    <a:cubicBezTo>
                      <a:pt x="9947" y="13498"/>
                      <a:pt x="10002" y="13366"/>
                      <a:pt x="9983" y="13201"/>
                    </a:cubicBezTo>
                    <a:cubicBezTo>
                      <a:pt x="9882" y="12361"/>
                      <a:pt x="9911" y="11517"/>
                      <a:pt x="9953" y="10674"/>
                    </a:cubicBezTo>
                    <a:cubicBezTo>
                      <a:pt x="9968" y="10391"/>
                      <a:pt x="9992" y="10107"/>
                      <a:pt x="10013" y="9799"/>
                    </a:cubicBezTo>
                    <a:lnTo>
                      <a:pt x="10013" y="9799"/>
                    </a:lnTo>
                    <a:cubicBezTo>
                      <a:pt x="9942" y="9831"/>
                      <a:pt x="9896" y="9859"/>
                      <a:pt x="9846" y="9870"/>
                    </a:cubicBezTo>
                    <a:cubicBezTo>
                      <a:pt x="9839" y="9871"/>
                      <a:pt x="9832" y="9872"/>
                      <a:pt x="9824" y="9872"/>
                    </a:cubicBezTo>
                    <a:cubicBezTo>
                      <a:pt x="9790" y="9872"/>
                      <a:pt x="9755" y="9860"/>
                      <a:pt x="9720" y="9856"/>
                    </a:cubicBezTo>
                    <a:cubicBezTo>
                      <a:pt x="9732" y="9814"/>
                      <a:pt x="9732" y="9757"/>
                      <a:pt x="9759" y="9733"/>
                    </a:cubicBezTo>
                    <a:cubicBezTo>
                      <a:pt x="9827" y="9678"/>
                      <a:pt x="9914" y="9646"/>
                      <a:pt x="9981" y="9591"/>
                    </a:cubicBezTo>
                    <a:cubicBezTo>
                      <a:pt x="10056" y="9528"/>
                      <a:pt x="10142" y="9460"/>
                      <a:pt x="10180" y="9375"/>
                    </a:cubicBezTo>
                    <a:cubicBezTo>
                      <a:pt x="10289" y="9135"/>
                      <a:pt x="10358" y="8877"/>
                      <a:pt x="10477" y="8640"/>
                    </a:cubicBezTo>
                    <a:cubicBezTo>
                      <a:pt x="10687" y="8217"/>
                      <a:pt x="10960" y="7844"/>
                      <a:pt x="11380" y="7589"/>
                    </a:cubicBezTo>
                    <a:cubicBezTo>
                      <a:pt x="11731" y="7376"/>
                      <a:pt x="12037" y="7099"/>
                      <a:pt x="12282" y="6769"/>
                    </a:cubicBezTo>
                    <a:cubicBezTo>
                      <a:pt x="12790" y="6083"/>
                      <a:pt x="13033" y="5330"/>
                      <a:pt x="12789" y="4473"/>
                    </a:cubicBezTo>
                    <a:cubicBezTo>
                      <a:pt x="12720" y="4231"/>
                      <a:pt x="12661" y="3987"/>
                      <a:pt x="12589" y="3747"/>
                    </a:cubicBezTo>
                    <a:cubicBezTo>
                      <a:pt x="12457" y="3306"/>
                      <a:pt x="12418" y="2854"/>
                      <a:pt x="12388" y="2399"/>
                    </a:cubicBezTo>
                    <a:cubicBezTo>
                      <a:pt x="12361" y="1976"/>
                      <a:pt x="12370" y="1562"/>
                      <a:pt x="12457" y="1143"/>
                    </a:cubicBezTo>
                    <a:cubicBezTo>
                      <a:pt x="12504" y="915"/>
                      <a:pt x="12496" y="671"/>
                      <a:pt x="12480" y="435"/>
                    </a:cubicBezTo>
                    <a:cubicBezTo>
                      <a:pt x="12469" y="290"/>
                      <a:pt x="12417" y="122"/>
                      <a:pt x="12252" y="77"/>
                    </a:cubicBezTo>
                    <a:cubicBezTo>
                      <a:pt x="12108" y="37"/>
                      <a:pt x="11954" y="1"/>
                      <a:pt x="11806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2"/>
              <p:cNvSpPr/>
              <p:nvPr/>
            </p:nvSpPr>
            <p:spPr>
              <a:xfrm>
                <a:off x="402850" y="1288500"/>
                <a:ext cx="68075" cy="183625"/>
              </a:xfrm>
              <a:custGeom>
                <a:avLst/>
                <a:gdLst/>
                <a:ahLst/>
                <a:cxnLst/>
                <a:rect l="l" t="t" r="r" b="b"/>
                <a:pathLst>
                  <a:path w="2723" h="7345" extrusionOk="0">
                    <a:moveTo>
                      <a:pt x="803" y="0"/>
                    </a:moveTo>
                    <a:cubicBezTo>
                      <a:pt x="516" y="0"/>
                      <a:pt x="287" y="146"/>
                      <a:pt x="88" y="356"/>
                    </a:cubicBezTo>
                    <a:cubicBezTo>
                      <a:pt x="1" y="447"/>
                      <a:pt x="8" y="503"/>
                      <a:pt x="76" y="609"/>
                    </a:cubicBezTo>
                    <a:cubicBezTo>
                      <a:pt x="152" y="729"/>
                      <a:pt x="233" y="846"/>
                      <a:pt x="298" y="974"/>
                    </a:cubicBezTo>
                    <a:cubicBezTo>
                      <a:pt x="724" y="1793"/>
                      <a:pt x="979" y="2656"/>
                      <a:pt x="964" y="3591"/>
                    </a:cubicBezTo>
                    <a:cubicBezTo>
                      <a:pt x="957" y="4134"/>
                      <a:pt x="940" y="4675"/>
                      <a:pt x="937" y="5219"/>
                    </a:cubicBezTo>
                    <a:cubicBezTo>
                      <a:pt x="936" y="5690"/>
                      <a:pt x="855" y="6164"/>
                      <a:pt x="727" y="6623"/>
                    </a:cubicBezTo>
                    <a:cubicBezTo>
                      <a:pt x="679" y="6799"/>
                      <a:pt x="628" y="6973"/>
                      <a:pt x="577" y="7148"/>
                    </a:cubicBezTo>
                    <a:cubicBezTo>
                      <a:pt x="756" y="7309"/>
                      <a:pt x="956" y="7344"/>
                      <a:pt x="1163" y="7344"/>
                    </a:cubicBezTo>
                    <a:cubicBezTo>
                      <a:pt x="1207" y="7344"/>
                      <a:pt x="1252" y="7343"/>
                      <a:pt x="1297" y="7340"/>
                    </a:cubicBezTo>
                    <a:cubicBezTo>
                      <a:pt x="1456" y="7331"/>
                      <a:pt x="1582" y="7265"/>
                      <a:pt x="1672" y="7130"/>
                    </a:cubicBezTo>
                    <a:cubicBezTo>
                      <a:pt x="1740" y="7027"/>
                      <a:pt x="1810" y="6928"/>
                      <a:pt x="1882" y="6829"/>
                    </a:cubicBezTo>
                    <a:cubicBezTo>
                      <a:pt x="2270" y="6303"/>
                      <a:pt x="2501" y="5712"/>
                      <a:pt x="2592" y="5070"/>
                    </a:cubicBezTo>
                    <a:cubicBezTo>
                      <a:pt x="2649" y="4668"/>
                      <a:pt x="2696" y="4263"/>
                      <a:pt x="2711" y="3856"/>
                    </a:cubicBezTo>
                    <a:cubicBezTo>
                      <a:pt x="2723" y="3540"/>
                      <a:pt x="2703" y="3217"/>
                      <a:pt x="2657" y="2903"/>
                    </a:cubicBezTo>
                    <a:cubicBezTo>
                      <a:pt x="2603" y="2536"/>
                      <a:pt x="2510" y="2171"/>
                      <a:pt x="2424" y="1808"/>
                    </a:cubicBezTo>
                    <a:cubicBezTo>
                      <a:pt x="2330" y="1412"/>
                      <a:pt x="2213" y="1020"/>
                      <a:pt x="2011" y="662"/>
                    </a:cubicBezTo>
                    <a:cubicBezTo>
                      <a:pt x="1807" y="299"/>
                      <a:pt x="1519" y="50"/>
                      <a:pt x="1078" y="30"/>
                    </a:cubicBezTo>
                    <a:cubicBezTo>
                      <a:pt x="1032" y="29"/>
                      <a:pt x="984" y="18"/>
                      <a:pt x="937" y="11"/>
                    </a:cubicBezTo>
                    <a:cubicBezTo>
                      <a:pt x="891" y="4"/>
                      <a:pt x="847" y="0"/>
                      <a:pt x="803" y="0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32"/>
              <p:cNvSpPr/>
              <p:nvPr/>
            </p:nvSpPr>
            <p:spPr>
              <a:xfrm>
                <a:off x="458650" y="1297200"/>
                <a:ext cx="64600" cy="175075"/>
              </a:xfrm>
              <a:custGeom>
                <a:avLst/>
                <a:gdLst/>
                <a:ahLst/>
                <a:cxnLst/>
                <a:rect l="l" t="t" r="r" b="b"/>
                <a:pathLst>
                  <a:path w="2584" h="7003" extrusionOk="0">
                    <a:moveTo>
                      <a:pt x="979" y="1"/>
                    </a:moveTo>
                    <a:cubicBezTo>
                      <a:pt x="841" y="1"/>
                      <a:pt x="702" y="40"/>
                      <a:pt x="564" y="123"/>
                    </a:cubicBezTo>
                    <a:cubicBezTo>
                      <a:pt x="425" y="207"/>
                      <a:pt x="300" y="312"/>
                      <a:pt x="164" y="402"/>
                    </a:cubicBezTo>
                    <a:cubicBezTo>
                      <a:pt x="63" y="467"/>
                      <a:pt x="66" y="539"/>
                      <a:pt x="101" y="645"/>
                    </a:cubicBezTo>
                    <a:cubicBezTo>
                      <a:pt x="201" y="954"/>
                      <a:pt x="303" y="1265"/>
                      <a:pt x="378" y="1582"/>
                    </a:cubicBezTo>
                    <a:cubicBezTo>
                      <a:pt x="524" y="2203"/>
                      <a:pt x="680" y="2824"/>
                      <a:pt x="648" y="3471"/>
                    </a:cubicBezTo>
                    <a:cubicBezTo>
                      <a:pt x="636" y="3715"/>
                      <a:pt x="630" y="3960"/>
                      <a:pt x="605" y="4203"/>
                    </a:cubicBezTo>
                    <a:cubicBezTo>
                      <a:pt x="537" y="4863"/>
                      <a:pt x="387" y="5502"/>
                      <a:pt x="86" y="6098"/>
                    </a:cubicBezTo>
                    <a:cubicBezTo>
                      <a:pt x="9" y="6248"/>
                      <a:pt x="0" y="6380"/>
                      <a:pt x="108" y="6514"/>
                    </a:cubicBezTo>
                    <a:cubicBezTo>
                      <a:pt x="180" y="6604"/>
                      <a:pt x="248" y="6698"/>
                      <a:pt x="327" y="6781"/>
                    </a:cubicBezTo>
                    <a:cubicBezTo>
                      <a:pt x="480" y="6936"/>
                      <a:pt x="656" y="7002"/>
                      <a:pt x="847" y="7002"/>
                    </a:cubicBezTo>
                    <a:cubicBezTo>
                      <a:pt x="928" y="7002"/>
                      <a:pt x="1012" y="6990"/>
                      <a:pt x="1098" y="6968"/>
                    </a:cubicBezTo>
                    <a:cubicBezTo>
                      <a:pt x="1308" y="6914"/>
                      <a:pt x="1481" y="6797"/>
                      <a:pt x="1640" y="6653"/>
                    </a:cubicBezTo>
                    <a:cubicBezTo>
                      <a:pt x="1942" y="6382"/>
                      <a:pt x="2137" y="6044"/>
                      <a:pt x="2230" y="5651"/>
                    </a:cubicBezTo>
                    <a:cubicBezTo>
                      <a:pt x="2290" y="5400"/>
                      <a:pt x="2336" y="5145"/>
                      <a:pt x="2386" y="4893"/>
                    </a:cubicBezTo>
                    <a:cubicBezTo>
                      <a:pt x="2480" y="4419"/>
                      <a:pt x="2573" y="3946"/>
                      <a:pt x="2584" y="3456"/>
                    </a:cubicBezTo>
                    <a:cubicBezTo>
                      <a:pt x="2527" y="2958"/>
                      <a:pt x="2471" y="2458"/>
                      <a:pt x="2408" y="1960"/>
                    </a:cubicBezTo>
                    <a:cubicBezTo>
                      <a:pt x="2360" y="1573"/>
                      <a:pt x="2237" y="1208"/>
                      <a:pt x="2078" y="852"/>
                    </a:cubicBezTo>
                    <a:cubicBezTo>
                      <a:pt x="1942" y="549"/>
                      <a:pt x="1729" y="318"/>
                      <a:pt x="1449" y="147"/>
                    </a:cubicBezTo>
                    <a:cubicBezTo>
                      <a:pt x="1296" y="52"/>
                      <a:pt x="1138" y="1"/>
                      <a:pt x="979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32"/>
              <p:cNvSpPr/>
              <p:nvPr/>
            </p:nvSpPr>
            <p:spPr>
              <a:xfrm>
                <a:off x="240750" y="1284475"/>
                <a:ext cx="333250" cy="372375"/>
              </a:xfrm>
              <a:custGeom>
                <a:avLst/>
                <a:gdLst/>
                <a:ahLst/>
                <a:cxnLst/>
                <a:rect l="l" t="t" r="r" b="b"/>
                <a:pathLst>
                  <a:path w="13330" h="14895" extrusionOk="0">
                    <a:moveTo>
                      <a:pt x="7287" y="161"/>
                    </a:moveTo>
                    <a:cubicBezTo>
                      <a:pt x="7331" y="161"/>
                      <a:pt x="7375" y="165"/>
                      <a:pt x="7421" y="172"/>
                    </a:cubicBezTo>
                    <a:cubicBezTo>
                      <a:pt x="7468" y="179"/>
                      <a:pt x="7516" y="190"/>
                      <a:pt x="7562" y="191"/>
                    </a:cubicBezTo>
                    <a:cubicBezTo>
                      <a:pt x="8003" y="211"/>
                      <a:pt x="8291" y="460"/>
                      <a:pt x="8495" y="823"/>
                    </a:cubicBezTo>
                    <a:cubicBezTo>
                      <a:pt x="8697" y="1181"/>
                      <a:pt x="8814" y="1573"/>
                      <a:pt x="8908" y="1969"/>
                    </a:cubicBezTo>
                    <a:cubicBezTo>
                      <a:pt x="8994" y="2332"/>
                      <a:pt x="9087" y="2697"/>
                      <a:pt x="9141" y="3064"/>
                    </a:cubicBezTo>
                    <a:cubicBezTo>
                      <a:pt x="9186" y="3378"/>
                      <a:pt x="9207" y="3701"/>
                      <a:pt x="9195" y="4017"/>
                    </a:cubicBezTo>
                    <a:cubicBezTo>
                      <a:pt x="9180" y="4424"/>
                      <a:pt x="9133" y="4829"/>
                      <a:pt x="9076" y="5231"/>
                    </a:cubicBezTo>
                    <a:cubicBezTo>
                      <a:pt x="8985" y="5873"/>
                      <a:pt x="8754" y="6464"/>
                      <a:pt x="8366" y="6990"/>
                    </a:cubicBezTo>
                    <a:cubicBezTo>
                      <a:pt x="8294" y="7089"/>
                      <a:pt x="8224" y="7188"/>
                      <a:pt x="8156" y="7291"/>
                    </a:cubicBezTo>
                    <a:cubicBezTo>
                      <a:pt x="8066" y="7426"/>
                      <a:pt x="7939" y="7492"/>
                      <a:pt x="7781" y="7501"/>
                    </a:cubicBezTo>
                    <a:cubicBezTo>
                      <a:pt x="7736" y="7504"/>
                      <a:pt x="7691" y="7505"/>
                      <a:pt x="7647" y="7505"/>
                    </a:cubicBezTo>
                    <a:cubicBezTo>
                      <a:pt x="7440" y="7505"/>
                      <a:pt x="7240" y="7470"/>
                      <a:pt x="7061" y="7309"/>
                    </a:cubicBezTo>
                    <a:cubicBezTo>
                      <a:pt x="7112" y="7134"/>
                      <a:pt x="7163" y="6960"/>
                      <a:pt x="7211" y="6784"/>
                    </a:cubicBezTo>
                    <a:cubicBezTo>
                      <a:pt x="7339" y="6325"/>
                      <a:pt x="7420" y="5851"/>
                      <a:pt x="7421" y="5380"/>
                    </a:cubicBezTo>
                    <a:cubicBezTo>
                      <a:pt x="7424" y="4836"/>
                      <a:pt x="7441" y="4295"/>
                      <a:pt x="7448" y="3752"/>
                    </a:cubicBezTo>
                    <a:cubicBezTo>
                      <a:pt x="7463" y="2817"/>
                      <a:pt x="7207" y="1954"/>
                      <a:pt x="6782" y="1133"/>
                    </a:cubicBezTo>
                    <a:cubicBezTo>
                      <a:pt x="6717" y="1007"/>
                      <a:pt x="6635" y="889"/>
                      <a:pt x="6558" y="769"/>
                    </a:cubicBezTo>
                    <a:cubicBezTo>
                      <a:pt x="6491" y="664"/>
                      <a:pt x="6485" y="607"/>
                      <a:pt x="6572" y="517"/>
                    </a:cubicBezTo>
                    <a:cubicBezTo>
                      <a:pt x="6771" y="307"/>
                      <a:pt x="7000" y="161"/>
                      <a:pt x="7287" y="161"/>
                    </a:cubicBezTo>
                    <a:close/>
                    <a:moveTo>
                      <a:pt x="9696" y="510"/>
                    </a:moveTo>
                    <a:cubicBezTo>
                      <a:pt x="9855" y="510"/>
                      <a:pt x="10012" y="562"/>
                      <a:pt x="10165" y="656"/>
                    </a:cubicBezTo>
                    <a:cubicBezTo>
                      <a:pt x="10445" y="827"/>
                      <a:pt x="10658" y="1058"/>
                      <a:pt x="10794" y="1361"/>
                    </a:cubicBezTo>
                    <a:cubicBezTo>
                      <a:pt x="10953" y="1717"/>
                      <a:pt x="11076" y="2082"/>
                      <a:pt x="11124" y="2469"/>
                    </a:cubicBezTo>
                    <a:cubicBezTo>
                      <a:pt x="11187" y="2967"/>
                      <a:pt x="11243" y="3467"/>
                      <a:pt x="11300" y="3965"/>
                    </a:cubicBezTo>
                    <a:cubicBezTo>
                      <a:pt x="11289" y="4455"/>
                      <a:pt x="11196" y="4928"/>
                      <a:pt x="11102" y="5402"/>
                    </a:cubicBezTo>
                    <a:cubicBezTo>
                      <a:pt x="11052" y="5654"/>
                      <a:pt x="11006" y="5909"/>
                      <a:pt x="10946" y="6160"/>
                    </a:cubicBezTo>
                    <a:cubicBezTo>
                      <a:pt x="10853" y="6553"/>
                      <a:pt x="10658" y="6891"/>
                      <a:pt x="10356" y="7162"/>
                    </a:cubicBezTo>
                    <a:cubicBezTo>
                      <a:pt x="10197" y="7306"/>
                      <a:pt x="10024" y="7423"/>
                      <a:pt x="9814" y="7477"/>
                    </a:cubicBezTo>
                    <a:cubicBezTo>
                      <a:pt x="9728" y="7499"/>
                      <a:pt x="9644" y="7511"/>
                      <a:pt x="9563" y="7511"/>
                    </a:cubicBezTo>
                    <a:cubicBezTo>
                      <a:pt x="9371" y="7511"/>
                      <a:pt x="9195" y="7445"/>
                      <a:pt x="9043" y="7290"/>
                    </a:cubicBezTo>
                    <a:cubicBezTo>
                      <a:pt x="8964" y="7207"/>
                      <a:pt x="8896" y="7111"/>
                      <a:pt x="8824" y="7023"/>
                    </a:cubicBezTo>
                    <a:cubicBezTo>
                      <a:pt x="8716" y="6889"/>
                      <a:pt x="8725" y="6757"/>
                      <a:pt x="8802" y="6607"/>
                    </a:cubicBezTo>
                    <a:cubicBezTo>
                      <a:pt x="9103" y="6011"/>
                      <a:pt x="9253" y="5372"/>
                      <a:pt x="9321" y="4712"/>
                    </a:cubicBezTo>
                    <a:cubicBezTo>
                      <a:pt x="9345" y="4469"/>
                      <a:pt x="9352" y="4224"/>
                      <a:pt x="9364" y="3980"/>
                    </a:cubicBezTo>
                    <a:cubicBezTo>
                      <a:pt x="9396" y="3333"/>
                      <a:pt x="9240" y="2712"/>
                      <a:pt x="9093" y="2091"/>
                    </a:cubicBezTo>
                    <a:cubicBezTo>
                      <a:pt x="9019" y="1774"/>
                      <a:pt x="8917" y="1463"/>
                      <a:pt x="8815" y="1154"/>
                    </a:cubicBezTo>
                    <a:cubicBezTo>
                      <a:pt x="8782" y="1048"/>
                      <a:pt x="8779" y="976"/>
                      <a:pt x="8880" y="911"/>
                    </a:cubicBezTo>
                    <a:cubicBezTo>
                      <a:pt x="9016" y="823"/>
                      <a:pt x="9141" y="716"/>
                      <a:pt x="9280" y="632"/>
                    </a:cubicBezTo>
                    <a:cubicBezTo>
                      <a:pt x="9418" y="549"/>
                      <a:pt x="9558" y="510"/>
                      <a:pt x="9696" y="510"/>
                    </a:cubicBezTo>
                    <a:close/>
                    <a:moveTo>
                      <a:pt x="5544" y="378"/>
                    </a:moveTo>
                    <a:cubicBezTo>
                      <a:pt x="5549" y="378"/>
                      <a:pt x="5554" y="378"/>
                      <a:pt x="5559" y="379"/>
                    </a:cubicBezTo>
                    <a:cubicBezTo>
                      <a:pt x="5630" y="380"/>
                      <a:pt x="5706" y="394"/>
                      <a:pt x="5771" y="422"/>
                    </a:cubicBezTo>
                    <a:cubicBezTo>
                      <a:pt x="5900" y="481"/>
                      <a:pt x="6023" y="554"/>
                      <a:pt x="6149" y="622"/>
                    </a:cubicBezTo>
                    <a:cubicBezTo>
                      <a:pt x="6302" y="704"/>
                      <a:pt x="6414" y="830"/>
                      <a:pt x="6509" y="973"/>
                    </a:cubicBezTo>
                    <a:cubicBezTo>
                      <a:pt x="6800" y="1408"/>
                      <a:pt x="6982" y="1891"/>
                      <a:pt x="7103" y="2395"/>
                    </a:cubicBezTo>
                    <a:cubicBezTo>
                      <a:pt x="7187" y="2743"/>
                      <a:pt x="7265" y="3097"/>
                      <a:pt x="7295" y="3455"/>
                    </a:cubicBezTo>
                    <a:cubicBezTo>
                      <a:pt x="7322" y="3762"/>
                      <a:pt x="7277" y="4077"/>
                      <a:pt x="7265" y="4389"/>
                    </a:cubicBezTo>
                    <a:cubicBezTo>
                      <a:pt x="7256" y="4605"/>
                      <a:pt x="7232" y="4824"/>
                      <a:pt x="7247" y="5039"/>
                    </a:cubicBezTo>
                    <a:cubicBezTo>
                      <a:pt x="7283" y="5588"/>
                      <a:pt x="7190" y="6122"/>
                      <a:pt x="7090" y="6655"/>
                    </a:cubicBezTo>
                    <a:cubicBezTo>
                      <a:pt x="7018" y="7039"/>
                      <a:pt x="6813" y="7362"/>
                      <a:pt x="6513" y="7615"/>
                    </a:cubicBezTo>
                    <a:cubicBezTo>
                      <a:pt x="6336" y="7763"/>
                      <a:pt x="6129" y="7839"/>
                      <a:pt x="5926" y="7839"/>
                    </a:cubicBezTo>
                    <a:cubicBezTo>
                      <a:pt x="5761" y="7839"/>
                      <a:pt x="5598" y="7789"/>
                      <a:pt x="5457" y="7689"/>
                    </a:cubicBezTo>
                    <a:cubicBezTo>
                      <a:pt x="5382" y="7636"/>
                      <a:pt x="5324" y="7560"/>
                      <a:pt x="5250" y="7489"/>
                    </a:cubicBezTo>
                    <a:cubicBezTo>
                      <a:pt x="5540" y="7011"/>
                      <a:pt x="5565" y="6493"/>
                      <a:pt x="5576" y="5975"/>
                    </a:cubicBezTo>
                    <a:cubicBezTo>
                      <a:pt x="5579" y="5746"/>
                      <a:pt x="5559" y="5513"/>
                      <a:pt x="5556" y="5284"/>
                    </a:cubicBezTo>
                    <a:cubicBezTo>
                      <a:pt x="5547" y="4773"/>
                      <a:pt x="5510" y="4262"/>
                      <a:pt x="5543" y="3756"/>
                    </a:cubicBezTo>
                    <a:cubicBezTo>
                      <a:pt x="5577" y="3222"/>
                      <a:pt x="5435" y="2733"/>
                      <a:pt x="5262" y="2247"/>
                    </a:cubicBezTo>
                    <a:cubicBezTo>
                      <a:pt x="5141" y="1909"/>
                      <a:pt x="5004" y="1572"/>
                      <a:pt x="4774" y="1288"/>
                    </a:cubicBezTo>
                    <a:cubicBezTo>
                      <a:pt x="4660" y="1147"/>
                      <a:pt x="4533" y="1015"/>
                      <a:pt x="4405" y="884"/>
                    </a:cubicBezTo>
                    <a:cubicBezTo>
                      <a:pt x="4308" y="785"/>
                      <a:pt x="4306" y="733"/>
                      <a:pt x="4428" y="667"/>
                    </a:cubicBezTo>
                    <a:lnTo>
                      <a:pt x="4426" y="667"/>
                    </a:lnTo>
                    <a:cubicBezTo>
                      <a:pt x="4704" y="515"/>
                      <a:pt x="4999" y="422"/>
                      <a:pt x="5318" y="403"/>
                    </a:cubicBezTo>
                    <a:cubicBezTo>
                      <a:pt x="5394" y="398"/>
                      <a:pt x="5468" y="378"/>
                      <a:pt x="5544" y="378"/>
                    </a:cubicBezTo>
                    <a:close/>
                    <a:moveTo>
                      <a:pt x="12024" y="330"/>
                    </a:moveTo>
                    <a:cubicBezTo>
                      <a:pt x="12173" y="330"/>
                      <a:pt x="12327" y="366"/>
                      <a:pt x="12470" y="406"/>
                    </a:cubicBezTo>
                    <a:cubicBezTo>
                      <a:pt x="12634" y="451"/>
                      <a:pt x="12688" y="619"/>
                      <a:pt x="12697" y="763"/>
                    </a:cubicBezTo>
                    <a:cubicBezTo>
                      <a:pt x="12713" y="998"/>
                      <a:pt x="12721" y="1244"/>
                      <a:pt x="12674" y="1472"/>
                    </a:cubicBezTo>
                    <a:cubicBezTo>
                      <a:pt x="12587" y="1891"/>
                      <a:pt x="12578" y="2305"/>
                      <a:pt x="12605" y="2728"/>
                    </a:cubicBezTo>
                    <a:cubicBezTo>
                      <a:pt x="12637" y="3183"/>
                      <a:pt x="12674" y="3635"/>
                      <a:pt x="12806" y="4076"/>
                    </a:cubicBezTo>
                    <a:cubicBezTo>
                      <a:pt x="12878" y="4316"/>
                      <a:pt x="12937" y="4560"/>
                      <a:pt x="13006" y="4802"/>
                    </a:cubicBezTo>
                    <a:cubicBezTo>
                      <a:pt x="13250" y="5659"/>
                      <a:pt x="13009" y="6412"/>
                      <a:pt x="12499" y="7098"/>
                    </a:cubicBezTo>
                    <a:cubicBezTo>
                      <a:pt x="12254" y="7428"/>
                      <a:pt x="11948" y="7705"/>
                      <a:pt x="11597" y="7918"/>
                    </a:cubicBezTo>
                    <a:cubicBezTo>
                      <a:pt x="11178" y="8172"/>
                      <a:pt x="10904" y="8544"/>
                      <a:pt x="10694" y="8969"/>
                    </a:cubicBezTo>
                    <a:cubicBezTo>
                      <a:pt x="10577" y="9204"/>
                      <a:pt x="10506" y="9464"/>
                      <a:pt x="10398" y="9704"/>
                    </a:cubicBezTo>
                    <a:cubicBezTo>
                      <a:pt x="10359" y="9788"/>
                      <a:pt x="10273" y="9857"/>
                      <a:pt x="10198" y="9920"/>
                    </a:cubicBezTo>
                    <a:cubicBezTo>
                      <a:pt x="10132" y="9975"/>
                      <a:pt x="10044" y="10007"/>
                      <a:pt x="9978" y="10062"/>
                    </a:cubicBezTo>
                    <a:cubicBezTo>
                      <a:pt x="9949" y="10085"/>
                      <a:pt x="9949" y="10143"/>
                      <a:pt x="9937" y="10185"/>
                    </a:cubicBezTo>
                    <a:cubicBezTo>
                      <a:pt x="9972" y="10189"/>
                      <a:pt x="10008" y="10201"/>
                      <a:pt x="10042" y="10201"/>
                    </a:cubicBezTo>
                    <a:cubicBezTo>
                      <a:pt x="10049" y="10201"/>
                      <a:pt x="10056" y="10200"/>
                      <a:pt x="10063" y="10199"/>
                    </a:cubicBezTo>
                    <a:cubicBezTo>
                      <a:pt x="10114" y="10188"/>
                      <a:pt x="10159" y="10160"/>
                      <a:pt x="10230" y="10128"/>
                    </a:cubicBezTo>
                    <a:lnTo>
                      <a:pt x="10230" y="10128"/>
                    </a:lnTo>
                    <a:cubicBezTo>
                      <a:pt x="10209" y="10436"/>
                      <a:pt x="10185" y="10720"/>
                      <a:pt x="10171" y="11003"/>
                    </a:cubicBezTo>
                    <a:cubicBezTo>
                      <a:pt x="10129" y="11846"/>
                      <a:pt x="10099" y="12688"/>
                      <a:pt x="10200" y="13530"/>
                    </a:cubicBezTo>
                    <a:cubicBezTo>
                      <a:pt x="10219" y="13695"/>
                      <a:pt x="10165" y="13826"/>
                      <a:pt x="10017" y="13926"/>
                    </a:cubicBezTo>
                    <a:cubicBezTo>
                      <a:pt x="9625" y="14189"/>
                      <a:pt x="9192" y="14340"/>
                      <a:pt x="8737" y="14441"/>
                    </a:cubicBezTo>
                    <a:cubicBezTo>
                      <a:pt x="8130" y="14575"/>
                      <a:pt x="7515" y="14658"/>
                      <a:pt x="6895" y="14658"/>
                    </a:cubicBezTo>
                    <a:cubicBezTo>
                      <a:pt x="6740" y="14658"/>
                      <a:pt x="6585" y="14653"/>
                      <a:pt x="6429" y="14642"/>
                    </a:cubicBezTo>
                    <a:cubicBezTo>
                      <a:pt x="5961" y="14610"/>
                      <a:pt x="5496" y="14553"/>
                      <a:pt x="5032" y="14481"/>
                    </a:cubicBezTo>
                    <a:cubicBezTo>
                      <a:pt x="4636" y="14420"/>
                      <a:pt x="4246" y="14327"/>
                      <a:pt x="3856" y="14234"/>
                    </a:cubicBezTo>
                    <a:cubicBezTo>
                      <a:pt x="3693" y="14195"/>
                      <a:pt x="3535" y="14123"/>
                      <a:pt x="3378" y="14061"/>
                    </a:cubicBezTo>
                    <a:cubicBezTo>
                      <a:pt x="3283" y="14024"/>
                      <a:pt x="3232" y="13956"/>
                      <a:pt x="3227" y="13844"/>
                    </a:cubicBezTo>
                    <a:cubicBezTo>
                      <a:pt x="3206" y="13185"/>
                      <a:pt x="3119" y="12528"/>
                      <a:pt x="3190" y="11866"/>
                    </a:cubicBezTo>
                    <a:cubicBezTo>
                      <a:pt x="3212" y="11651"/>
                      <a:pt x="3193" y="11432"/>
                      <a:pt x="3193" y="11236"/>
                    </a:cubicBezTo>
                    <a:cubicBezTo>
                      <a:pt x="3280" y="11212"/>
                      <a:pt x="3375" y="11216"/>
                      <a:pt x="3405" y="11174"/>
                    </a:cubicBezTo>
                    <a:cubicBezTo>
                      <a:pt x="3462" y="11096"/>
                      <a:pt x="3366" y="11047"/>
                      <a:pt x="3323" y="10990"/>
                    </a:cubicBezTo>
                    <a:cubicBezTo>
                      <a:pt x="3238" y="10874"/>
                      <a:pt x="3142" y="10765"/>
                      <a:pt x="3082" y="10637"/>
                    </a:cubicBezTo>
                    <a:cubicBezTo>
                      <a:pt x="3038" y="10546"/>
                      <a:pt x="3034" y="10429"/>
                      <a:pt x="3035" y="10324"/>
                    </a:cubicBezTo>
                    <a:cubicBezTo>
                      <a:pt x="3037" y="10196"/>
                      <a:pt x="3062" y="10067"/>
                      <a:pt x="3080" y="9926"/>
                    </a:cubicBezTo>
                    <a:cubicBezTo>
                      <a:pt x="3113" y="9917"/>
                      <a:pt x="3154" y="9905"/>
                      <a:pt x="3206" y="9890"/>
                    </a:cubicBezTo>
                    <a:cubicBezTo>
                      <a:pt x="3190" y="9854"/>
                      <a:pt x="3184" y="9825"/>
                      <a:pt x="3167" y="9810"/>
                    </a:cubicBezTo>
                    <a:cubicBezTo>
                      <a:pt x="2966" y="9636"/>
                      <a:pt x="2767" y="9462"/>
                      <a:pt x="2563" y="9293"/>
                    </a:cubicBezTo>
                    <a:cubicBezTo>
                      <a:pt x="2057" y="8871"/>
                      <a:pt x="1610" y="8395"/>
                      <a:pt x="1292" y="7816"/>
                    </a:cubicBezTo>
                    <a:cubicBezTo>
                      <a:pt x="879" y="7063"/>
                      <a:pt x="519" y="6287"/>
                      <a:pt x="363" y="5434"/>
                    </a:cubicBezTo>
                    <a:cubicBezTo>
                      <a:pt x="326" y="5228"/>
                      <a:pt x="333" y="5013"/>
                      <a:pt x="302" y="4806"/>
                    </a:cubicBezTo>
                    <a:cubicBezTo>
                      <a:pt x="219" y="4266"/>
                      <a:pt x="315" y="3740"/>
                      <a:pt x="401" y="3208"/>
                    </a:cubicBezTo>
                    <a:lnTo>
                      <a:pt x="401" y="3210"/>
                    </a:lnTo>
                    <a:cubicBezTo>
                      <a:pt x="458" y="2857"/>
                      <a:pt x="546" y="2518"/>
                      <a:pt x="666" y="2187"/>
                    </a:cubicBezTo>
                    <a:cubicBezTo>
                      <a:pt x="692" y="2116"/>
                      <a:pt x="722" y="2046"/>
                      <a:pt x="767" y="1987"/>
                    </a:cubicBezTo>
                    <a:cubicBezTo>
                      <a:pt x="1179" y="1460"/>
                      <a:pt x="1630" y="971"/>
                      <a:pt x="2200" y="608"/>
                    </a:cubicBezTo>
                    <a:cubicBezTo>
                      <a:pt x="2309" y="539"/>
                      <a:pt x="2417" y="508"/>
                      <a:pt x="2543" y="505"/>
                    </a:cubicBezTo>
                    <a:cubicBezTo>
                      <a:pt x="2576" y="504"/>
                      <a:pt x="2610" y="503"/>
                      <a:pt x="2643" y="503"/>
                    </a:cubicBezTo>
                    <a:cubicBezTo>
                      <a:pt x="2987" y="503"/>
                      <a:pt x="3320" y="561"/>
                      <a:pt x="3640" y="695"/>
                    </a:cubicBezTo>
                    <a:cubicBezTo>
                      <a:pt x="3745" y="740"/>
                      <a:pt x="3856" y="776"/>
                      <a:pt x="3964" y="815"/>
                    </a:cubicBezTo>
                    <a:cubicBezTo>
                      <a:pt x="4230" y="910"/>
                      <a:pt x="4446" y="1072"/>
                      <a:pt x="4596" y="1309"/>
                    </a:cubicBezTo>
                    <a:cubicBezTo>
                      <a:pt x="4987" y="1930"/>
                      <a:pt x="5259" y="2599"/>
                      <a:pt x="5376" y="3329"/>
                    </a:cubicBezTo>
                    <a:cubicBezTo>
                      <a:pt x="5382" y="3375"/>
                      <a:pt x="5388" y="3423"/>
                      <a:pt x="5388" y="3471"/>
                    </a:cubicBezTo>
                    <a:cubicBezTo>
                      <a:pt x="5390" y="3974"/>
                      <a:pt x="5385" y="4475"/>
                      <a:pt x="5394" y="4977"/>
                    </a:cubicBezTo>
                    <a:cubicBezTo>
                      <a:pt x="5402" y="5344"/>
                      <a:pt x="5438" y="5710"/>
                      <a:pt x="5444" y="6076"/>
                    </a:cubicBezTo>
                    <a:cubicBezTo>
                      <a:pt x="5450" y="6466"/>
                      <a:pt x="5394" y="6850"/>
                      <a:pt x="5234" y="7210"/>
                    </a:cubicBezTo>
                    <a:cubicBezTo>
                      <a:pt x="5202" y="7282"/>
                      <a:pt x="5156" y="7351"/>
                      <a:pt x="5103" y="7411"/>
                    </a:cubicBezTo>
                    <a:cubicBezTo>
                      <a:pt x="5007" y="7516"/>
                      <a:pt x="4905" y="7617"/>
                      <a:pt x="4800" y="7714"/>
                    </a:cubicBezTo>
                    <a:cubicBezTo>
                      <a:pt x="4603" y="7899"/>
                      <a:pt x="4356" y="8016"/>
                      <a:pt x="4086" y="8016"/>
                    </a:cubicBezTo>
                    <a:cubicBezTo>
                      <a:pt x="3924" y="8016"/>
                      <a:pt x="3754" y="7974"/>
                      <a:pt x="3582" y="7879"/>
                    </a:cubicBezTo>
                    <a:cubicBezTo>
                      <a:pt x="3347" y="7752"/>
                      <a:pt x="3176" y="7605"/>
                      <a:pt x="3077" y="7357"/>
                    </a:cubicBezTo>
                    <a:cubicBezTo>
                      <a:pt x="2993" y="7146"/>
                      <a:pt x="2926" y="6937"/>
                      <a:pt x="2906" y="6710"/>
                    </a:cubicBezTo>
                    <a:cubicBezTo>
                      <a:pt x="2818" y="5669"/>
                      <a:pt x="2731" y="4628"/>
                      <a:pt x="2555" y="3594"/>
                    </a:cubicBezTo>
                    <a:cubicBezTo>
                      <a:pt x="2489" y="3207"/>
                      <a:pt x="2389" y="2839"/>
                      <a:pt x="2209" y="2494"/>
                    </a:cubicBezTo>
                    <a:cubicBezTo>
                      <a:pt x="2156" y="2392"/>
                      <a:pt x="2084" y="2301"/>
                      <a:pt x="2014" y="2209"/>
                    </a:cubicBezTo>
                    <a:cubicBezTo>
                      <a:pt x="1986" y="2173"/>
                      <a:pt x="1953" y="2157"/>
                      <a:pt x="1919" y="2157"/>
                    </a:cubicBezTo>
                    <a:cubicBezTo>
                      <a:pt x="1891" y="2157"/>
                      <a:pt x="1861" y="2167"/>
                      <a:pt x="1832" y="2187"/>
                    </a:cubicBezTo>
                    <a:cubicBezTo>
                      <a:pt x="1757" y="2235"/>
                      <a:pt x="1766" y="2298"/>
                      <a:pt x="1807" y="2362"/>
                    </a:cubicBezTo>
                    <a:cubicBezTo>
                      <a:pt x="1910" y="2530"/>
                      <a:pt x="2014" y="2698"/>
                      <a:pt x="2119" y="2865"/>
                    </a:cubicBezTo>
                    <a:cubicBezTo>
                      <a:pt x="2234" y="3046"/>
                      <a:pt x="2302" y="3240"/>
                      <a:pt x="2297" y="3471"/>
                    </a:cubicBezTo>
                    <a:cubicBezTo>
                      <a:pt x="2194" y="3464"/>
                      <a:pt x="2153" y="3389"/>
                      <a:pt x="2116" y="3324"/>
                    </a:cubicBezTo>
                    <a:cubicBezTo>
                      <a:pt x="1994" y="3120"/>
                      <a:pt x="1880" y="2911"/>
                      <a:pt x="1763" y="2704"/>
                    </a:cubicBezTo>
                    <a:cubicBezTo>
                      <a:pt x="1727" y="2641"/>
                      <a:pt x="1693" y="2580"/>
                      <a:pt x="1642" y="2490"/>
                    </a:cubicBezTo>
                    <a:lnTo>
                      <a:pt x="1642" y="2490"/>
                    </a:lnTo>
                    <a:cubicBezTo>
                      <a:pt x="1578" y="2598"/>
                      <a:pt x="1604" y="2661"/>
                      <a:pt x="1643" y="2724"/>
                    </a:cubicBezTo>
                    <a:cubicBezTo>
                      <a:pt x="1789" y="2961"/>
                      <a:pt x="1936" y="3198"/>
                      <a:pt x="2080" y="3437"/>
                    </a:cubicBezTo>
                    <a:cubicBezTo>
                      <a:pt x="2132" y="3522"/>
                      <a:pt x="2193" y="3593"/>
                      <a:pt x="2314" y="3593"/>
                    </a:cubicBezTo>
                    <a:cubicBezTo>
                      <a:pt x="2321" y="3593"/>
                      <a:pt x="2329" y="3593"/>
                      <a:pt x="2336" y="3593"/>
                    </a:cubicBezTo>
                    <a:cubicBezTo>
                      <a:pt x="2392" y="3969"/>
                      <a:pt x="2458" y="4335"/>
                      <a:pt x="2498" y="4706"/>
                    </a:cubicBezTo>
                    <a:cubicBezTo>
                      <a:pt x="2576" y="5429"/>
                      <a:pt x="2642" y="6152"/>
                      <a:pt x="2711" y="6876"/>
                    </a:cubicBezTo>
                    <a:cubicBezTo>
                      <a:pt x="2743" y="7218"/>
                      <a:pt x="2920" y="7503"/>
                      <a:pt x="3059" y="7804"/>
                    </a:cubicBezTo>
                    <a:cubicBezTo>
                      <a:pt x="3067" y="7822"/>
                      <a:pt x="3080" y="7842"/>
                      <a:pt x="3098" y="7851"/>
                    </a:cubicBezTo>
                    <a:cubicBezTo>
                      <a:pt x="3399" y="8022"/>
                      <a:pt x="3688" y="8223"/>
                      <a:pt x="4050" y="8236"/>
                    </a:cubicBezTo>
                    <a:cubicBezTo>
                      <a:pt x="4066" y="8237"/>
                      <a:pt x="4081" y="8237"/>
                      <a:pt x="4097" y="8237"/>
                    </a:cubicBezTo>
                    <a:cubicBezTo>
                      <a:pt x="4461" y="8237"/>
                      <a:pt x="4753" y="8057"/>
                      <a:pt x="5016" y="7822"/>
                    </a:cubicBezTo>
                    <a:cubicBezTo>
                      <a:pt x="5071" y="7773"/>
                      <a:pt x="5114" y="7708"/>
                      <a:pt x="5174" y="7636"/>
                    </a:cubicBezTo>
                    <a:cubicBezTo>
                      <a:pt x="5398" y="7870"/>
                      <a:pt x="5645" y="8003"/>
                      <a:pt x="5931" y="8003"/>
                    </a:cubicBezTo>
                    <a:cubicBezTo>
                      <a:pt x="5987" y="8003"/>
                      <a:pt x="6044" y="7998"/>
                      <a:pt x="6102" y="7987"/>
                    </a:cubicBezTo>
                    <a:cubicBezTo>
                      <a:pt x="6447" y="7929"/>
                      <a:pt x="6713" y="7734"/>
                      <a:pt x="6923" y="7449"/>
                    </a:cubicBezTo>
                    <a:cubicBezTo>
                      <a:pt x="7040" y="7498"/>
                      <a:pt x="7148" y="7539"/>
                      <a:pt x="7250" y="7587"/>
                    </a:cubicBezTo>
                    <a:cubicBezTo>
                      <a:pt x="7383" y="7649"/>
                      <a:pt x="7519" y="7671"/>
                      <a:pt x="7657" y="7671"/>
                    </a:cubicBezTo>
                    <a:cubicBezTo>
                      <a:pt x="7741" y="7671"/>
                      <a:pt x="7825" y="7663"/>
                      <a:pt x="7910" y="7651"/>
                    </a:cubicBezTo>
                    <a:cubicBezTo>
                      <a:pt x="8083" y="7627"/>
                      <a:pt x="8210" y="7540"/>
                      <a:pt x="8303" y="7393"/>
                    </a:cubicBezTo>
                    <a:cubicBezTo>
                      <a:pt x="8386" y="7263"/>
                      <a:pt x="8477" y="7138"/>
                      <a:pt x="8584" y="6982"/>
                    </a:cubicBezTo>
                    <a:cubicBezTo>
                      <a:pt x="8647" y="7060"/>
                      <a:pt x="8694" y="7105"/>
                      <a:pt x="8725" y="7159"/>
                    </a:cubicBezTo>
                    <a:cubicBezTo>
                      <a:pt x="8872" y="7417"/>
                      <a:pt x="9106" y="7563"/>
                      <a:pt x="9372" y="7660"/>
                    </a:cubicBezTo>
                    <a:cubicBezTo>
                      <a:pt x="9438" y="7685"/>
                      <a:pt x="9505" y="7695"/>
                      <a:pt x="9572" y="7695"/>
                    </a:cubicBezTo>
                    <a:cubicBezTo>
                      <a:pt x="9673" y="7695"/>
                      <a:pt x="9775" y="7672"/>
                      <a:pt x="9873" y="7639"/>
                    </a:cubicBezTo>
                    <a:cubicBezTo>
                      <a:pt x="10511" y="7428"/>
                      <a:pt x="10880" y="6958"/>
                      <a:pt x="11058" y="6340"/>
                    </a:cubicBezTo>
                    <a:cubicBezTo>
                      <a:pt x="11243" y="5699"/>
                      <a:pt x="11351" y="5041"/>
                      <a:pt x="11426" y="4379"/>
                    </a:cubicBezTo>
                    <a:cubicBezTo>
                      <a:pt x="11450" y="4173"/>
                      <a:pt x="11421" y="3959"/>
                      <a:pt x="11405" y="3750"/>
                    </a:cubicBezTo>
                    <a:cubicBezTo>
                      <a:pt x="11382" y="3440"/>
                      <a:pt x="11354" y="3127"/>
                      <a:pt x="11322" y="2818"/>
                    </a:cubicBezTo>
                    <a:cubicBezTo>
                      <a:pt x="11265" y="2281"/>
                      <a:pt x="11162" y="1756"/>
                      <a:pt x="10902" y="1274"/>
                    </a:cubicBezTo>
                    <a:cubicBezTo>
                      <a:pt x="10851" y="1181"/>
                      <a:pt x="10865" y="1096"/>
                      <a:pt x="10916" y="1006"/>
                    </a:cubicBezTo>
                    <a:cubicBezTo>
                      <a:pt x="11141" y="608"/>
                      <a:pt x="11486" y="385"/>
                      <a:pt x="11928" y="335"/>
                    </a:cubicBezTo>
                    <a:cubicBezTo>
                      <a:pt x="11960" y="331"/>
                      <a:pt x="11992" y="330"/>
                      <a:pt x="12024" y="330"/>
                    </a:cubicBezTo>
                    <a:close/>
                    <a:moveTo>
                      <a:pt x="7235" y="1"/>
                    </a:moveTo>
                    <a:cubicBezTo>
                      <a:pt x="7205" y="1"/>
                      <a:pt x="7175" y="3"/>
                      <a:pt x="7147" y="10"/>
                    </a:cubicBezTo>
                    <a:cubicBezTo>
                      <a:pt x="6908" y="64"/>
                      <a:pt x="6680" y="160"/>
                      <a:pt x="6489" y="323"/>
                    </a:cubicBezTo>
                    <a:cubicBezTo>
                      <a:pt x="6393" y="406"/>
                      <a:pt x="6349" y="444"/>
                      <a:pt x="6295" y="444"/>
                    </a:cubicBezTo>
                    <a:cubicBezTo>
                      <a:pt x="6251" y="444"/>
                      <a:pt x="6200" y="418"/>
                      <a:pt x="6107" y="370"/>
                    </a:cubicBezTo>
                    <a:cubicBezTo>
                      <a:pt x="6059" y="346"/>
                      <a:pt x="6006" y="325"/>
                      <a:pt x="5963" y="293"/>
                    </a:cubicBezTo>
                    <a:cubicBezTo>
                      <a:pt x="5826" y="194"/>
                      <a:pt x="5672" y="145"/>
                      <a:pt x="5511" y="145"/>
                    </a:cubicBezTo>
                    <a:cubicBezTo>
                      <a:pt x="5475" y="145"/>
                      <a:pt x="5438" y="147"/>
                      <a:pt x="5402" y="152"/>
                    </a:cubicBezTo>
                    <a:cubicBezTo>
                      <a:pt x="5168" y="182"/>
                      <a:pt x="4935" y="236"/>
                      <a:pt x="4702" y="278"/>
                    </a:cubicBezTo>
                    <a:cubicBezTo>
                      <a:pt x="4512" y="314"/>
                      <a:pt x="4332" y="379"/>
                      <a:pt x="4188" y="509"/>
                    </a:cubicBezTo>
                    <a:cubicBezTo>
                      <a:pt x="4128" y="563"/>
                      <a:pt x="4070" y="586"/>
                      <a:pt x="4010" y="586"/>
                    </a:cubicBezTo>
                    <a:cubicBezTo>
                      <a:pt x="3960" y="586"/>
                      <a:pt x="3908" y="569"/>
                      <a:pt x="3855" y="541"/>
                    </a:cubicBezTo>
                    <a:cubicBezTo>
                      <a:pt x="3831" y="529"/>
                      <a:pt x="3804" y="520"/>
                      <a:pt x="3780" y="508"/>
                    </a:cubicBezTo>
                    <a:cubicBezTo>
                      <a:pt x="3439" y="346"/>
                      <a:pt x="3082" y="283"/>
                      <a:pt x="2717" y="283"/>
                    </a:cubicBezTo>
                    <a:cubicBezTo>
                      <a:pt x="2614" y="283"/>
                      <a:pt x="2510" y="288"/>
                      <a:pt x="2405" y="298"/>
                    </a:cubicBezTo>
                    <a:cubicBezTo>
                      <a:pt x="2315" y="307"/>
                      <a:pt x="2221" y="346"/>
                      <a:pt x="2143" y="392"/>
                    </a:cubicBezTo>
                    <a:cubicBezTo>
                      <a:pt x="1529" y="767"/>
                      <a:pt x="1043" y="1277"/>
                      <a:pt x="608" y="1840"/>
                    </a:cubicBezTo>
                    <a:cubicBezTo>
                      <a:pt x="539" y="1930"/>
                      <a:pt x="491" y="2040"/>
                      <a:pt x="450" y="2146"/>
                    </a:cubicBezTo>
                    <a:cubicBezTo>
                      <a:pt x="305" y="2542"/>
                      <a:pt x="242" y="2959"/>
                      <a:pt x="153" y="3371"/>
                    </a:cubicBezTo>
                    <a:cubicBezTo>
                      <a:pt x="0" y="4094"/>
                      <a:pt x="56" y="4808"/>
                      <a:pt x="168" y="5521"/>
                    </a:cubicBezTo>
                    <a:cubicBezTo>
                      <a:pt x="242" y="5981"/>
                      <a:pt x="372" y="6434"/>
                      <a:pt x="584" y="6859"/>
                    </a:cubicBezTo>
                    <a:lnTo>
                      <a:pt x="582" y="6859"/>
                    </a:lnTo>
                    <a:cubicBezTo>
                      <a:pt x="696" y="7090"/>
                      <a:pt x="804" y="7326"/>
                      <a:pt x="908" y="7561"/>
                    </a:cubicBezTo>
                    <a:cubicBezTo>
                      <a:pt x="1115" y="8026"/>
                      <a:pt x="1404" y="8439"/>
                      <a:pt x="1747" y="8810"/>
                    </a:cubicBezTo>
                    <a:cubicBezTo>
                      <a:pt x="1990" y="9074"/>
                      <a:pt x="2264" y="9308"/>
                      <a:pt x="2528" y="9551"/>
                    </a:cubicBezTo>
                    <a:cubicBezTo>
                      <a:pt x="2641" y="9654"/>
                      <a:pt x="2815" y="9726"/>
                      <a:pt x="2867" y="9851"/>
                    </a:cubicBezTo>
                    <a:cubicBezTo>
                      <a:pt x="2921" y="9980"/>
                      <a:pt x="2866" y="10157"/>
                      <a:pt x="2848" y="10312"/>
                    </a:cubicBezTo>
                    <a:cubicBezTo>
                      <a:pt x="2827" y="10487"/>
                      <a:pt x="2846" y="10648"/>
                      <a:pt x="2936" y="10802"/>
                    </a:cubicBezTo>
                    <a:cubicBezTo>
                      <a:pt x="2980" y="10876"/>
                      <a:pt x="3002" y="10969"/>
                      <a:pt x="3004" y="11053"/>
                    </a:cubicBezTo>
                    <a:cubicBezTo>
                      <a:pt x="3005" y="11359"/>
                      <a:pt x="2990" y="11665"/>
                      <a:pt x="2989" y="11971"/>
                    </a:cubicBezTo>
                    <a:cubicBezTo>
                      <a:pt x="2986" y="12378"/>
                      <a:pt x="2984" y="12786"/>
                      <a:pt x="2990" y="13192"/>
                    </a:cubicBezTo>
                    <a:cubicBezTo>
                      <a:pt x="2993" y="13410"/>
                      <a:pt x="3032" y="13629"/>
                      <a:pt x="3019" y="13844"/>
                    </a:cubicBezTo>
                    <a:cubicBezTo>
                      <a:pt x="3007" y="14033"/>
                      <a:pt x="3091" y="14136"/>
                      <a:pt x="3232" y="14223"/>
                    </a:cubicBezTo>
                    <a:cubicBezTo>
                      <a:pt x="3283" y="14255"/>
                      <a:pt x="3337" y="14285"/>
                      <a:pt x="3393" y="14309"/>
                    </a:cubicBezTo>
                    <a:cubicBezTo>
                      <a:pt x="3774" y="14483"/>
                      <a:pt x="4182" y="14570"/>
                      <a:pt x="4587" y="14645"/>
                    </a:cubicBezTo>
                    <a:cubicBezTo>
                      <a:pt x="5129" y="14744"/>
                      <a:pt x="5675" y="14817"/>
                      <a:pt x="6222" y="14865"/>
                    </a:cubicBezTo>
                    <a:cubicBezTo>
                      <a:pt x="6446" y="14884"/>
                      <a:pt x="6672" y="14894"/>
                      <a:pt x="6898" y="14894"/>
                    </a:cubicBezTo>
                    <a:cubicBezTo>
                      <a:pt x="7081" y="14894"/>
                      <a:pt x="7264" y="14888"/>
                      <a:pt x="7445" y="14874"/>
                    </a:cubicBezTo>
                    <a:cubicBezTo>
                      <a:pt x="7885" y="14840"/>
                      <a:pt x="8321" y="14762"/>
                      <a:pt x="8755" y="14679"/>
                    </a:cubicBezTo>
                    <a:cubicBezTo>
                      <a:pt x="9259" y="14582"/>
                      <a:pt x="9733" y="14405"/>
                      <a:pt x="10167" y="14118"/>
                    </a:cubicBezTo>
                    <a:cubicBezTo>
                      <a:pt x="10386" y="13974"/>
                      <a:pt x="10446" y="13800"/>
                      <a:pt x="10428" y="13551"/>
                    </a:cubicBezTo>
                    <a:cubicBezTo>
                      <a:pt x="10391" y="13017"/>
                      <a:pt x="10358" y="12480"/>
                      <a:pt x="10358" y="11942"/>
                    </a:cubicBezTo>
                    <a:cubicBezTo>
                      <a:pt x="10358" y="11372"/>
                      <a:pt x="10404" y="10802"/>
                      <a:pt x="10421" y="10230"/>
                    </a:cubicBezTo>
                    <a:cubicBezTo>
                      <a:pt x="10427" y="10071"/>
                      <a:pt x="10431" y="9923"/>
                      <a:pt x="10565" y="9809"/>
                    </a:cubicBezTo>
                    <a:cubicBezTo>
                      <a:pt x="10598" y="9782"/>
                      <a:pt x="10614" y="9728"/>
                      <a:pt x="10625" y="9683"/>
                    </a:cubicBezTo>
                    <a:cubicBezTo>
                      <a:pt x="10658" y="9552"/>
                      <a:pt x="10682" y="9419"/>
                      <a:pt x="10715" y="9287"/>
                    </a:cubicBezTo>
                    <a:cubicBezTo>
                      <a:pt x="10733" y="9207"/>
                      <a:pt x="10740" y="9117"/>
                      <a:pt x="10785" y="9056"/>
                    </a:cubicBezTo>
                    <a:cubicBezTo>
                      <a:pt x="11067" y="8658"/>
                      <a:pt x="11322" y="8233"/>
                      <a:pt x="11754" y="7969"/>
                    </a:cubicBezTo>
                    <a:cubicBezTo>
                      <a:pt x="11853" y="7909"/>
                      <a:pt x="11940" y="7833"/>
                      <a:pt x="12034" y="7762"/>
                    </a:cubicBezTo>
                    <a:cubicBezTo>
                      <a:pt x="12520" y="7398"/>
                      <a:pt x="12880" y="6933"/>
                      <a:pt x="13082" y="6362"/>
                    </a:cubicBezTo>
                    <a:cubicBezTo>
                      <a:pt x="13241" y="5918"/>
                      <a:pt x="13330" y="5456"/>
                      <a:pt x="13202" y="4982"/>
                    </a:cubicBezTo>
                    <a:cubicBezTo>
                      <a:pt x="13112" y="4649"/>
                      <a:pt x="13027" y="4313"/>
                      <a:pt x="12932" y="3978"/>
                    </a:cubicBezTo>
                    <a:cubicBezTo>
                      <a:pt x="12737" y="3288"/>
                      <a:pt x="12716" y="2586"/>
                      <a:pt x="12776" y="1876"/>
                    </a:cubicBezTo>
                    <a:cubicBezTo>
                      <a:pt x="12805" y="1552"/>
                      <a:pt x="12896" y="1235"/>
                      <a:pt x="12872" y="905"/>
                    </a:cubicBezTo>
                    <a:cubicBezTo>
                      <a:pt x="12839" y="433"/>
                      <a:pt x="12719" y="286"/>
                      <a:pt x="12250" y="199"/>
                    </a:cubicBezTo>
                    <a:cubicBezTo>
                      <a:pt x="12182" y="186"/>
                      <a:pt x="12112" y="180"/>
                      <a:pt x="12042" y="180"/>
                    </a:cubicBezTo>
                    <a:cubicBezTo>
                      <a:pt x="11643" y="180"/>
                      <a:pt x="11220" y="375"/>
                      <a:pt x="10982" y="685"/>
                    </a:cubicBezTo>
                    <a:cubicBezTo>
                      <a:pt x="10917" y="770"/>
                      <a:pt x="10844" y="850"/>
                      <a:pt x="10761" y="949"/>
                    </a:cubicBezTo>
                    <a:cubicBezTo>
                      <a:pt x="10638" y="845"/>
                      <a:pt x="10521" y="752"/>
                      <a:pt x="10410" y="655"/>
                    </a:cubicBezTo>
                    <a:cubicBezTo>
                      <a:pt x="10185" y="455"/>
                      <a:pt x="9936" y="355"/>
                      <a:pt x="9687" y="355"/>
                    </a:cubicBezTo>
                    <a:cubicBezTo>
                      <a:pt x="9441" y="355"/>
                      <a:pt x="9196" y="453"/>
                      <a:pt x="8977" y="650"/>
                    </a:cubicBezTo>
                    <a:cubicBezTo>
                      <a:pt x="8937" y="686"/>
                      <a:pt x="8896" y="724"/>
                      <a:pt x="8853" y="755"/>
                    </a:cubicBezTo>
                    <a:cubicBezTo>
                      <a:pt x="8799" y="793"/>
                      <a:pt x="8764" y="813"/>
                      <a:pt x="8733" y="813"/>
                    </a:cubicBezTo>
                    <a:cubicBezTo>
                      <a:pt x="8696" y="813"/>
                      <a:pt x="8666" y="783"/>
                      <a:pt x="8620" y="721"/>
                    </a:cubicBezTo>
                    <a:cubicBezTo>
                      <a:pt x="8604" y="698"/>
                      <a:pt x="8590" y="676"/>
                      <a:pt x="8575" y="653"/>
                    </a:cubicBezTo>
                    <a:cubicBezTo>
                      <a:pt x="8324" y="280"/>
                      <a:pt x="7987" y="56"/>
                      <a:pt x="7529" y="31"/>
                    </a:cubicBezTo>
                    <a:cubicBezTo>
                      <a:pt x="7432" y="26"/>
                      <a:pt x="7331" y="1"/>
                      <a:pt x="72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32"/>
              <p:cNvSpPr/>
              <p:nvPr/>
            </p:nvSpPr>
            <p:spPr>
              <a:xfrm>
                <a:off x="387025" y="1519450"/>
                <a:ext cx="367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480" extrusionOk="0">
                    <a:moveTo>
                      <a:pt x="1388" y="0"/>
                    </a:moveTo>
                    <a:cubicBezTo>
                      <a:pt x="1384" y="0"/>
                      <a:pt x="1380" y="1"/>
                      <a:pt x="1377" y="2"/>
                    </a:cubicBezTo>
                    <a:cubicBezTo>
                      <a:pt x="1287" y="29"/>
                      <a:pt x="1195" y="57"/>
                      <a:pt x="1111" y="101"/>
                    </a:cubicBezTo>
                    <a:cubicBezTo>
                      <a:pt x="855" y="231"/>
                      <a:pt x="585" y="298"/>
                      <a:pt x="301" y="298"/>
                    </a:cubicBezTo>
                    <a:cubicBezTo>
                      <a:pt x="264" y="298"/>
                      <a:pt x="227" y="297"/>
                      <a:pt x="190" y="294"/>
                    </a:cubicBezTo>
                    <a:cubicBezTo>
                      <a:pt x="184" y="294"/>
                      <a:pt x="179" y="294"/>
                      <a:pt x="173" y="294"/>
                    </a:cubicBezTo>
                    <a:cubicBezTo>
                      <a:pt x="121" y="294"/>
                      <a:pt x="68" y="305"/>
                      <a:pt x="1" y="311"/>
                    </a:cubicBezTo>
                    <a:cubicBezTo>
                      <a:pt x="49" y="437"/>
                      <a:pt x="133" y="458"/>
                      <a:pt x="230" y="470"/>
                    </a:cubicBezTo>
                    <a:cubicBezTo>
                      <a:pt x="285" y="476"/>
                      <a:pt x="338" y="479"/>
                      <a:pt x="391" y="479"/>
                    </a:cubicBezTo>
                    <a:cubicBezTo>
                      <a:pt x="751" y="479"/>
                      <a:pt x="1074" y="337"/>
                      <a:pt x="1393" y="176"/>
                    </a:cubicBezTo>
                    <a:cubicBezTo>
                      <a:pt x="1410" y="167"/>
                      <a:pt x="1434" y="156"/>
                      <a:pt x="1440" y="140"/>
                    </a:cubicBezTo>
                    <a:cubicBezTo>
                      <a:pt x="1453" y="107"/>
                      <a:pt x="1468" y="66"/>
                      <a:pt x="1461" y="32"/>
                    </a:cubicBezTo>
                    <a:cubicBezTo>
                      <a:pt x="1457" y="19"/>
                      <a:pt x="1416" y="0"/>
                      <a:pt x="13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32"/>
              <p:cNvSpPr/>
              <p:nvPr/>
            </p:nvSpPr>
            <p:spPr>
              <a:xfrm>
                <a:off x="420500" y="1527150"/>
                <a:ext cx="7675" cy="4275"/>
              </a:xfrm>
              <a:custGeom>
                <a:avLst/>
                <a:gdLst/>
                <a:ahLst/>
                <a:cxnLst/>
                <a:rect l="l" t="t" r="r" b="b"/>
                <a:pathLst>
                  <a:path w="307" h="171" extrusionOk="0">
                    <a:moveTo>
                      <a:pt x="176" y="1"/>
                    </a:moveTo>
                    <a:cubicBezTo>
                      <a:pt x="95" y="1"/>
                      <a:pt x="57" y="38"/>
                      <a:pt x="0" y="135"/>
                    </a:cubicBezTo>
                    <a:cubicBezTo>
                      <a:pt x="72" y="158"/>
                      <a:pt x="123" y="170"/>
                      <a:pt x="162" y="170"/>
                    </a:cubicBezTo>
                    <a:cubicBezTo>
                      <a:pt x="235" y="170"/>
                      <a:pt x="265" y="126"/>
                      <a:pt x="306" y="19"/>
                    </a:cubicBezTo>
                    <a:cubicBezTo>
                      <a:pt x="252" y="8"/>
                      <a:pt x="210" y="1"/>
                      <a:pt x="1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FE68A46F-CEB3-3E2A-FA68-4C3D0589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>
            <a:extLst>
              <a:ext uri="{FF2B5EF4-FFF2-40B4-BE49-F238E27FC236}">
                <a16:creationId xmlns:a16="http://schemas.microsoft.com/office/drawing/2014/main" id="{C984DCBE-C010-8DDC-32B9-28CBA293CB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6244" y="2264850"/>
            <a:ext cx="8406703" cy="9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&amp; Model Overview</a:t>
            </a:r>
          </a:p>
        </p:txBody>
      </p:sp>
      <p:sp>
        <p:nvSpPr>
          <p:cNvPr id="256" name="Google Shape;256;p33">
            <a:extLst>
              <a:ext uri="{FF2B5EF4-FFF2-40B4-BE49-F238E27FC236}">
                <a16:creationId xmlns:a16="http://schemas.microsoft.com/office/drawing/2014/main" id="{D8E99051-DD75-954E-3B61-231CDBECD2F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391900" y="1316550"/>
            <a:ext cx="4360200" cy="11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258" name="Google Shape;258;p33">
            <a:extLst>
              <a:ext uri="{FF2B5EF4-FFF2-40B4-BE49-F238E27FC236}">
                <a16:creationId xmlns:a16="http://schemas.microsoft.com/office/drawing/2014/main" id="{F180A9C9-F17D-6EF6-1C15-EBC3ED17FC80}"/>
              </a:ext>
            </a:extLst>
          </p:cNvPr>
          <p:cNvSpPr/>
          <p:nvPr/>
        </p:nvSpPr>
        <p:spPr>
          <a:xfrm>
            <a:off x="900169" y="775675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59" name="Google Shape;259;p33">
            <a:extLst>
              <a:ext uri="{FF2B5EF4-FFF2-40B4-BE49-F238E27FC236}">
                <a16:creationId xmlns:a16="http://schemas.microsoft.com/office/drawing/2014/main" id="{F0FE2EA4-0763-D84F-4D9E-561B17EE91FC}"/>
              </a:ext>
            </a:extLst>
          </p:cNvPr>
          <p:cNvGrpSpPr/>
          <p:nvPr/>
        </p:nvGrpSpPr>
        <p:grpSpPr>
          <a:xfrm>
            <a:off x="1099784" y="754905"/>
            <a:ext cx="709869" cy="1150641"/>
            <a:chOff x="2824954" y="566857"/>
            <a:chExt cx="840579" cy="1362512"/>
          </a:xfrm>
        </p:grpSpPr>
        <p:sp>
          <p:nvSpPr>
            <p:cNvPr id="260" name="Google Shape;260;p33">
              <a:extLst>
                <a:ext uri="{FF2B5EF4-FFF2-40B4-BE49-F238E27FC236}">
                  <a16:creationId xmlns:a16="http://schemas.microsoft.com/office/drawing/2014/main" id="{86043B71-A304-DBFE-9FA5-CF3D2FEAC25B}"/>
                </a:ext>
              </a:extLst>
            </p:cNvPr>
            <p:cNvSpPr/>
            <p:nvPr/>
          </p:nvSpPr>
          <p:spPr>
            <a:xfrm>
              <a:off x="2824954" y="566873"/>
              <a:ext cx="840579" cy="1362495"/>
            </a:xfrm>
            <a:custGeom>
              <a:avLst/>
              <a:gdLst/>
              <a:ahLst/>
              <a:cxnLst/>
              <a:rect l="l" t="t" r="r" b="b"/>
              <a:pathLst>
                <a:path w="11894" h="19279" extrusionOk="0">
                  <a:moveTo>
                    <a:pt x="6832" y="0"/>
                  </a:moveTo>
                  <a:cubicBezTo>
                    <a:pt x="6498" y="0"/>
                    <a:pt x="6204" y="90"/>
                    <a:pt x="5968" y="349"/>
                  </a:cubicBezTo>
                  <a:cubicBezTo>
                    <a:pt x="5961" y="358"/>
                    <a:pt x="5944" y="358"/>
                    <a:pt x="5923" y="364"/>
                  </a:cubicBezTo>
                  <a:cubicBezTo>
                    <a:pt x="5845" y="313"/>
                    <a:pt x="5767" y="245"/>
                    <a:pt x="5678" y="206"/>
                  </a:cubicBezTo>
                  <a:cubicBezTo>
                    <a:pt x="5522" y="136"/>
                    <a:pt x="5363" y="41"/>
                    <a:pt x="5200" y="29"/>
                  </a:cubicBezTo>
                  <a:cubicBezTo>
                    <a:pt x="5030" y="16"/>
                    <a:pt x="4858" y="5"/>
                    <a:pt x="4687" y="5"/>
                  </a:cubicBezTo>
                  <a:cubicBezTo>
                    <a:pt x="4494" y="5"/>
                    <a:pt x="4301" y="19"/>
                    <a:pt x="4111" y="59"/>
                  </a:cubicBezTo>
                  <a:cubicBezTo>
                    <a:pt x="3731" y="142"/>
                    <a:pt x="3357" y="241"/>
                    <a:pt x="3141" y="614"/>
                  </a:cubicBezTo>
                  <a:cubicBezTo>
                    <a:pt x="3108" y="672"/>
                    <a:pt x="3061" y="694"/>
                    <a:pt x="3006" y="694"/>
                  </a:cubicBezTo>
                  <a:cubicBezTo>
                    <a:pt x="2983" y="694"/>
                    <a:pt x="2959" y="690"/>
                    <a:pt x="2934" y="683"/>
                  </a:cubicBezTo>
                  <a:cubicBezTo>
                    <a:pt x="2889" y="671"/>
                    <a:pt x="2846" y="653"/>
                    <a:pt x="2802" y="638"/>
                  </a:cubicBezTo>
                  <a:cubicBezTo>
                    <a:pt x="2506" y="539"/>
                    <a:pt x="2211" y="489"/>
                    <a:pt x="1916" y="489"/>
                  </a:cubicBezTo>
                  <a:cubicBezTo>
                    <a:pt x="1619" y="489"/>
                    <a:pt x="1323" y="539"/>
                    <a:pt x="1026" y="638"/>
                  </a:cubicBezTo>
                  <a:cubicBezTo>
                    <a:pt x="694" y="749"/>
                    <a:pt x="299" y="1276"/>
                    <a:pt x="289" y="1624"/>
                  </a:cubicBezTo>
                  <a:cubicBezTo>
                    <a:pt x="287" y="1663"/>
                    <a:pt x="304" y="1702"/>
                    <a:pt x="302" y="1741"/>
                  </a:cubicBezTo>
                  <a:cubicBezTo>
                    <a:pt x="299" y="1881"/>
                    <a:pt x="308" y="2020"/>
                    <a:pt x="286" y="2155"/>
                  </a:cubicBezTo>
                  <a:cubicBezTo>
                    <a:pt x="223" y="2535"/>
                    <a:pt x="148" y="2911"/>
                    <a:pt x="76" y="3288"/>
                  </a:cubicBezTo>
                  <a:cubicBezTo>
                    <a:pt x="14" y="3599"/>
                    <a:pt x="32" y="3908"/>
                    <a:pt x="98" y="4215"/>
                  </a:cubicBezTo>
                  <a:cubicBezTo>
                    <a:pt x="179" y="4589"/>
                    <a:pt x="170" y="4964"/>
                    <a:pt x="142" y="5344"/>
                  </a:cubicBezTo>
                  <a:cubicBezTo>
                    <a:pt x="86" y="6089"/>
                    <a:pt x="34" y="6838"/>
                    <a:pt x="13" y="7585"/>
                  </a:cubicBezTo>
                  <a:cubicBezTo>
                    <a:pt x="1" y="7975"/>
                    <a:pt x="25" y="8372"/>
                    <a:pt x="92" y="8754"/>
                  </a:cubicBezTo>
                  <a:cubicBezTo>
                    <a:pt x="263" y="9723"/>
                    <a:pt x="565" y="10657"/>
                    <a:pt x="967" y="11555"/>
                  </a:cubicBezTo>
                  <a:cubicBezTo>
                    <a:pt x="1104" y="11860"/>
                    <a:pt x="1248" y="12159"/>
                    <a:pt x="1566" y="12315"/>
                  </a:cubicBezTo>
                  <a:lnTo>
                    <a:pt x="1566" y="12408"/>
                  </a:lnTo>
                  <a:cubicBezTo>
                    <a:pt x="1549" y="13555"/>
                    <a:pt x="1519" y="14702"/>
                    <a:pt x="1524" y="15848"/>
                  </a:cubicBezTo>
                  <a:cubicBezTo>
                    <a:pt x="1527" y="16666"/>
                    <a:pt x="1459" y="17476"/>
                    <a:pt x="1402" y="18289"/>
                  </a:cubicBezTo>
                  <a:cubicBezTo>
                    <a:pt x="1398" y="18337"/>
                    <a:pt x="1429" y="18409"/>
                    <a:pt x="1468" y="18438"/>
                  </a:cubicBezTo>
                  <a:cubicBezTo>
                    <a:pt x="1612" y="18544"/>
                    <a:pt x="1756" y="18660"/>
                    <a:pt x="1917" y="18726"/>
                  </a:cubicBezTo>
                  <a:cubicBezTo>
                    <a:pt x="2179" y="18836"/>
                    <a:pt x="2451" y="18938"/>
                    <a:pt x="2729" y="18990"/>
                  </a:cubicBezTo>
                  <a:cubicBezTo>
                    <a:pt x="3275" y="19092"/>
                    <a:pt x="3827" y="19164"/>
                    <a:pt x="4378" y="19238"/>
                  </a:cubicBezTo>
                  <a:cubicBezTo>
                    <a:pt x="4577" y="19265"/>
                    <a:pt x="4778" y="19278"/>
                    <a:pt x="4978" y="19278"/>
                  </a:cubicBezTo>
                  <a:cubicBezTo>
                    <a:pt x="5242" y="19278"/>
                    <a:pt x="5505" y="19255"/>
                    <a:pt x="5765" y="19211"/>
                  </a:cubicBezTo>
                  <a:cubicBezTo>
                    <a:pt x="6255" y="19127"/>
                    <a:pt x="6738" y="19011"/>
                    <a:pt x="7221" y="18894"/>
                  </a:cubicBezTo>
                  <a:cubicBezTo>
                    <a:pt x="7528" y="18819"/>
                    <a:pt x="7832" y="18720"/>
                    <a:pt x="8135" y="18625"/>
                  </a:cubicBezTo>
                  <a:cubicBezTo>
                    <a:pt x="8403" y="18541"/>
                    <a:pt x="8562" y="18373"/>
                    <a:pt x="8553" y="18073"/>
                  </a:cubicBezTo>
                  <a:cubicBezTo>
                    <a:pt x="8550" y="18001"/>
                    <a:pt x="8576" y="17929"/>
                    <a:pt x="8577" y="17857"/>
                  </a:cubicBezTo>
                  <a:cubicBezTo>
                    <a:pt x="8594" y="16969"/>
                    <a:pt x="8613" y="16081"/>
                    <a:pt x="8621" y="15192"/>
                  </a:cubicBezTo>
                  <a:cubicBezTo>
                    <a:pt x="8625" y="14636"/>
                    <a:pt x="8615" y="14079"/>
                    <a:pt x="8606" y="13521"/>
                  </a:cubicBezTo>
                  <a:cubicBezTo>
                    <a:pt x="8598" y="13011"/>
                    <a:pt x="8583" y="12501"/>
                    <a:pt x="8570" y="11991"/>
                  </a:cubicBezTo>
                  <a:cubicBezTo>
                    <a:pt x="8567" y="11911"/>
                    <a:pt x="8598" y="11859"/>
                    <a:pt x="8652" y="11801"/>
                  </a:cubicBezTo>
                  <a:cubicBezTo>
                    <a:pt x="8774" y="11671"/>
                    <a:pt x="8885" y="11530"/>
                    <a:pt x="8993" y="11387"/>
                  </a:cubicBezTo>
                  <a:cubicBezTo>
                    <a:pt x="9239" y="11059"/>
                    <a:pt x="9463" y="10712"/>
                    <a:pt x="9725" y="10399"/>
                  </a:cubicBezTo>
                  <a:cubicBezTo>
                    <a:pt x="10099" y="9959"/>
                    <a:pt x="10499" y="9542"/>
                    <a:pt x="10889" y="9117"/>
                  </a:cubicBezTo>
                  <a:cubicBezTo>
                    <a:pt x="11311" y="8658"/>
                    <a:pt x="11635" y="8137"/>
                    <a:pt x="11860" y="7558"/>
                  </a:cubicBezTo>
                  <a:cubicBezTo>
                    <a:pt x="11878" y="7515"/>
                    <a:pt x="11893" y="7468"/>
                    <a:pt x="11893" y="7423"/>
                  </a:cubicBezTo>
                  <a:cubicBezTo>
                    <a:pt x="11884" y="7080"/>
                    <a:pt x="11893" y="6738"/>
                    <a:pt x="11790" y="6400"/>
                  </a:cubicBezTo>
                  <a:cubicBezTo>
                    <a:pt x="11641" y="5912"/>
                    <a:pt x="11509" y="5419"/>
                    <a:pt x="11398" y="4922"/>
                  </a:cubicBezTo>
                  <a:cubicBezTo>
                    <a:pt x="11325" y="4587"/>
                    <a:pt x="11295" y="4242"/>
                    <a:pt x="11254" y="3900"/>
                  </a:cubicBezTo>
                  <a:cubicBezTo>
                    <a:pt x="11229" y="3680"/>
                    <a:pt x="11136" y="3527"/>
                    <a:pt x="10907" y="3474"/>
                  </a:cubicBezTo>
                  <a:cubicBezTo>
                    <a:pt x="10856" y="3462"/>
                    <a:pt x="10808" y="3437"/>
                    <a:pt x="10760" y="3416"/>
                  </a:cubicBezTo>
                  <a:cubicBezTo>
                    <a:pt x="10677" y="3380"/>
                    <a:pt x="10596" y="3363"/>
                    <a:pt x="10517" y="3363"/>
                  </a:cubicBezTo>
                  <a:cubicBezTo>
                    <a:pt x="10391" y="3363"/>
                    <a:pt x="10271" y="3405"/>
                    <a:pt x="10154" y="3482"/>
                  </a:cubicBezTo>
                  <a:cubicBezTo>
                    <a:pt x="10096" y="3522"/>
                    <a:pt x="10037" y="3564"/>
                    <a:pt x="9958" y="3621"/>
                  </a:cubicBezTo>
                  <a:cubicBezTo>
                    <a:pt x="9851" y="3387"/>
                    <a:pt x="9926" y="3188"/>
                    <a:pt x="9979" y="2983"/>
                  </a:cubicBezTo>
                  <a:cubicBezTo>
                    <a:pt x="10012" y="2851"/>
                    <a:pt x="10133" y="2850"/>
                    <a:pt x="10220" y="2802"/>
                  </a:cubicBezTo>
                  <a:cubicBezTo>
                    <a:pt x="10450" y="2677"/>
                    <a:pt x="10676" y="2209"/>
                    <a:pt x="10628" y="1951"/>
                  </a:cubicBezTo>
                  <a:cubicBezTo>
                    <a:pt x="10622" y="1926"/>
                    <a:pt x="10616" y="1899"/>
                    <a:pt x="10607" y="1875"/>
                  </a:cubicBezTo>
                  <a:cubicBezTo>
                    <a:pt x="10463" y="1542"/>
                    <a:pt x="10270" y="1243"/>
                    <a:pt x="9986" y="1012"/>
                  </a:cubicBezTo>
                  <a:cubicBezTo>
                    <a:pt x="9797" y="856"/>
                    <a:pt x="9582" y="779"/>
                    <a:pt x="9347" y="779"/>
                  </a:cubicBezTo>
                  <a:cubicBezTo>
                    <a:pt x="9301" y="779"/>
                    <a:pt x="9254" y="782"/>
                    <a:pt x="9206" y="788"/>
                  </a:cubicBezTo>
                  <a:cubicBezTo>
                    <a:pt x="9129" y="797"/>
                    <a:pt x="9051" y="800"/>
                    <a:pt x="8981" y="805"/>
                  </a:cubicBezTo>
                  <a:cubicBezTo>
                    <a:pt x="8961" y="772"/>
                    <a:pt x="8946" y="757"/>
                    <a:pt x="8940" y="739"/>
                  </a:cubicBezTo>
                  <a:cubicBezTo>
                    <a:pt x="8867" y="484"/>
                    <a:pt x="8679" y="362"/>
                    <a:pt x="8441" y="274"/>
                  </a:cubicBezTo>
                  <a:cubicBezTo>
                    <a:pt x="7949" y="92"/>
                    <a:pt x="7441" y="25"/>
                    <a:pt x="6921" y="2"/>
                  </a:cubicBezTo>
                  <a:cubicBezTo>
                    <a:pt x="6891" y="1"/>
                    <a:pt x="6861" y="0"/>
                    <a:pt x="6832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33">
              <a:extLst>
                <a:ext uri="{FF2B5EF4-FFF2-40B4-BE49-F238E27FC236}">
                  <a16:creationId xmlns:a16="http://schemas.microsoft.com/office/drawing/2014/main" id="{5264460C-590E-7068-E6D0-EA0F3FEA2EFB}"/>
                </a:ext>
              </a:extLst>
            </p:cNvPr>
            <p:cNvGrpSpPr/>
            <p:nvPr/>
          </p:nvGrpSpPr>
          <p:grpSpPr>
            <a:xfrm>
              <a:off x="2824967" y="566857"/>
              <a:ext cx="840508" cy="1362495"/>
              <a:chOff x="1683825" y="1246400"/>
              <a:chExt cx="297325" cy="481975"/>
            </a:xfrm>
          </p:grpSpPr>
          <p:sp>
            <p:nvSpPr>
              <p:cNvPr id="262" name="Google Shape;262;p33">
                <a:extLst>
                  <a:ext uri="{FF2B5EF4-FFF2-40B4-BE49-F238E27FC236}">
                    <a16:creationId xmlns:a16="http://schemas.microsoft.com/office/drawing/2014/main" id="{2F1BABB0-DD99-F3EC-438C-3E21444AC47B}"/>
                  </a:ext>
                </a:extLst>
              </p:cNvPr>
              <p:cNvSpPr/>
              <p:nvPr/>
            </p:nvSpPr>
            <p:spPr>
              <a:xfrm>
                <a:off x="1834525" y="1250625"/>
                <a:ext cx="73150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1877" extrusionOk="0">
                    <a:moveTo>
                      <a:pt x="995" y="0"/>
                    </a:moveTo>
                    <a:cubicBezTo>
                      <a:pt x="969" y="0"/>
                      <a:pt x="943" y="1"/>
                      <a:pt x="916" y="1"/>
                    </a:cubicBezTo>
                    <a:cubicBezTo>
                      <a:pt x="854" y="1"/>
                      <a:pt x="792" y="3"/>
                      <a:pt x="731" y="3"/>
                    </a:cubicBezTo>
                    <a:cubicBezTo>
                      <a:pt x="700" y="3"/>
                      <a:pt x="669" y="2"/>
                      <a:pt x="639" y="1"/>
                    </a:cubicBezTo>
                    <a:cubicBezTo>
                      <a:pt x="631" y="1"/>
                      <a:pt x="623" y="1"/>
                      <a:pt x="616" y="1"/>
                    </a:cubicBezTo>
                    <a:cubicBezTo>
                      <a:pt x="405" y="1"/>
                      <a:pt x="240" y="101"/>
                      <a:pt x="94" y="244"/>
                    </a:cubicBezTo>
                    <a:cubicBezTo>
                      <a:pt x="19" y="319"/>
                      <a:pt x="1" y="388"/>
                      <a:pt x="40" y="492"/>
                    </a:cubicBezTo>
                    <a:cubicBezTo>
                      <a:pt x="127" y="724"/>
                      <a:pt x="152" y="964"/>
                      <a:pt x="100" y="1214"/>
                    </a:cubicBezTo>
                    <a:cubicBezTo>
                      <a:pt x="58" y="1416"/>
                      <a:pt x="88" y="1470"/>
                      <a:pt x="294" y="1535"/>
                    </a:cubicBezTo>
                    <a:cubicBezTo>
                      <a:pt x="609" y="1634"/>
                      <a:pt x="931" y="1707"/>
                      <a:pt x="1248" y="1803"/>
                    </a:cubicBezTo>
                    <a:cubicBezTo>
                      <a:pt x="1417" y="1856"/>
                      <a:pt x="1586" y="1877"/>
                      <a:pt x="1755" y="1877"/>
                    </a:cubicBezTo>
                    <a:cubicBezTo>
                      <a:pt x="1952" y="1877"/>
                      <a:pt x="2149" y="1848"/>
                      <a:pt x="2346" y="1808"/>
                    </a:cubicBezTo>
                    <a:cubicBezTo>
                      <a:pt x="2462" y="1784"/>
                      <a:pt x="2561" y="1728"/>
                      <a:pt x="2616" y="1623"/>
                    </a:cubicBezTo>
                    <a:cubicBezTo>
                      <a:pt x="2688" y="1484"/>
                      <a:pt x="2769" y="1343"/>
                      <a:pt x="2808" y="1193"/>
                    </a:cubicBezTo>
                    <a:cubicBezTo>
                      <a:pt x="2925" y="745"/>
                      <a:pt x="2712" y="379"/>
                      <a:pt x="2277" y="232"/>
                    </a:cubicBezTo>
                    <a:cubicBezTo>
                      <a:pt x="1861" y="93"/>
                      <a:pt x="1437" y="0"/>
                      <a:pt x="995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3">
                <a:extLst>
                  <a:ext uri="{FF2B5EF4-FFF2-40B4-BE49-F238E27FC236}">
                    <a16:creationId xmlns:a16="http://schemas.microsoft.com/office/drawing/2014/main" id="{4BA447D4-8DDB-F9A3-08E7-A5F3899BFAA1}"/>
                  </a:ext>
                </a:extLst>
              </p:cNvPr>
              <p:cNvSpPr/>
              <p:nvPr/>
            </p:nvSpPr>
            <p:spPr>
              <a:xfrm>
                <a:off x="1894175" y="1269575"/>
                <a:ext cx="5310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820" extrusionOk="0">
                    <a:moveTo>
                      <a:pt x="906" y="1"/>
                    </a:moveTo>
                    <a:cubicBezTo>
                      <a:pt x="899" y="1"/>
                      <a:pt x="892" y="1"/>
                      <a:pt x="884" y="1"/>
                    </a:cubicBezTo>
                    <a:cubicBezTo>
                      <a:pt x="659" y="7"/>
                      <a:pt x="635" y="46"/>
                      <a:pt x="607" y="266"/>
                    </a:cubicBezTo>
                    <a:cubicBezTo>
                      <a:pt x="563" y="619"/>
                      <a:pt x="455" y="940"/>
                      <a:pt x="136" y="1146"/>
                    </a:cubicBezTo>
                    <a:cubicBezTo>
                      <a:pt x="103" y="1167"/>
                      <a:pt x="71" y="1191"/>
                      <a:pt x="1" y="1240"/>
                    </a:cubicBezTo>
                    <a:cubicBezTo>
                      <a:pt x="98" y="1320"/>
                      <a:pt x="152" y="1377"/>
                      <a:pt x="217" y="1414"/>
                    </a:cubicBezTo>
                    <a:cubicBezTo>
                      <a:pt x="359" y="1498"/>
                      <a:pt x="508" y="1572"/>
                      <a:pt x="653" y="1650"/>
                    </a:cubicBezTo>
                    <a:cubicBezTo>
                      <a:pt x="864" y="1765"/>
                      <a:pt x="1083" y="1820"/>
                      <a:pt x="1320" y="1820"/>
                    </a:cubicBezTo>
                    <a:cubicBezTo>
                      <a:pt x="1346" y="1820"/>
                      <a:pt x="1372" y="1819"/>
                      <a:pt x="1399" y="1818"/>
                    </a:cubicBezTo>
                    <a:cubicBezTo>
                      <a:pt x="1650" y="1807"/>
                      <a:pt x="1852" y="1728"/>
                      <a:pt x="1971" y="1495"/>
                    </a:cubicBezTo>
                    <a:cubicBezTo>
                      <a:pt x="2100" y="1248"/>
                      <a:pt x="2124" y="1005"/>
                      <a:pt x="1951" y="766"/>
                    </a:cubicBezTo>
                    <a:cubicBezTo>
                      <a:pt x="1897" y="691"/>
                      <a:pt x="1852" y="609"/>
                      <a:pt x="1803" y="531"/>
                    </a:cubicBezTo>
                    <a:cubicBezTo>
                      <a:pt x="1671" y="323"/>
                      <a:pt x="1497" y="158"/>
                      <a:pt x="1270" y="68"/>
                    </a:cubicBezTo>
                    <a:cubicBezTo>
                      <a:pt x="1157" y="24"/>
                      <a:pt x="1029" y="1"/>
                      <a:pt x="906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3">
                <a:extLst>
                  <a:ext uri="{FF2B5EF4-FFF2-40B4-BE49-F238E27FC236}">
                    <a16:creationId xmlns:a16="http://schemas.microsoft.com/office/drawing/2014/main" id="{FA5C2AF7-109B-BE24-15E4-0A3BC445976E}"/>
                  </a:ext>
                </a:extLst>
              </p:cNvPr>
              <p:cNvSpPr/>
              <p:nvPr/>
            </p:nvSpPr>
            <p:spPr>
              <a:xfrm>
                <a:off x="1686900" y="1291450"/>
                <a:ext cx="290500" cy="432775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7311" extrusionOk="0">
                    <a:moveTo>
                      <a:pt x="2096" y="521"/>
                    </a:moveTo>
                    <a:lnTo>
                      <a:pt x="2096" y="521"/>
                    </a:lnTo>
                    <a:cubicBezTo>
                      <a:pt x="1951" y="672"/>
                      <a:pt x="1723" y="754"/>
                      <a:pt x="1509" y="754"/>
                    </a:cubicBezTo>
                    <a:cubicBezTo>
                      <a:pt x="1343" y="754"/>
                      <a:pt x="1185" y="705"/>
                      <a:pt x="1082" y="601"/>
                    </a:cubicBezTo>
                    <a:lnTo>
                      <a:pt x="1082" y="601"/>
                    </a:lnTo>
                    <a:cubicBezTo>
                      <a:pt x="1220" y="615"/>
                      <a:pt x="1358" y="627"/>
                      <a:pt x="1494" y="627"/>
                    </a:cubicBezTo>
                    <a:cubicBezTo>
                      <a:pt x="1698" y="627"/>
                      <a:pt x="1899" y="601"/>
                      <a:pt x="2096" y="521"/>
                    </a:cubicBezTo>
                    <a:close/>
                    <a:moveTo>
                      <a:pt x="4372" y="907"/>
                    </a:moveTo>
                    <a:cubicBezTo>
                      <a:pt x="4412" y="910"/>
                      <a:pt x="4451" y="913"/>
                      <a:pt x="4491" y="916"/>
                    </a:cubicBezTo>
                    <a:lnTo>
                      <a:pt x="4491" y="949"/>
                    </a:lnTo>
                    <a:cubicBezTo>
                      <a:pt x="4451" y="950"/>
                      <a:pt x="4410" y="952"/>
                      <a:pt x="4369" y="953"/>
                    </a:cubicBezTo>
                    <a:cubicBezTo>
                      <a:pt x="4369" y="938"/>
                      <a:pt x="4371" y="922"/>
                      <a:pt x="4372" y="907"/>
                    </a:cubicBezTo>
                    <a:close/>
                    <a:moveTo>
                      <a:pt x="5376" y="2687"/>
                    </a:moveTo>
                    <a:cubicBezTo>
                      <a:pt x="5419" y="2687"/>
                      <a:pt x="5463" y="2691"/>
                      <a:pt x="5507" y="2698"/>
                    </a:cubicBezTo>
                    <a:cubicBezTo>
                      <a:pt x="5370" y="2765"/>
                      <a:pt x="5224" y="2783"/>
                      <a:pt x="5076" y="2783"/>
                    </a:cubicBezTo>
                    <a:cubicBezTo>
                      <a:pt x="5045" y="2783"/>
                      <a:pt x="5013" y="2782"/>
                      <a:pt x="4982" y="2781"/>
                    </a:cubicBezTo>
                    <a:cubicBezTo>
                      <a:pt x="5109" y="2723"/>
                      <a:pt x="5240" y="2687"/>
                      <a:pt x="5376" y="2687"/>
                    </a:cubicBezTo>
                    <a:close/>
                    <a:moveTo>
                      <a:pt x="5888" y="2339"/>
                    </a:moveTo>
                    <a:cubicBezTo>
                      <a:pt x="5984" y="2339"/>
                      <a:pt x="6079" y="2340"/>
                      <a:pt x="6175" y="2340"/>
                    </a:cubicBezTo>
                    <a:cubicBezTo>
                      <a:pt x="6260" y="2340"/>
                      <a:pt x="6346" y="2370"/>
                      <a:pt x="6464" y="2392"/>
                    </a:cubicBezTo>
                    <a:cubicBezTo>
                      <a:pt x="5991" y="2418"/>
                      <a:pt x="5555" y="2427"/>
                      <a:pt x="5123" y="2470"/>
                    </a:cubicBezTo>
                    <a:cubicBezTo>
                      <a:pt x="4692" y="2514"/>
                      <a:pt x="4266" y="2610"/>
                      <a:pt x="3838" y="2814"/>
                    </a:cubicBezTo>
                    <a:cubicBezTo>
                      <a:pt x="3880" y="2658"/>
                      <a:pt x="3975" y="2628"/>
                      <a:pt x="4063" y="2595"/>
                    </a:cubicBezTo>
                    <a:cubicBezTo>
                      <a:pt x="4407" y="2472"/>
                      <a:pt x="4761" y="2385"/>
                      <a:pt x="5124" y="2359"/>
                    </a:cubicBezTo>
                    <a:cubicBezTo>
                      <a:pt x="5377" y="2342"/>
                      <a:pt x="5633" y="2339"/>
                      <a:pt x="5888" y="2339"/>
                    </a:cubicBezTo>
                    <a:close/>
                    <a:moveTo>
                      <a:pt x="5645" y="1735"/>
                    </a:moveTo>
                    <a:cubicBezTo>
                      <a:pt x="5802" y="1735"/>
                      <a:pt x="5959" y="1741"/>
                      <a:pt x="6118" y="1756"/>
                    </a:cubicBezTo>
                    <a:cubicBezTo>
                      <a:pt x="6397" y="1782"/>
                      <a:pt x="6955" y="1911"/>
                      <a:pt x="7172" y="2032"/>
                    </a:cubicBezTo>
                    <a:cubicBezTo>
                      <a:pt x="7030" y="2005"/>
                      <a:pt x="6886" y="1989"/>
                      <a:pt x="6746" y="1951"/>
                    </a:cubicBezTo>
                    <a:cubicBezTo>
                      <a:pt x="6412" y="1858"/>
                      <a:pt x="6073" y="1816"/>
                      <a:pt x="5729" y="1816"/>
                    </a:cubicBezTo>
                    <a:cubicBezTo>
                      <a:pt x="5695" y="1816"/>
                      <a:pt x="5661" y="1817"/>
                      <a:pt x="5627" y="1818"/>
                    </a:cubicBezTo>
                    <a:cubicBezTo>
                      <a:pt x="4869" y="1836"/>
                      <a:pt x="4123" y="1936"/>
                      <a:pt x="3403" y="2182"/>
                    </a:cubicBezTo>
                    <a:cubicBezTo>
                      <a:pt x="2994" y="2320"/>
                      <a:pt x="2611" y="2514"/>
                      <a:pt x="2252" y="2755"/>
                    </a:cubicBezTo>
                    <a:cubicBezTo>
                      <a:pt x="2210" y="2782"/>
                      <a:pt x="2165" y="2805"/>
                      <a:pt x="2120" y="2832"/>
                    </a:cubicBezTo>
                    <a:cubicBezTo>
                      <a:pt x="2074" y="2746"/>
                      <a:pt x="2120" y="2703"/>
                      <a:pt x="2168" y="2668"/>
                    </a:cubicBezTo>
                    <a:cubicBezTo>
                      <a:pt x="2263" y="2598"/>
                      <a:pt x="2359" y="2526"/>
                      <a:pt x="2462" y="2467"/>
                    </a:cubicBezTo>
                    <a:cubicBezTo>
                      <a:pt x="2974" y="2178"/>
                      <a:pt x="3526" y="2004"/>
                      <a:pt x="4104" y="1900"/>
                    </a:cubicBezTo>
                    <a:cubicBezTo>
                      <a:pt x="4615" y="1807"/>
                      <a:pt x="5127" y="1735"/>
                      <a:pt x="5645" y="1735"/>
                    </a:cubicBezTo>
                    <a:close/>
                    <a:moveTo>
                      <a:pt x="5828" y="1"/>
                    </a:moveTo>
                    <a:cubicBezTo>
                      <a:pt x="5682" y="101"/>
                      <a:pt x="5550" y="202"/>
                      <a:pt x="5408" y="286"/>
                    </a:cubicBezTo>
                    <a:cubicBezTo>
                      <a:pt x="5226" y="394"/>
                      <a:pt x="5039" y="493"/>
                      <a:pt x="4851" y="589"/>
                    </a:cubicBezTo>
                    <a:cubicBezTo>
                      <a:pt x="4641" y="696"/>
                      <a:pt x="4424" y="778"/>
                      <a:pt x="4192" y="778"/>
                    </a:cubicBezTo>
                    <a:cubicBezTo>
                      <a:pt x="4126" y="778"/>
                      <a:pt x="4060" y="771"/>
                      <a:pt x="3991" y="757"/>
                    </a:cubicBezTo>
                    <a:cubicBezTo>
                      <a:pt x="3952" y="749"/>
                      <a:pt x="3919" y="721"/>
                      <a:pt x="3844" y="680"/>
                    </a:cubicBezTo>
                    <a:cubicBezTo>
                      <a:pt x="3934" y="649"/>
                      <a:pt x="4012" y="643"/>
                      <a:pt x="4083" y="643"/>
                    </a:cubicBezTo>
                    <a:cubicBezTo>
                      <a:pt x="4130" y="643"/>
                      <a:pt x="4174" y="645"/>
                      <a:pt x="4218" y="645"/>
                    </a:cubicBezTo>
                    <a:cubicBezTo>
                      <a:pt x="4231" y="645"/>
                      <a:pt x="4244" y="645"/>
                      <a:pt x="4257" y="644"/>
                    </a:cubicBezTo>
                    <a:cubicBezTo>
                      <a:pt x="4386" y="638"/>
                      <a:pt x="4514" y="638"/>
                      <a:pt x="4622" y="533"/>
                    </a:cubicBezTo>
                    <a:lnTo>
                      <a:pt x="4622" y="533"/>
                    </a:lnTo>
                    <a:cubicBezTo>
                      <a:pt x="4574" y="538"/>
                      <a:pt x="4526" y="540"/>
                      <a:pt x="4480" y="540"/>
                    </a:cubicBezTo>
                    <a:cubicBezTo>
                      <a:pt x="3965" y="540"/>
                      <a:pt x="3515" y="297"/>
                      <a:pt x="3043" y="119"/>
                    </a:cubicBezTo>
                    <a:cubicBezTo>
                      <a:pt x="3030" y="163"/>
                      <a:pt x="3018" y="187"/>
                      <a:pt x="3015" y="212"/>
                    </a:cubicBezTo>
                    <a:cubicBezTo>
                      <a:pt x="2973" y="553"/>
                      <a:pt x="2932" y="895"/>
                      <a:pt x="2887" y="1235"/>
                    </a:cubicBezTo>
                    <a:cubicBezTo>
                      <a:pt x="2868" y="1390"/>
                      <a:pt x="2869" y="1539"/>
                      <a:pt x="2928" y="1686"/>
                    </a:cubicBezTo>
                    <a:cubicBezTo>
                      <a:pt x="2943" y="1726"/>
                      <a:pt x="2929" y="1777"/>
                      <a:pt x="2929" y="1854"/>
                    </a:cubicBezTo>
                    <a:cubicBezTo>
                      <a:pt x="2820" y="1762"/>
                      <a:pt x="2794" y="1662"/>
                      <a:pt x="2785" y="1569"/>
                    </a:cubicBezTo>
                    <a:cubicBezTo>
                      <a:pt x="2770" y="1413"/>
                      <a:pt x="2769" y="1251"/>
                      <a:pt x="2781" y="1093"/>
                    </a:cubicBezTo>
                    <a:cubicBezTo>
                      <a:pt x="2803" y="809"/>
                      <a:pt x="2842" y="527"/>
                      <a:pt x="2869" y="244"/>
                    </a:cubicBezTo>
                    <a:cubicBezTo>
                      <a:pt x="2874" y="197"/>
                      <a:pt x="2860" y="148"/>
                      <a:pt x="2853" y="77"/>
                    </a:cubicBezTo>
                    <a:cubicBezTo>
                      <a:pt x="2396" y="364"/>
                      <a:pt x="1936" y="495"/>
                      <a:pt x="1471" y="495"/>
                    </a:cubicBezTo>
                    <a:cubicBezTo>
                      <a:pt x="1091" y="495"/>
                      <a:pt x="707" y="408"/>
                      <a:pt x="317" y="245"/>
                    </a:cubicBezTo>
                    <a:cubicBezTo>
                      <a:pt x="299" y="296"/>
                      <a:pt x="276" y="343"/>
                      <a:pt x="266" y="394"/>
                    </a:cubicBezTo>
                    <a:cubicBezTo>
                      <a:pt x="204" y="712"/>
                      <a:pt x="152" y="1031"/>
                      <a:pt x="86" y="1348"/>
                    </a:cubicBezTo>
                    <a:cubicBezTo>
                      <a:pt x="0" y="1761"/>
                      <a:pt x="26" y="2163"/>
                      <a:pt x="129" y="2568"/>
                    </a:cubicBezTo>
                    <a:cubicBezTo>
                      <a:pt x="168" y="2719"/>
                      <a:pt x="180" y="2883"/>
                      <a:pt x="171" y="3039"/>
                    </a:cubicBezTo>
                    <a:cubicBezTo>
                      <a:pt x="150" y="3416"/>
                      <a:pt x="95" y="3791"/>
                      <a:pt x="80" y="4167"/>
                    </a:cubicBezTo>
                    <a:cubicBezTo>
                      <a:pt x="50" y="4843"/>
                      <a:pt x="35" y="5519"/>
                      <a:pt x="26" y="6194"/>
                    </a:cubicBezTo>
                    <a:cubicBezTo>
                      <a:pt x="23" y="6425"/>
                      <a:pt x="39" y="6661"/>
                      <a:pt x="83" y="6886"/>
                    </a:cubicBezTo>
                    <a:cubicBezTo>
                      <a:pt x="267" y="7825"/>
                      <a:pt x="533" y="8741"/>
                      <a:pt x="926" y="9614"/>
                    </a:cubicBezTo>
                    <a:cubicBezTo>
                      <a:pt x="1201" y="10223"/>
                      <a:pt x="1105" y="10141"/>
                      <a:pt x="1652" y="10519"/>
                    </a:cubicBezTo>
                    <a:cubicBezTo>
                      <a:pt x="1667" y="10531"/>
                      <a:pt x="1687" y="10541"/>
                      <a:pt x="1699" y="10556"/>
                    </a:cubicBezTo>
                    <a:cubicBezTo>
                      <a:pt x="1721" y="10582"/>
                      <a:pt x="1739" y="10612"/>
                      <a:pt x="1780" y="10669"/>
                    </a:cubicBezTo>
                    <a:cubicBezTo>
                      <a:pt x="1691" y="10657"/>
                      <a:pt x="1639" y="10651"/>
                      <a:pt x="1588" y="10643"/>
                    </a:cubicBezTo>
                    <a:cubicBezTo>
                      <a:pt x="1571" y="11371"/>
                      <a:pt x="1546" y="12087"/>
                      <a:pt x="1541" y="12802"/>
                    </a:cubicBezTo>
                    <a:cubicBezTo>
                      <a:pt x="1534" y="13937"/>
                      <a:pt x="1580" y="15071"/>
                      <a:pt x="1433" y="16199"/>
                    </a:cubicBezTo>
                    <a:cubicBezTo>
                      <a:pt x="1393" y="16504"/>
                      <a:pt x="1528" y="16636"/>
                      <a:pt x="1759" y="16745"/>
                    </a:cubicBezTo>
                    <a:cubicBezTo>
                      <a:pt x="1795" y="16763"/>
                      <a:pt x="1831" y="16783"/>
                      <a:pt x="1868" y="16795"/>
                    </a:cubicBezTo>
                    <a:cubicBezTo>
                      <a:pt x="2132" y="16879"/>
                      <a:pt x="2393" y="16979"/>
                      <a:pt x="2664" y="17040"/>
                    </a:cubicBezTo>
                    <a:cubicBezTo>
                      <a:pt x="2980" y="17109"/>
                      <a:pt x="3306" y="17142"/>
                      <a:pt x="3625" y="17194"/>
                    </a:cubicBezTo>
                    <a:cubicBezTo>
                      <a:pt x="4031" y="17261"/>
                      <a:pt x="4436" y="17310"/>
                      <a:pt x="4845" y="17310"/>
                    </a:cubicBezTo>
                    <a:cubicBezTo>
                      <a:pt x="4979" y="17310"/>
                      <a:pt x="5114" y="17305"/>
                      <a:pt x="5249" y="17293"/>
                    </a:cubicBezTo>
                    <a:cubicBezTo>
                      <a:pt x="6140" y="17217"/>
                      <a:pt x="6995" y="16976"/>
                      <a:pt x="7843" y="16714"/>
                    </a:cubicBezTo>
                    <a:cubicBezTo>
                      <a:pt x="8227" y="16594"/>
                      <a:pt x="8292" y="16487"/>
                      <a:pt x="8308" y="16078"/>
                    </a:cubicBezTo>
                    <a:cubicBezTo>
                      <a:pt x="8325" y="15680"/>
                      <a:pt x="8346" y="15283"/>
                      <a:pt x="8344" y="14886"/>
                    </a:cubicBezTo>
                    <a:cubicBezTo>
                      <a:pt x="8340" y="13366"/>
                      <a:pt x="8326" y="11848"/>
                      <a:pt x="8314" y="10330"/>
                    </a:cubicBezTo>
                    <a:cubicBezTo>
                      <a:pt x="8314" y="10289"/>
                      <a:pt x="8301" y="10249"/>
                      <a:pt x="8290" y="10196"/>
                    </a:cubicBezTo>
                    <a:cubicBezTo>
                      <a:pt x="8217" y="10244"/>
                      <a:pt x="8164" y="10283"/>
                      <a:pt x="8107" y="10319"/>
                    </a:cubicBezTo>
                    <a:cubicBezTo>
                      <a:pt x="7415" y="10762"/>
                      <a:pt x="6677" y="11098"/>
                      <a:pt x="5862" y="11245"/>
                    </a:cubicBezTo>
                    <a:cubicBezTo>
                      <a:pt x="5590" y="11294"/>
                      <a:pt x="5317" y="11312"/>
                      <a:pt x="5044" y="11312"/>
                    </a:cubicBezTo>
                    <a:cubicBezTo>
                      <a:pt x="4656" y="11312"/>
                      <a:pt x="4268" y="11276"/>
                      <a:pt x="3880" y="11240"/>
                    </a:cubicBezTo>
                    <a:cubicBezTo>
                      <a:pt x="3316" y="11188"/>
                      <a:pt x="2787" y="10981"/>
                      <a:pt x="2237" y="10859"/>
                    </a:cubicBezTo>
                    <a:cubicBezTo>
                      <a:pt x="2204" y="10852"/>
                      <a:pt x="2170" y="10840"/>
                      <a:pt x="2147" y="10819"/>
                    </a:cubicBezTo>
                    <a:cubicBezTo>
                      <a:pt x="2120" y="10798"/>
                      <a:pt x="2108" y="10763"/>
                      <a:pt x="2068" y="10700"/>
                    </a:cubicBezTo>
                    <a:lnTo>
                      <a:pt x="2068" y="10700"/>
                    </a:lnTo>
                    <a:cubicBezTo>
                      <a:pt x="2168" y="10714"/>
                      <a:pt x="2233" y="10717"/>
                      <a:pt x="2296" y="10732"/>
                    </a:cubicBezTo>
                    <a:cubicBezTo>
                      <a:pt x="2573" y="10798"/>
                      <a:pt x="2853" y="10856"/>
                      <a:pt x="3126" y="10936"/>
                    </a:cubicBezTo>
                    <a:cubicBezTo>
                      <a:pt x="3703" y="11104"/>
                      <a:pt x="4296" y="11155"/>
                      <a:pt x="4893" y="11170"/>
                    </a:cubicBezTo>
                    <a:cubicBezTo>
                      <a:pt x="5015" y="11173"/>
                      <a:pt x="5139" y="11179"/>
                      <a:pt x="5263" y="11179"/>
                    </a:cubicBezTo>
                    <a:cubicBezTo>
                      <a:pt x="5399" y="11179"/>
                      <a:pt x="5534" y="11172"/>
                      <a:pt x="5666" y="11150"/>
                    </a:cubicBezTo>
                    <a:cubicBezTo>
                      <a:pt x="6452" y="11023"/>
                      <a:pt x="7175" y="10715"/>
                      <a:pt x="7863" y="10315"/>
                    </a:cubicBezTo>
                    <a:cubicBezTo>
                      <a:pt x="8134" y="10156"/>
                      <a:pt x="8355" y="9936"/>
                      <a:pt x="8563" y="9711"/>
                    </a:cubicBezTo>
                    <a:cubicBezTo>
                      <a:pt x="8764" y="9494"/>
                      <a:pt x="8922" y="9237"/>
                      <a:pt x="9105" y="9002"/>
                    </a:cubicBezTo>
                    <a:cubicBezTo>
                      <a:pt x="9283" y="8771"/>
                      <a:pt x="9457" y="8537"/>
                      <a:pt x="9651" y="8319"/>
                    </a:cubicBezTo>
                    <a:cubicBezTo>
                      <a:pt x="9977" y="7951"/>
                      <a:pt x="10316" y="7596"/>
                      <a:pt x="10650" y="7237"/>
                    </a:cubicBezTo>
                    <a:cubicBezTo>
                      <a:pt x="11039" y="6820"/>
                      <a:pt x="11347" y="6353"/>
                      <a:pt x="11551" y="5819"/>
                    </a:cubicBezTo>
                    <a:cubicBezTo>
                      <a:pt x="11576" y="5752"/>
                      <a:pt x="11612" y="5681"/>
                      <a:pt x="11614" y="5611"/>
                    </a:cubicBezTo>
                    <a:cubicBezTo>
                      <a:pt x="11620" y="5248"/>
                      <a:pt x="11608" y="4888"/>
                      <a:pt x="11504" y="4530"/>
                    </a:cubicBezTo>
                    <a:cubicBezTo>
                      <a:pt x="11362" y="4035"/>
                      <a:pt x="11243" y="3533"/>
                      <a:pt x="11132" y="3030"/>
                    </a:cubicBezTo>
                    <a:cubicBezTo>
                      <a:pt x="11078" y="2785"/>
                      <a:pt x="11043" y="2532"/>
                      <a:pt x="11039" y="2281"/>
                    </a:cubicBezTo>
                    <a:cubicBezTo>
                      <a:pt x="11031" y="1959"/>
                      <a:pt x="10868" y="1809"/>
                      <a:pt x="10572" y="1741"/>
                    </a:cubicBezTo>
                    <a:cubicBezTo>
                      <a:pt x="10506" y="1726"/>
                      <a:pt x="10443" y="1717"/>
                      <a:pt x="10383" y="1717"/>
                    </a:cubicBezTo>
                    <a:cubicBezTo>
                      <a:pt x="10242" y="1717"/>
                      <a:pt x="10118" y="1764"/>
                      <a:pt x="10011" y="1885"/>
                    </a:cubicBezTo>
                    <a:cubicBezTo>
                      <a:pt x="9678" y="2257"/>
                      <a:pt x="9376" y="2652"/>
                      <a:pt x="9181" y="3117"/>
                    </a:cubicBezTo>
                    <a:cubicBezTo>
                      <a:pt x="9129" y="3243"/>
                      <a:pt x="9082" y="3386"/>
                      <a:pt x="9088" y="3518"/>
                    </a:cubicBezTo>
                    <a:cubicBezTo>
                      <a:pt x="9103" y="3975"/>
                      <a:pt x="9081" y="4433"/>
                      <a:pt x="9165" y="4886"/>
                    </a:cubicBezTo>
                    <a:cubicBezTo>
                      <a:pt x="9199" y="5075"/>
                      <a:pt x="9186" y="5266"/>
                      <a:pt x="9118" y="5468"/>
                    </a:cubicBezTo>
                    <a:cubicBezTo>
                      <a:pt x="9067" y="5435"/>
                      <a:pt x="9027" y="5410"/>
                      <a:pt x="8977" y="5378"/>
                    </a:cubicBezTo>
                    <a:cubicBezTo>
                      <a:pt x="8929" y="5441"/>
                      <a:pt x="8883" y="5497"/>
                      <a:pt x="8844" y="5557"/>
                    </a:cubicBezTo>
                    <a:cubicBezTo>
                      <a:pt x="8766" y="5678"/>
                      <a:pt x="8661" y="5737"/>
                      <a:pt x="8514" y="5740"/>
                    </a:cubicBezTo>
                    <a:cubicBezTo>
                      <a:pt x="8341" y="5743"/>
                      <a:pt x="8170" y="5770"/>
                      <a:pt x="7998" y="5771"/>
                    </a:cubicBezTo>
                    <a:cubicBezTo>
                      <a:pt x="7838" y="5773"/>
                      <a:pt x="7696" y="5815"/>
                      <a:pt x="7568" y="5906"/>
                    </a:cubicBezTo>
                    <a:cubicBezTo>
                      <a:pt x="7331" y="6074"/>
                      <a:pt x="7097" y="6248"/>
                      <a:pt x="6863" y="6421"/>
                    </a:cubicBezTo>
                    <a:cubicBezTo>
                      <a:pt x="6803" y="6464"/>
                      <a:pt x="6745" y="6513"/>
                      <a:pt x="6686" y="6558"/>
                    </a:cubicBezTo>
                    <a:cubicBezTo>
                      <a:pt x="6676" y="6547"/>
                      <a:pt x="6667" y="6538"/>
                      <a:pt x="6656" y="6528"/>
                    </a:cubicBezTo>
                    <a:cubicBezTo>
                      <a:pt x="6667" y="6506"/>
                      <a:pt x="6674" y="6482"/>
                      <a:pt x="6689" y="6466"/>
                    </a:cubicBezTo>
                    <a:cubicBezTo>
                      <a:pt x="6947" y="6188"/>
                      <a:pt x="7235" y="5944"/>
                      <a:pt x="7561" y="5749"/>
                    </a:cubicBezTo>
                    <a:cubicBezTo>
                      <a:pt x="7700" y="5666"/>
                      <a:pt x="7855" y="5630"/>
                      <a:pt x="8017" y="5629"/>
                    </a:cubicBezTo>
                    <a:cubicBezTo>
                      <a:pt x="8157" y="5627"/>
                      <a:pt x="8296" y="5620"/>
                      <a:pt x="8434" y="5617"/>
                    </a:cubicBezTo>
                    <a:cubicBezTo>
                      <a:pt x="8578" y="5612"/>
                      <a:pt x="8691" y="5554"/>
                      <a:pt x="8769" y="5434"/>
                    </a:cubicBezTo>
                    <a:cubicBezTo>
                      <a:pt x="8824" y="5350"/>
                      <a:pt x="8877" y="5266"/>
                      <a:pt x="8935" y="5186"/>
                    </a:cubicBezTo>
                    <a:cubicBezTo>
                      <a:pt x="9028" y="5062"/>
                      <a:pt x="9048" y="4927"/>
                      <a:pt x="9036" y="4774"/>
                    </a:cubicBezTo>
                    <a:cubicBezTo>
                      <a:pt x="9004" y="4398"/>
                      <a:pt x="8982" y="4020"/>
                      <a:pt x="8964" y="3644"/>
                    </a:cubicBezTo>
                    <a:cubicBezTo>
                      <a:pt x="8955" y="3389"/>
                      <a:pt x="8992" y="3140"/>
                      <a:pt x="9130" y="2917"/>
                    </a:cubicBezTo>
                    <a:cubicBezTo>
                      <a:pt x="9288" y="2665"/>
                      <a:pt x="9447" y="2413"/>
                      <a:pt x="9612" y="2167"/>
                    </a:cubicBezTo>
                    <a:cubicBezTo>
                      <a:pt x="9677" y="2073"/>
                      <a:pt x="9722" y="1981"/>
                      <a:pt x="9687" y="1872"/>
                    </a:cubicBezTo>
                    <a:cubicBezTo>
                      <a:pt x="9627" y="1681"/>
                      <a:pt x="9647" y="1492"/>
                      <a:pt x="9680" y="1302"/>
                    </a:cubicBezTo>
                    <a:cubicBezTo>
                      <a:pt x="9686" y="1260"/>
                      <a:pt x="9680" y="1214"/>
                      <a:pt x="9680" y="1162"/>
                    </a:cubicBezTo>
                    <a:cubicBezTo>
                      <a:pt x="9480" y="1191"/>
                      <a:pt x="9289" y="1278"/>
                      <a:pt x="9082" y="1278"/>
                    </a:cubicBezTo>
                    <a:cubicBezTo>
                      <a:pt x="8994" y="1278"/>
                      <a:pt x="8903" y="1262"/>
                      <a:pt x="8808" y="1220"/>
                    </a:cubicBezTo>
                    <a:cubicBezTo>
                      <a:pt x="8881" y="1190"/>
                      <a:pt x="8954" y="1187"/>
                      <a:pt x="9024" y="1187"/>
                    </a:cubicBezTo>
                    <a:cubicBezTo>
                      <a:pt x="9043" y="1187"/>
                      <a:pt x="9062" y="1187"/>
                      <a:pt x="9080" y="1187"/>
                    </a:cubicBezTo>
                    <a:cubicBezTo>
                      <a:pt x="9174" y="1187"/>
                      <a:pt x="9260" y="1181"/>
                      <a:pt x="9330" y="1105"/>
                    </a:cubicBezTo>
                    <a:cubicBezTo>
                      <a:pt x="8983" y="941"/>
                      <a:pt x="8635" y="776"/>
                      <a:pt x="8286" y="610"/>
                    </a:cubicBezTo>
                    <a:cubicBezTo>
                      <a:pt x="8212" y="737"/>
                      <a:pt x="8239" y="851"/>
                      <a:pt x="8253" y="971"/>
                    </a:cubicBezTo>
                    <a:cubicBezTo>
                      <a:pt x="8281" y="1207"/>
                      <a:pt x="8298" y="1446"/>
                      <a:pt x="8308" y="1683"/>
                    </a:cubicBezTo>
                    <a:cubicBezTo>
                      <a:pt x="8313" y="1776"/>
                      <a:pt x="8295" y="1873"/>
                      <a:pt x="8173" y="1920"/>
                    </a:cubicBezTo>
                    <a:cubicBezTo>
                      <a:pt x="8173" y="1725"/>
                      <a:pt x="8193" y="1545"/>
                      <a:pt x="8167" y="1371"/>
                    </a:cubicBezTo>
                    <a:cubicBezTo>
                      <a:pt x="8125" y="1075"/>
                      <a:pt x="8062" y="784"/>
                      <a:pt x="8137" y="485"/>
                    </a:cubicBezTo>
                    <a:cubicBezTo>
                      <a:pt x="8139" y="476"/>
                      <a:pt x="8125" y="463"/>
                      <a:pt x="8119" y="452"/>
                    </a:cubicBezTo>
                    <a:cubicBezTo>
                      <a:pt x="8109" y="450"/>
                      <a:pt x="8098" y="444"/>
                      <a:pt x="8087" y="444"/>
                    </a:cubicBezTo>
                    <a:cubicBezTo>
                      <a:pt x="8085" y="444"/>
                      <a:pt x="8082" y="444"/>
                      <a:pt x="8080" y="445"/>
                    </a:cubicBezTo>
                    <a:cubicBezTo>
                      <a:pt x="8026" y="464"/>
                      <a:pt x="7971" y="487"/>
                      <a:pt x="7917" y="511"/>
                    </a:cubicBezTo>
                    <a:cubicBezTo>
                      <a:pt x="7695" y="609"/>
                      <a:pt x="7470" y="647"/>
                      <a:pt x="7241" y="647"/>
                    </a:cubicBezTo>
                    <a:cubicBezTo>
                      <a:pt x="7083" y="647"/>
                      <a:pt x="6924" y="629"/>
                      <a:pt x="6764" y="601"/>
                    </a:cubicBezTo>
                    <a:cubicBezTo>
                      <a:pt x="6731" y="595"/>
                      <a:pt x="6704" y="562"/>
                      <a:pt x="6674" y="541"/>
                    </a:cubicBezTo>
                    <a:cubicBezTo>
                      <a:pt x="6784" y="526"/>
                      <a:pt x="6893" y="526"/>
                      <a:pt x="7001" y="526"/>
                    </a:cubicBezTo>
                    <a:cubicBezTo>
                      <a:pt x="7015" y="526"/>
                      <a:pt x="7028" y="526"/>
                      <a:pt x="7042" y="526"/>
                    </a:cubicBezTo>
                    <a:cubicBezTo>
                      <a:pt x="7234" y="526"/>
                      <a:pt x="7423" y="523"/>
                      <a:pt x="7609" y="445"/>
                    </a:cubicBezTo>
                    <a:cubicBezTo>
                      <a:pt x="7094" y="314"/>
                      <a:pt x="6580" y="185"/>
                      <a:pt x="6074" y="58"/>
                    </a:cubicBezTo>
                    <a:cubicBezTo>
                      <a:pt x="6017" y="245"/>
                      <a:pt x="5969" y="430"/>
                      <a:pt x="5904" y="610"/>
                    </a:cubicBezTo>
                    <a:cubicBezTo>
                      <a:pt x="5808" y="875"/>
                      <a:pt x="5733" y="1138"/>
                      <a:pt x="5792" y="1425"/>
                    </a:cubicBezTo>
                    <a:cubicBezTo>
                      <a:pt x="5804" y="1488"/>
                      <a:pt x="5835" y="1569"/>
                      <a:pt x="5751" y="1621"/>
                    </a:cubicBezTo>
                    <a:cubicBezTo>
                      <a:pt x="5732" y="1606"/>
                      <a:pt x="5708" y="1596"/>
                      <a:pt x="5703" y="1581"/>
                    </a:cubicBezTo>
                    <a:cubicBezTo>
                      <a:pt x="5648" y="1368"/>
                      <a:pt x="5606" y="1153"/>
                      <a:pt x="5672" y="935"/>
                    </a:cubicBezTo>
                    <a:cubicBezTo>
                      <a:pt x="5729" y="737"/>
                      <a:pt x="5792" y="542"/>
                      <a:pt x="5853" y="347"/>
                    </a:cubicBezTo>
                    <a:cubicBezTo>
                      <a:pt x="5891" y="229"/>
                      <a:pt x="5928" y="112"/>
                      <a:pt x="5828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3">
                <a:extLst>
                  <a:ext uri="{FF2B5EF4-FFF2-40B4-BE49-F238E27FC236}">
                    <a16:creationId xmlns:a16="http://schemas.microsoft.com/office/drawing/2014/main" id="{DCE641C8-F6D0-EF88-08C9-3BA301D50E27}"/>
                  </a:ext>
                </a:extLst>
              </p:cNvPr>
              <p:cNvSpPr/>
              <p:nvPr/>
            </p:nvSpPr>
            <p:spPr>
              <a:xfrm>
                <a:off x="1762400" y="1250375"/>
                <a:ext cx="74900" cy="50000"/>
              </a:xfrm>
              <a:custGeom>
                <a:avLst/>
                <a:gdLst/>
                <a:ahLst/>
                <a:cxnLst/>
                <a:rect l="l" t="t" r="r" b="b"/>
                <a:pathLst>
                  <a:path w="2996" h="2000" extrusionOk="0">
                    <a:moveTo>
                      <a:pt x="1597" y="0"/>
                    </a:moveTo>
                    <a:cubicBezTo>
                      <a:pt x="1285" y="0"/>
                      <a:pt x="972" y="45"/>
                      <a:pt x="667" y="134"/>
                    </a:cubicBezTo>
                    <a:cubicBezTo>
                      <a:pt x="443" y="200"/>
                      <a:pt x="259" y="322"/>
                      <a:pt x="116" y="508"/>
                    </a:cubicBezTo>
                    <a:cubicBezTo>
                      <a:pt x="35" y="614"/>
                      <a:pt x="2" y="715"/>
                      <a:pt x="43" y="853"/>
                    </a:cubicBezTo>
                    <a:cubicBezTo>
                      <a:pt x="74" y="962"/>
                      <a:pt x="59" y="1088"/>
                      <a:pt x="53" y="1206"/>
                    </a:cubicBezTo>
                    <a:cubicBezTo>
                      <a:pt x="47" y="1311"/>
                      <a:pt x="22" y="1414"/>
                      <a:pt x="1" y="1537"/>
                    </a:cubicBezTo>
                    <a:lnTo>
                      <a:pt x="2" y="1537"/>
                    </a:lnTo>
                    <a:cubicBezTo>
                      <a:pt x="161" y="1671"/>
                      <a:pt x="352" y="1713"/>
                      <a:pt x="524" y="1795"/>
                    </a:cubicBezTo>
                    <a:cubicBezTo>
                      <a:pt x="814" y="1935"/>
                      <a:pt x="1112" y="2000"/>
                      <a:pt x="1422" y="2000"/>
                    </a:cubicBezTo>
                    <a:cubicBezTo>
                      <a:pt x="1540" y="2000"/>
                      <a:pt x="1660" y="1990"/>
                      <a:pt x="1782" y="1972"/>
                    </a:cubicBezTo>
                    <a:cubicBezTo>
                      <a:pt x="2065" y="1930"/>
                      <a:pt x="2317" y="1834"/>
                      <a:pt x="2541" y="1659"/>
                    </a:cubicBezTo>
                    <a:cubicBezTo>
                      <a:pt x="2670" y="1557"/>
                      <a:pt x="2758" y="1426"/>
                      <a:pt x="2811" y="1273"/>
                    </a:cubicBezTo>
                    <a:cubicBezTo>
                      <a:pt x="2995" y="745"/>
                      <a:pt x="2701" y="110"/>
                      <a:pt x="1984" y="23"/>
                    </a:cubicBezTo>
                    <a:cubicBezTo>
                      <a:pt x="1856" y="8"/>
                      <a:pt x="1726" y="0"/>
                      <a:pt x="1597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3">
                <a:extLst>
                  <a:ext uri="{FF2B5EF4-FFF2-40B4-BE49-F238E27FC236}">
                    <a16:creationId xmlns:a16="http://schemas.microsoft.com/office/drawing/2014/main" id="{83E5777A-0929-351A-AEE1-0F27711D50F8}"/>
                  </a:ext>
                </a:extLst>
              </p:cNvPr>
              <p:cNvSpPr/>
              <p:nvPr/>
            </p:nvSpPr>
            <p:spPr>
              <a:xfrm>
                <a:off x="1694500" y="1262200"/>
                <a:ext cx="66800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10" extrusionOk="0">
                    <a:moveTo>
                      <a:pt x="1494" y="1"/>
                    </a:moveTo>
                    <a:cubicBezTo>
                      <a:pt x="1236" y="1"/>
                      <a:pt x="980" y="48"/>
                      <a:pt x="723" y="122"/>
                    </a:cubicBezTo>
                    <a:cubicBezTo>
                      <a:pt x="362" y="225"/>
                      <a:pt x="185" y="485"/>
                      <a:pt x="44" y="790"/>
                    </a:cubicBezTo>
                    <a:cubicBezTo>
                      <a:pt x="8" y="866"/>
                      <a:pt x="1" y="974"/>
                      <a:pt x="23" y="1055"/>
                    </a:cubicBezTo>
                    <a:cubicBezTo>
                      <a:pt x="88" y="1277"/>
                      <a:pt x="250" y="1414"/>
                      <a:pt x="479" y="1445"/>
                    </a:cubicBezTo>
                    <a:cubicBezTo>
                      <a:pt x="714" y="1477"/>
                      <a:pt x="952" y="1489"/>
                      <a:pt x="1189" y="1510"/>
                    </a:cubicBezTo>
                    <a:lnTo>
                      <a:pt x="1189" y="1492"/>
                    </a:lnTo>
                    <a:cubicBezTo>
                      <a:pt x="1256" y="1492"/>
                      <a:pt x="1322" y="1495"/>
                      <a:pt x="1389" y="1495"/>
                    </a:cubicBezTo>
                    <a:cubicBezTo>
                      <a:pt x="1428" y="1495"/>
                      <a:pt x="1468" y="1494"/>
                      <a:pt x="1507" y="1490"/>
                    </a:cubicBezTo>
                    <a:cubicBezTo>
                      <a:pt x="1824" y="1462"/>
                      <a:pt x="2112" y="1354"/>
                      <a:pt x="2361" y="1153"/>
                    </a:cubicBezTo>
                    <a:cubicBezTo>
                      <a:pt x="2609" y="952"/>
                      <a:pt x="2672" y="686"/>
                      <a:pt x="2616" y="386"/>
                    </a:cubicBezTo>
                    <a:cubicBezTo>
                      <a:pt x="2594" y="264"/>
                      <a:pt x="2525" y="183"/>
                      <a:pt x="2399" y="156"/>
                    </a:cubicBezTo>
                    <a:cubicBezTo>
                      <a:pt x="2242" y="122"/>
                      <a:pt x="2089" y="86"/>
                      <a:pt x="1935" y="50"/>
                    </a:cubicBezTo>
                    <a:cubicBezTo>
                      <a:pt x="1786" y="16"/>
                      <a:pt x="1640" y="1"/>
                      <a:pt x="1494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3">
                <a:extLst>
                  <a:ext uri="{FF2B5EF4-FFF2-40B4-BE49-F238E27FC236}">
                    <a16:creationId xmlns:a16="http://schemas.microsoft.com/office/drawing/2014/main" id="{8E3B0E05-124C-C7C7-0460-AC8B95F9444E}"/>
                  </a:ext>
                </a:extLst>
              </p:cNvPr>
              <p:cNvSpPr/>
              <p:nvPr/>
            </p:nvSpPr>
            <p:spPr>
              <a:xfrm>
                <a:off x="1683825" y="1246400"/>
                <a:ext cx="297325" cy="481975"/>
              </a:xfrm>
              <a:custGeom>
                <a:avLst/>
                <a:gdLst/>
                <a:ahLst/>
                <a:cxnLst/>
                <a:rect l="l" t="t" r="r" b="b"/>
                <a:pathLst>
                  <a:path w="11893" h="19279" extrusionOk="0">
                    <a:moveTo>
                      <a:pt x="7023" y="169"/>
                    </a:moveTo>
                    <a:cubicBezTo>
                      <a:pt x="7465" y="169"/>
                      <a:pt x="7889" y="263"/>
                      <a:pt x="8305" y="403"/>
                    </a:cubicBezTo>
                    <a:cubicBezTo>
                      <a:pt x="8740" y="548"/>
                      <a:pt x="8953" y="914"/>
                      <a:pt x="8836" y="1362"/>
                    </a:cubicBezTo>
                    <a:cubicBezTo>
                      <a:pt x="8797" y="1512"/>
                      <a:pt x="8716" y="1653"/>
                      <a:pt x="8644" y="1792"/>
                    </a:cubicBezTo>
                    <a:cubicBezTo>
                      <a:pt x="8589" y="1897"/>
                      <a:pt x="8490" y="1953"/>
                      <a:pt x="8374" y="1977"/>
                    </a:cubicBezTo>
                    <a:cubicBezTo>
                      <a:pt x="8177" y="2017"/>
                      <a:pt x="7980" y="2046"/>
                      <a:pt x="7783" y="2046"/>
                    </a:cubicBezTo>
                    <a:cubicBezTo>
                      <a:pt x="7614" y="2046"/>
                      <a:pt x="7445" y="2025"/>
                      <a:pt x="7276" y="1972"/>
                    </a:cubicBezTo>
                    <a:cubicBezTo>
                      <a:pt x="6959" y="1876"/>
                      <a:pt x="6637" y="1803"/>
                      <a:pt x="6322" y="1704"/>
                    </a:cubicBezTo>
                    <a:cubicBezTo>
                      <a:pt x="6116" y="1639"/>
                      <a:pt x="6086" y="1585"/>
                      <a:pt x="6128" y="1383"/>
                    </a:cubicBezTo>
                    <a:cubicBezTo>
                      <a:pt x="6180" y="1133"/>
                      <a:pt x="6155" y="893"/>
                      <a:pt x="6068" y="661"/>
                    </a:cubicBezTo>
                    <a:cubicBezTo>
                      <a:pt x="6029" y="557"/>
                      <a:pt x="6047" y="488"/>
                      <a:pt x="6122" y="413"/>
                    </a:cubicBezTo>
                    <a:lnTo>
                      <a:pt x="6122" y="415"/>
                    </a:lnTo>
                    <a:cubicBezTo>
                      <a:pt x="6268" y="270"/>
                      <a:pt x="6433" y="170"/>
                      <a:pt x="6644" y="170"/>
                    </a:cubicBezTo>
                    <a:cubicBezTo>
                      <a:pt x="6651" y="170"/>
                      <a:pt x="6659" y="170"/>
                      <a:pt x="6667" y="170"/>
                    </a:cubicBezTo>
                    <a:cubicBezTo>
                      <a:pt x="6697" y="171"/>
                      <a:pt x="6728" y="172"/>
                      <a:pt x="6759" y="172"/>
                    </a:cubicBezTo>
                    <a:cubicBezTo>
                      <a:pt x="6820" y="172"/>
                      <a:pt x="6882" y="170"/>
                      <a:pt x="6944" y="170"/>
                    </a:cubicBezTo>
                    <a:cubicBezTo>
                      <a:pt x="6971" y="170"/>
                      <a:pt x="6997" y="169"/>
                      <a:pt x="7023" y="169"/>
                    </a:cubicBezTo>
                    <a:close/>
                    <a:moveTo>
                      <a:pt x="1920" y="633"/>
                    </a:moveTo>
                    <a:cubicBezTo>
                      <a:pt x="2065" y="633"/>
                      <a:pt x="2212" y="648"/>
                      <a:pt x="2360" y="682"/>
                    </a:cubicBezTo>
                    <a:cubicBezTo>
                      <a:pt x="2515" y="718"/>
                      <a:pt x="2669" y="754"/>
                      <a:pt x="2824" y="788"/>
                    </a:cubicBezTo>
                    <a:cubicBezTo>
                      <a:pt x="2950" y="815"/>
                      <a:pt x="3021" y="896"/>
                      <a:pt x="3043" y="1018"/>
                    </a:cubicBezTo>
                    <a:cubicBezTo>
                      <a:pt x="3099" y="1318"/>
                      <a:pt x="3036" y="1584"/>
                      <a:pt x="2788" y="1785"/>
                    </a:cubicBezTo>
                    <a:cubicBezTo>
                      <a:pt x="2539" y="1986"/>
                      <a:pt x="2251" y="2094"/>
                      <a:pt x="1934" y="2122"/>
                    </a:cubicBezTo>
                    <a:cubicBezTo>
                      <a:pt x="1894" y="2126"/>
                      <a:pt x="1855" y="2127"/>
                      <a:pt x="1815" y="2127"/>
                    </a:cubicBezTo>
                    <a:cubicBezTo>
                      <a:pt x="1749" y="2127"/>
                      <a:pt x="1683" y="2124"/>
                      <a:pt x="1616" y="2124"/>
                    </a:cubicBezTo>
                    <a:lnTo>
                      <a:pt x="1616" y="2142"/>
                    </a:lnTo>
                    <a:cubicBezTo>
                      <a:pt x="1379" y="2121"/>
                      <a:pt x="1141" y="2109"/>
                      <a:pt x="905" y="2077"/>
                    </a:cubicBezTo>
                    <a:cubicBezTo>
                      <a:pt x="677" y="2046"/>
                      <a:pt x="515" y="1909"/>
                      <a:pt x="450" y="1687"/>
                    </a:cubicBezTo>
                    <a:cubicBezTo>
                      <a:pt x="428" y="1606"/>
                      <a:pt x="435" y="1497"/>
                      <a:pt x="470" y="1422"/>
                    </a:cubicBezTo>
                    <a:cubicBezTo>
                      <a:pt x="612" y="1117"/>
                      <a:pt x="788" y="857"/>
                      <a:pt x="1150" y="754"/>
                    </a:cubicBezTo>
                    <a:cubicBezTo>
                      <a:pt x="1407" y="680"/>
                      <a:pt x="1662" y="633"/>
                      <a:pt x="1920" y="633"/>
                    </a:cubicBezTo>
                    <a:close/>
                    <a:moveTo>
                      <a:pt x="4737" y="160"/>
                    </a:moveTo>
                    <a:cubicBezTo>
                      <a:pt x="4867" y="160"/>
                      <a:pt x="4997" y="168"/>
                      <a:pt x="5127" y="184"/>
                    </a:cubicBezTo>
                    <a:cubicBezTo>
                      <a:pt x="5844" y="269"/>
                      <a:pt x="6138" y="905"/>
                      <a:pt x="5954" y="1434"/>
                    </a:cubicBezTo>
                    <a:cubicBezTo>
                      <a:pt x="5901" y="1587"/>
                      <a:pt x="5813" y="1716"/>
                      <a:pt x="5684" y="1818"/>
                    </a:cubicBezTo>
                    <a:cubicBezTo>
                      <a:pt x="5460" y="1993"/>
                      <a:pt x="5208" y="2089"/>
                      <a:pt x="4925" y="2133"/>
                    </a:cubicBezTo>
                    <a:cubicBezTo>
                      <a:pt x="4804" y="2150"/>
                      <a:pt x="4685" y="2160"/>
                      <a:pt x="4568" y="2160"/>
                    </a:cubicBezTo>
                    <a:cubicBezTo>
                      <a:pt x="4257" y="2160"/>
                      <a:pt x="3958" y="2095"/>
                      <a:pt x="3667" y="1956"/>
                    </a:cubicBezTo>
                    <a:cubicBezTo>
                      <a:pt x="3495" y="1873"/>
                      <a:pt x="3304" y="1831"/>
                      <a:pt x="3145" y="1696"/>
                    </a:cubicBezTo>
                    <a:cubicBezTo>
                      <a:pt x="3165" y="1573"/>
                      <a:pt x="3190" y="1470"/>
                      <a:pt x="3196" y="1366"/>
                    </a:cubicBezTo>
                    <a:cubicBezTo>
                      <a:pt x="3204" y="1247"/>
                      <a:pt x="3217" y="1123"/>
                      <a:pt x="3186" y="1012"/>
                    </a:cubicBezTo>
                    <a:cubicBezTo>
                      <a:pt x="3147" y="874"/>
                      <a:pt x="3178" y="773"/>
                      <a:pt x="3259" y="667"/>
                    </a:cubicBezTo>
                    <a:cubicBezTo>
                      <a:pt x="3402" y="481"/>
                      <a:pt x="3586" y="359"/>
                      <a:pt x="3810" y="295"/>
                    </a:cubicBezTo>
                    <a:cubicBezTo>
                      <a:pt x="4113" y="205"/>
                      <a:pt x="4425" y="160"/>
                      <a:pt x="4737" y="160"/>
                    </a:cubicBezTo>
                    <a:close/>
                    <a:moveTo>
                      <a:pt x="9321" y="928"/>
                    </a:moveTo>
                    <a:cubicBezTo>
                      <a:pt x="9443" y="928"/>
                      <a:pt x="9571" y="951"/>
                      <a:pt x="9684" y="995"/>
                    </a:cubicBezTo>
                    <a:cubicBezTo>
                      <a:pt x="9911" y="1085"/>
                      <a:pt x="10085" y="1250"/>
                      <a:pt x="10217" y="1458"/>
                    </a:cubicBezTo>
                    <a:cubicBezTo>
                      <a:pt x="10266" y="1536"/>
                      <a:pt x="10311" y="1618"/>
                      <a:pt x="10365" y="1693"/>
                    </a:cubicBezTo>
                    <a:cubicBezTo>
                      <a:pt x="10539" y="1932"/>
                      <a:pt x="10514" y="2175"/>
                      <a:pt x="10386" y="2422"/>
                    </a:cubicBezTo>
                    <a:cubicBezTo>
                      <a:pt x="10266" y="2655"/>
                      <a:pt x="10065" y="2734"/>
                      <a:pt x="9813" y="2745"/>
                    </a:cubicBezTo>
                    <a:cubicBezTo>
                      <a:pt x="9786" y="2746"/>
                      <a:pt x="9760" y="2747"/>
                      <a:pt x="9734" y="2747"/>
                    </a:cubicBezTo>
                    <a:cubicBezTo>
                      <a:pt x="9497" y="2747"/>
                      <a:pt x="9278" y="2692"/>
                      <a:pt x="9067" y="2577"/>
                    </a:cubicBezTo>
                    <a:cubicBezTo>
                      <a:pt x="8922" y="2499"/>
                      <a:pt x="8773" y="2425"/>
                      <a:pt x="8631" y="2341"/>
                    </a:cubicBezTo>
                    <a:cubicBezTo>
                      <a:pt x="8566" y="2304"/>
                      <a:pt x="8512" y="2247"/>
                      <a:pt x="8415" y="2166"/>
                    </a:cubicBezTo>
                    <a:cubicBezTo>
                      <a:pt x="8485" y="2118"/>
                      <a:pt x="8517" y="2094"/>
                      <a:pt x="8550" y="2073"/>
                    </a:cubicBezTo>
                    <a:cubicBezTo>
                      <a:pt x="8869" y="1867"/>
                      <a:pt x="8979" y="1546"/>
                      <a:pt x="9022" y="1193"/>
                    </a:cubicBezTo>
                    <a:cubicBezTo>
                      <a:pt x="9051" y="974"/>
                      <a:pt x="9073" y="934"/>
                      <a:pt x="9300" y="928"/>
                    </a:cubicBezTo>
                    <a:cubicBezTo>
                      <a:pt x="9307" y="928"/>
                      <a:pt x="9314" y="928"/>
                      <a:pt x="9321" y="928"/>
                    </a:cubicBezTo>
                    <a:close/>
                    <a:moveTo>
                      <a:pt x="5951" y="1803"/>
                    </a:moveTo>
                    <a:cubicBezTo>
                      <a:pt x="6051" y="1914"/>
                      <a:pt x="6014" y="2031"/>
                      <a:pt x="5976" y="2149"/>
                    </a:cubicBezTo>
                    <a:cubicBezTo>
                      <a:pt x="5915" y="2344"/>
                      <a:pt x="5852" y="2539"/>
                      <a:pt x="5795" y="2737"/>
                    </a:cubicBezTo>
                    <a:cubicBezTo>
                      <a:pt x="5729" y="2955"/>
                      <a:pt x="5771" y="3170"/>
                      <a:pt x="5826" y="3383"/>
                    </a:cubicBezTo>
                    <a:cubicBezTo>
                      <a:pt x="5831" y="3398"/>
                      <a:pt x="5855" y="3408"/>
                      <a:pt x="5874" y="3423"/>
                    </a:cubicBezTo>
                    <a:cubicBezTo>
                      <a:pt x="5958" y="3371"/>
                      <a:pt x="5927" y="3290"/>
                      <a:pt x="5915" y="3227"/>
                    </a:cubicBezTo>
                    <a:cubicBezTo>
                      <a:pt x="5856" y="2940"/>
                      <a:pt x="5931" y="2677"/>
                      <a:pt x="6027" y="2412"/>
                    </a:cubicBezTo>
                    <a:cubicBezTo>
                      <a:pt x="6092" y="2232"/>
                      <a:pt x="6140" y="2047"/>
                      <a:pt x="6197" y="1860"/>
                    </a:cubicBezTo>
                    <a:cubicBezTo>
                      <a:pt x="6703" y="1987"/>
                      <a:pt x="7217" y="2116"/>
                      <a:pt x="7732" y="2247"/>
                    </a:cubicBezTo>
                    <a:cubicBezTo>
                      <a:pt x="7543" y="2326"/>
                      <a:pt x="7350" y="2328"/>
                      <a:pt x="7154" y="2328"/>
                    </a:cubicBezTo>
                    <a:cubicBezTo>
                      <a:pt x="7145" y="2328"/>
                      <a:pt x="7136" y="2328"/>
                      <a:pt x="7127" y="2328"/>
                    </a:cubicBezTo>
                    <a:cubicBezTo>
                      <a:pt x="7018" y="2328"/>
                      <a:pt x="6908" y="2329"/>
                      <a:pt x="6797" y="2343"/>
                    </a:cubicBezTo>
                    <a:cubicBezTo>
                      <a:pt x="6827" y="2364"/>
                      <a:pt x="6856" y="2397"/>
                      <a:pt x="6887" y="2403"/>
                    </a:cubicBezTo>
                    <a:cubicBezTo>
                      <a:pt x="7047" y="2431"/>
                      <a:pt x="7206" y="2449"/>
                      <a:pt x="7364" y="2449"/>
                    </a:cubicBezTo>
                    <a:cubicBezTo>
                      <a:pt x="7593" y="2449"/>
                      <a:pt x="7818" y="2411"/>
                      <a:pt x="8040" y="2313"/>
                    </a:cubicBezTo>
                    <a:cubicBezTo>
                      <a:pt x="8094" y="2289"/>
                      <a:pt x="8149" y="2266"/>
                      <a:pt x="8205" y="2247"/>
                    </a:cubicBezTo>
                    <a:cubicBezTo>
                      <a:pt x="8207" y="2246"/>
                      <a:pt x="8209" y="2246"/>
                      <a:pt x="8211" y="2246"/>
                    </a:cubicBezTo>
                    <a:cubicBezTo>
                      <a:pt x="8221" y="2246"/>
                      <a:pt x="8232" y="2252"/>
                      <a:pt x="8242" y="2253"/>
                    </a:cubicBezTo>
                    <a:cubicBezTo>
                      <a:pt x="8248" y="2265"/>
                      <a:pt x="8262" y="2278"/>
                      <a:pt x="8260" y="2287"/>
                    </a:cubicBezTo>
                    <a:cubicBezTo>
                      <a:pt x="8185" y="2586"/>
                      <a:pt x="8248" y="2877"/>
                      <a:pt x="8292" y="3173"/>
                    </a:cubicBezTo>
                    <a:cubicBezTo>
                      <a:pt x="8316" y="3347"/>
                      <a:pt x="8296" y="3527"/>
                      <a:pt x="8296" y="3722"/>
                    </a:cubicBezTo>
                    <a:cubicBezTo>
                      <a:pt x="8419" y="3675"/>
                      <a:pt x="8436" y="3576"/>
                      <a:pt x="8431" y="3485"/>
                    </a:cubicBezTo>
                    <a:cubicBezTo>
                      <a:pt x="8421" y="3248"/>
                      <a:pt x="8404" y="3009"/>
                      <a:pt x="8376" y="2773"/>
                    </a:cubicBezTo>
                    <a:cubicBezTo>
                      <a:pt x="8362" y="2653"/>
                      <a:pt x="8335" y="2539"/>
                      <a:pt x="8409" y="2412"/>
                    </a:cubicBezTo>
                    <a:cubicBezTo>
                      <a:pt x="8758" y="2578"/>
                      <a:pt x="9106" y="2743"/>
                      <a:pt x="9453" y="2907"/>
                    </a:cubicBezTo>
                    <a:cubicBezTo>
                      <a:pt x="9383" y="2983"/>
                      <a:pt x="9297" y="2989"/>
                      <a:pt x="9203" y="2989"/>
                    </a:cubicBezTo>
                    <a:cubicBezTo>
                      <a:pt x="9185" y="2989"/>
                      <a:pt x="9166" y="2989"/>
                      <a:pt x="9147" y="2989"/>
                    </a:cubicBezTo>
                    <a:cubicBezTo>
                      <a:pt x="9077" y="2989"/>
                      <a:pt x="9004" y="2992"/>
                      <a:pt x="8931" y="3022"/>
                    </a:cubicBezTo>
                    <a:cubicBezTo>
                      <a:pt x="9026" y="3064"/>
                      <a:pt x="9117" y="3080"/>
                      <a:pt x="9205" y="3080"/>
                    </a:cubicBezTo>
                    <a:cubicBezTo>
                      <a:pt x="9412" y="3080"/>
                      <a:pt x="9603" y="2993"/>
                      <a:pt x="9803" y="2964"/>
                    </a:cubicBezTo>
                    <a:cubicBezTo>
                      <a:pt x="9803" y="3016"/>
                      <a:pt x="9810" y="3062"/>
                      <a:pt x="9803" y="3104"/>
                    </a:cubicBezTo>
                    <a:cubicBezTo>
                      <a:pt x="9770" y="3294"/>
                      <a:pt x="9750" y="3483"/>
                      <a:pt x="9810" y="3674"/>
                    </a:cubicBezTo>
                    <a:cubicBezTo>
                      <a:pt x="9845" y="3783"/>
                      <a:pt x="9800" y="3875"/>
                      <a:pt x="9735" y="3969"/>
                    </a:cubicBezTo>
                    <a:cubicBezTo>
                      <a:pt x="9570" y="4215"/>
                      <a:pt x="9411" y="4467"/>
                      <a:pt x="9253" y="4719"/>
                    </a:cubicBezTo>
                    <a:cubicBezTo>
                      <a:pt x="9115" y="4942"/>
                      <a:pt x="9078" y="5191"/>
                      <a:pt x="9088" y="5446"/>
                    </a:cubicBezTo>
                    <a:cubicBezTo>
                      <a:pt x="9105" y="5822"/>
                      <a:pt x="9127" y="6200"/>
                      <a:pt x="9159" y="6576"/>
                    </a:cubicBezTo>
                    <a:cubicBezTo>
                      <a:pt x="9172" y="6729"/>
                      <a:pt x="9151" y="6864"/>
                      <a:pt x="9058" y="6988"/>
                    </a:cubicBezTo>
                    <a:cubicBezTo>
                      <a:pt x="9000" y="7068"/>
                      <a:pt x="8947" y="7152"/>
                      <a:pt x="8892" y="7236"/>
                    </a:cubicBezTo>
                    <a:cubicBezTo>
                      <a:pt x="8814" y="7356"/>
                      <a:pt x="8701" y="7414"/>
                      <a:pt x="8557" y="7419"/>
                    </a:cubicBezTo>
                    <a:cubicBezTo>
                      <a:pt x="8419" y="7422"/>
                      <a:pt x="8280" y="7429"/>
                      <a:pt x="8140" y="7431"/>
                    </a:cubicBezTo>
                    <a:cubicBezTo>
                      <a:pt x="7978" y="7432"/>
                      <a:pt x="7823" y="7468"/>
                      <a:pt x="7684" y="7551"/>
                    </a:cubicBezTo>
                    <a:cubicBezTo>
                      <a:pt x="7358" y="7746"/>
                      <a:pt x="7070" y="7990"/>
                      <a:pt x="6812" y="8268"/>
                    </a:cubicBezTo>
                    <a:cubicBezTo>
                      <a:pt x="6797" y="8284"/>
                      <a:pt x="6790" y="8308"/>
                      <a:pt x="6779" y="8330"/>
                    </a:cubicBezTo>
                    <a:cubicBezTo>
                      <a:pt x="6790" y="8340"/>
                      <a:pt x="6799" y="8349"/>
                      <a:pt x="6809" y="8360"/>
                    </a:cubicBezTo>
                    <a:cubicBezTo>
                      <a:pt x="6868" y="8315"/>
                      <a:pt x="6926" y="8266"/>
                      <a:pt x="6986" y="8223"/>
                    </a:cubicBezTo>
                    <a:cubicBezTo>
                      <a:pt x="7222" y="8050"/>
                      <a:pt x="7454" y="7878"/>
                      <a:pt x="7691" y="7708"/>
                    </a:cubicBezTo>
                    <a:cubicBezTo>
                      <a:pt x="7817" y="7617"/>
                      <a:pt x="7961" y="7575"/>
                      <a:pt x="8121" y="7573"/>
                    </a:cubicBezTo>
                    <a:cubicBezTo>
                      <a:pt x="8293" y="7572"/>
                      <a:pt x="8464" y="7545"/>
                      <a:pt x="8637" y="7542"/>
                    </a:cubicBezTo>
                    <a:cubicBezTo>
                      <a:pt x="8784" y="7539"/>
                      <a:pt x="8889" y="7480"/>
                      <a:pt x="8967" y="7359"/>
                    </a:cubicBezTo>
                    <a:cubicBezTo>
                      <a:pt x="9006" y="7299"/>
                      <a:pt x="9052" y="7243"/>
                      <a:pt x="9100" y="7180"/>
                    </a:cubicBezTo>
                    <a:cubicBezTo>
                      <a:pt x="9150" y="7212"/>
                      <a:pt x="9190" y="7237"/>
                      <a:pt x="9241" y="7270"/>
                    </a:cubicBezTo>
                    <a:cubicBezTo>
                      <a:pt x="9309" y="7068"/>
                      <a:pt x="9322" y="6877"/>
                      <a:pt x="9288" y="6688"/>
                    </a:cubicBezTo>
                    <a:cubicBezTo>
                      <a:pt x="9204" y="6235"/>
                      <a:pt x="9226" y="5777"/>
                      <a:pt x="9211" y="5320"/>
                    </a:cubicBezTo>
                    <a:cubicBezTo>
                      <a:pt x="9205" y="5188"/>
                      <a:pt x="9252" y="5045"/>
                      <a:pt x="9304" y="4919"/>
                    </a:cubicBezTo>
                    <a:cubicBezTo>
                      <a:pt x="9499" y="4454"/>
                      <a:pt x="9801" y="4059"/>
                      <a:pt x="10134" y="3687"/>
                    </a:cubicBezTo>
                    <a:cubicBezTo>
                      <a:pt x="10241" y="3566"/>
                      <a:pt x="10365" y="3519"/>
                      <a:pt x="10506" y="3519"/>
                    </a:cubicBezTo>
                    <a:cubicBezTo>
                      <a:pt x="10566" y="3519"/>
                      <a:pt x="10629" y="3528"/>
                      <a:pt x="10695" y="3543"/>
                    </a:cubicBezTo>
                    <a:cubicBezTo>
                      <a:pt x="10991" y="3611"/>
                      <a:pt x="11154" y="3761"/>
                      <a:pt x="11162" y="4083"/>
                    </a:cubicBezTo>
                    <a:cubicBezTo>
                      <a:pt x="11166" y="4334"/>
                      <a:pt x="11201" y="4587"/>
                      <a:pt x="11255" y="4832"/>
                    </a:cubicBezTo>
                    <a:cubicBezTo>
                      <a:pt x="11366" y="5335"/>
                      <a:pt x="11485" y="5837"/>
                      <a:pt x="11627" y="6332"/>
                    </a:cubicBezTo>
                    <a:cubicBezTo>
                      <a:pt x="11731" y="6690"/>
                      <a:pt x="11743" y="7050"/>
                      <a:pt x="11737" y="7413"/>
                    </a:cubicBezTo>
                    <a:cubicBezTo>
                      <a:pt x="11735" y="7483"/>
                      <a:pt x="11699" y="7554"/>
                      <a:pt x="11674" y="7621"/>
                    </a:cubicBezTo>
                    <a:cubicBezTo>
                      <a:pt x="11470" y="8155"/>
                      <a:pt x="11162" y="8622"/>
                      <a:pt x="10773" y="9039"/>
                    </a:cubicBezTo>
                    <a:cubicBezTo>
                      <a:pt x="10439" y="9398"/>
                      <a:pt x="10100" y="9753"/>
                      <a:pt x="9774" y="10121"/>
                    </a:cubicBezTo>
                    <a:cubicBezTo>
                      <a:pt x="9580" y="10339"/>
                      <a:pt x="9406" y="10573"/>
                      <a:pt x="9228" y="10804"/>
                    </a:cubicBezTo>
                    <a:cubicBezTo>
                      <a:pt x="9045" y="11039"/>
                      <a:pt x="8887" y="11294"/>
                      <a:pt x="8686" y="11513"/>
                    </a:cubicBezTo>
                    <a:cubicBezTo>
                      <a:pt x="8478" y="11738"/>
                      <a:pt x="8257" y="11958"/>
                      <a:pt x="7986" y="12117"/>
                    </a:cubicBezTo>
                    <a:cubicBezTo>
                      <a:pt x="7298" y="12517"/>
                      <a:pt x="6575" y="12825"/>
                      <a:pt x="5789" y="12952"/>
                    </a:cubicBezTo>
                    <a:cubicBezTo>
                      <a:pt x="5657" y="12974"/>
                      <a:pt x="5522" y="12981"/>
                      <a:pt x="5386" y="12981"/>
                    </a:cubicBezTo>
                    <a:cubicBezTo>
                      <a:pt x="5262" y="12981"/>
                      <a:pt x="5138" y="12975"/>
                      <a:pt x="5016" y="12972"/>
                    </a:cubicBezTo>
                    <a:cubicBezTo>
                      <a:pt x="4419" y="12957"/>
                      <a:pt x="3826" y="12906"/>
                      <a:pt x="3249" y="12738"/>
                    </a:cubicBezTo>
                    <a:cubicBezTo>
                      <a:pt x="2976" y="12658"/>
                      <a:pt x="2696" y="12600"/>
                      <a:pt x="2419" y="12534"/>
                    </a:cubicBezTo>
                    <a:cubicBezTo>
                      <a:pt x="2356" y="12519"/>
                      <a:pt x="2291" y="12516"/>
                      <a:pt x="2191" y="12502"/>
                    </a:cubicBezTo>
                    <a:lnTo>
                      <a:pt x="2191" y="12502"/>
                    </a:lnTo>
                    <a:cubicBezTo>
                      <a:pt x="2231" y="12565"/>
                      <a:pt x="2243" y="12600"/>
                      <a:pt x="2270" y="12621"/>
                    </a:cubicBezTo>
                    <a:cubicBezTo>
                      <a:pt x="2294" y="12642"/>
                      <a:pt x="2327" y="12654"/>
                      <a:pt x="2360" y="12661"/>
                    </a:cubicBezTo>
                    <a:cubicBezTo>
                      <a:pt x="2910" y="12783"/>
                      <a:pt x="3439" y="12990"/>
                      <a:pt x="4003" y="13042"/>
                    </a:cubicBezTo>
                    <a:cubicBezTo>
                      <a:pt x="4391" y="13078"/>
                      <a:pt x="4779" y="13114"/>
                      <a:pt x="5167" y="13114"/>
                    </a:cubicBezTo>
                    <a:cubicBezTo>
                      <a:pt x="5440" y="13114"/>
                      <a:pt x="5713" y="13096"/>
                      <a:pt x="5985" y="13047"/>
                    </a:cubicBezTo>
                    <a:cubicBezTo>
                      <a:pt x="6800" y="12900"/>
                      <a:pt x="7538" y="12564"/>
                      <a:pt x="8230" y="12121"/>
                    </a:cubicBezTo>
                    <a:cubicBezTo>
                      <a:pt x="8287" y="12085"/>
                      <a:pt x="8340" y="12046"/>
                      <a:pt x="8413" y="11998"/>
                    </a:cubicBezTo>
                    <a:cubicBezTo>
                      <a:pt x="8424" y="12051"/>
                      <a:pt x="8437" y="12091"/>
                      <a:pt x="8437" y="12132"/>
                    </a:cubicBezTo>
                    <a:cubicBezTo>
                      <a:pt x="8449" y="13650"/>
                      <a:pt x="8463" y="15168"/>
                      <a:pt x="8467" y="16688"/>
                    </a:cubicBezTo>
                    <a:cubicBezTo>
                      <a:pt x="8469" y="17085"/>
                      <a:pt x="8449" y="17482"/>
                      <a:pt x="8431" y="17880"/>
                    </a:cubicBezTo>
                    <a:cubicBezTo>
                      <a:pt x="8415" y="18289"/>
                      <a:pt x="8350" y="18396"/>
                      <a:pt x="7966" y="18516"/>
                    </a:cubicBezTo>
                    <a:cubicBezTo>
                      <a:pt x="7118" y="18778"/>
                      <a:pt x="6263" y="19019"/>
                      <a:pt x="5372" y="19095"/>
                    </a:cubicBezTo>
                    <a:cubicBezTo>
                      <a:pt x="5237" y="19107"/>
                      <a:pt x="5102" y="19112"/>
                      <a:pt x="4968" y="19112"/>
                    </a:cubicBezTo>
                    <a:cubicBezTo>
                      <a:pt x="4559" y="19112"/>
                      <a:pt x="4154" y="19063"/>
                      <a:pt x="3748" y="18996"/>
                    </a:cubicBezTo>
                    <a:cubicBezTo>
                      <a:pt x="3429" y="18944"/>
                      <a:pt x="3103" y="18912"/>
                      <a:pt x="2787" y="18842"/>
                    </a:cubicBezTo>
                    <a:cubicBezTo>
                      <a:pt x="2516" y="18781"/>
                      <a:pt x="2255" y="18681"/>
                      <a:pt x="1991" y="18597"/>
                    </a:cubicBezTo>
                    <a:cubicBezTo>
                      <a:pt x="1952" y="18585"/>
                      <a:pt x="1918" y="18565"/>
                      <a:pt x="1882" y="18547"/>
                    </a:cubicBezTo>
                    <a:cubicBezTo>
                      <a:pt x="1651" y="18438"/>
                      <a:pt x="1516" y="18306"/>
                      <a:pt x="1556" y="18001"/>
                    </a:cubicBezTo>
                    <a:cubicBezTo>
                      <a:pt x="1703" y="16873"/>
                      <a:pt x="1657" y="15737"/>
                      <a:pt x="1664" y="14604"/>
                    </a:cubicBezTo>
                    <a:cubicBezTo>
                      <a:pt x="1669" y="13889"/>
                      <a:pt x="1694" y="13173"/>
                      <a:pt x="1711" y="12445"/>
                    </a:cubicBezTo>
                    <a:cubicBezTo>
                      <a:pt x="1762" y="12453"/>
                      <a:pt x="1814" y="12459"/>
                      <a:pt x="1903" y="12471"/>
                    </a:cubicBezTo>
                    <a:cubicBezTo>
                      <a:pt x="1862" y="12414"/>
                      <a:pt x="1844" y="12384"/>
                      <a:pt x="1822" y="12358"/>
                    </a:cubicBezTo>
                    <a:cubicBezTo>
                      <a:pt x="1810" y="12343"/>
                      <a:pt x="1790" y="12333"/>
                      <a:pt x="1775" y="12321"/>
                    </a:cubicBezTo>
                    <a:cubicBezTo>
                      <a:pt x="1228" y="11943"/>
                      <a:pt x="1324" y="12025"/>
                      <a:pt x="1049" y="11416"/>
                    </a:cubicBezTo>
                    <a:cubicBezTo>
                      <a:pt x="656" y="10541"/>
                      <a:pt x="390" y="9626"/>
                      <a:pt x="206" y="8688"/>
                    </a:cubicBezTo>
                    <a:cubicBezTo>
                      <a:pt x="162" y="8463"/>
                      <a:pt x="146" y="8227"/>
                      <a:pt x="150" y="7996"/>
                    </a:cubicBezTo>
                    <a:cubicBezTo>
                      <a:pt x="158" y="7321"/>
                      <a:pt x="174" y="6645"/>
                      <a:pt x="203" y="5969"/>
                    </a:cubicBezTo>
                    <a:cubicBezTo>
                      <a:pt x="218" y="5593"/>
                      <a:pt x="273" y="5218"/>
                      <a:pt x="294" y="4841"/>
                    </a:cubicBezTo>
                    <a:cubicBezTo>
                      <a:pt x="303" y="4685"/>
                      <a:pt x="291" y="4521"/>
                      <a:pt x="252" y="4370"/>
                    </a:cubicBezTo>
                    <a:cubicBezTo>
                      <a:pt x="149" y="3965"/>
                      <a:pt x="123" y="3561"/>
                      <a:pt x="209" y="3150"/>
                    </a:cubicBezTo>
                    <a:cubicBezTo>
                      <a:pt x="275" y="2833"/>
                      <a:pt x="327" y="2514"/>
                      <a:pt x="389" y="2196"/>
                    </a:cubicBezTo>
                    <a:cubicBezTo>
                      <a:pt x="399" y="2145"/>
                      <a:pt x="422" y="2098"/>
                      <a:pt x="440" y="2047"/>
                    </a:cubicBezTo>
                    <a:cubicBezTo>
                      <a:pt x="830" y="2210"/>
                      <a:pt x="1214" y="2297"/>
                      <a:pt x="1594" y="2297"/>
                    </a:cubicBezTo>
                    <a:cubicBezTo>
                      <a:pt x="2059" y="2297"/>
                      <a:pt x="2519" y="2166"/>
                      <a:pt x="2976" y="1879"/>
                    </a:cubicBezTo>
                    <a:cubicBezTo>
                      <a:pt x="2983" y="1950"/>
                      <a:pt x="2997" y="1999"/>
                      <a:pt x="2992" y="2046"/>
                    </a:cubicBezTo>
                    <a:cubicBezTo>
                      <a:pt x="2965" y="2329"/>
                      <a:pt x="2926" y="2611"/>
                      <a:pt x="2904" y="2895"/>
                    </a:cubicBezTo>
                    <a:cubicBezTo>
                      <a:pt x="2892" y="3053"/>
                      <a:pt x="2893" y="3213"/>
                      <a:pt x="2908" y="3371"/>
                    </a:cubicBezTo>
                    <a:cubicBezTo>
                      <a:pt x="2917" y="3464"/>
                      <a:pt x="2943" y="3564"/>
                      <a:pt x="3052" y="3656"/>
                    </a:cubicBezTo>
                    <a:cubicBezTo>
                      <a:pt x="3052" y="3579"/>
                      <a:pt x="3066" y="3528"/>
                      <a:pt x="3051" y="3488"/>
                    </a:cubicBezTo>
                    <a:cubicBezTo>
                      <a:pt x="2992" y="3341"/>
                      <a:pt x="2991" y="3192"/>
                      <a:pt x="3010" y="3037"/>
                    </a:cubicBezTo>
                    <a:cubicBezTo>
                      <a:pt x="3055" y="2697"/>
                      <a:pt x="3096" y="2355"/>
                      <a:pt x="3138" y="2014"/>
                    </a:cubicBezTo>
                    <a:cubicBezTo>
                      <a:pt x="3141" y="1989"/>
                      <a:pt x="3153" y="1965"/>
                      <a:pt x="3166" y="1921"/>
                    </a:cubicBezTo>
                    <a:cubicBezTo>
                      <a:pt x="3638" y="2099"/>
                      <a:pt x="4088" y="2342"/>
                      <a:pt x="4603" y="2342"/>
                    </a:cubicBezTo>
                    <a:cubicBezTo>
                      <a:pt x="4649" y="2342"/>
                      <a:pt x="4697" y="2340"/>
                      <a:pt x="4745" y="2335"/>
                    </a:cubicBezTo>
                    <a:lnTo>
                      <a:pt x="4745" y="2335"/>
                    </a:lnTo>
                    <a:cubicBezTo>
                      <a:pt x="4637" y="2439"/>
                      <a:pt x="4509" y="2440"/>
                      <a:pt x="4380" y="2446"/>
                    </a:cubicBezTo>
                    <a:cubicBezTo>
                      <a:pt x="4367" y="2447"/>
                      <a:pt x="4354" y="2447"/>
                      <a:pt x="4341" y="2447"/>
                    </a:cubicBezTo>
                    <a:cubicBezTo>
                      <a:pt x="4297" y="2447"/>
                      <a:pt x="4253" y="2445"/>
                      <a:pt x="4206" y="2445"/>
                    </a:cubicBezTo>
                    <a:cubicBezTo>
                      <a:pt x="4135" y="2445"/>
                      <a:pt x="4057" y="2451"/>
                      <a:pt x="3967" y="2482"/>
                    </a:cubicBezTo>
                    <a:cubicBezTo>
                      <a:pt x="4042" y="2523"/>
                      <a:pt x="4077" y="2551"/>
                      <a:pt x="4114" y="2559"/>
                    </a:cubicBezTo>
                    <a:cubicBezTo>
                      <a:pt x="4183" y="2573"/>
                      <a:pt x="4249" y="2580"/>
                      <a:pt x="4315" y="2580"/>
                    </a:cubicBezTo>
                    <a:cubicBezTo>
                      <a:pt x="4547" y="2580"/>
                      <a:pt x="4764" y="2498"/>
                      <a:pt x="4974" y="2391"/>
                    </a:cubicBezTo>
                    <a:cubicBezTo>
                      <a:pt x="5162" y="2295"/>
                      <a:pt x="5349" y="2196"/>
                      <a:pt x="5531" y="2088"/>
                    </a:cubicBezTo>
                    <a:cubicBezTo>
                      <a:pt x="5673" y="2004"/>
                      <a:pt x="5805" y="1903"/>
                      <a:pt x="5951" y="1803"/>
                    </a:cubicBezTo>
                    <a:close/>
                    <a:moveTo>
                      <a:pt x="6831" y="0"/>
                    </a:moveTo>
                    <a:cubicBezTo>
                      <a:pt x="6496" y="0"/>
                      <a:pt x="6203" y="90"/>
                      <a:pt x="5966" y="349"/>
                    </a:cubicBezTo>
                    <a:cubicBezTo>
                      <a:pt x="5960" y="358"/>
                      <a:pt x="5942" y="358"/>
                      <a:pt x="5922" y="364"/>
                    </a:cubicBezTo>
                    <a:cubicBezTo>
                      <a:pt x="5844" y="313"/>
                      <a:pt x="5766" y="245"/>
                      <a:pt x="5678" y="206"/>
                    </a:cubicBezTo>
                    <a:cubicBezTo>
                      <a:pt x="5522" y="136"/>
                      <a:pt x="5363" y="41"/>
                      <a:pt x="5199" y="29"/>
                    </a:cubicBezTo>
                    <a:cubicBezTo>
                      <a:pt x="5029" y="16"/>
                      <a:pt x="4857" y="5"/>
                      <a:pt x="4685" y="5"/>
                    </a:cubicBezTo>
                    <a:cubicBezTo>
                      <a:pt x="4492" y="5"/>
                      <a:pt x="4300" y="19"/>
                      <a:pt x="4110" y="59"/>
                    </a:cubicBezTo>
                    <a:cubicBezTo>
                      <a:pt x="3730" y="142"/>
                      <a:pt x="3357" y="241"/>
                      <a:pt x="3141" y="614"/>
                    </a:cubicBezTo>
                    <a:cubicBezTo>
                      <a:pt x="3108" y="672"/>
                      <a:pt x="3060" y="694"/>
                      <a:pt x="3005" y="694"/>
                    </a:cubicBezTo>
                    <a:cubicBezTo>
                      <a:pt x="2982" y="694"/>
                      <a:pt x="2957" y="690"/>
                      <a:pt x="2932" y="683"/>
                    </a:cubicBezTo>
                    <a:cubicBezTo>
                      <a:pt x="2889" y="671"/>
                      <a:pt x="2845" y="653"/>
                      <a:pt x="2802" y="638"/>
                    </a:cubicBezTo>
                    <a:cubicBezTo>
                      <a:pt x="2506" y="539"/>
                      <a:pt x="2210" y="489"/>
                      <a:pt x="1915" y="489"/>
                    </a:cubicBezTo>
                    <a:cubicBezTo>
                      <a:pt x="1618" y="489"/>
                      <a:pt x="1322" y="539"/>
                      <a:pt x="1025" y="638"/>
                    </a:cubicBezTo>
                    <a:cubicBezTo>
                      <a:pt x="693" y="749"/>
                      <a:pt x="297" y="1276"/>
                      <a:pt x="288" y="1624"/>
                    </a:cubicBezTo>
                    <a:cubicBezTo>
                      <a:pt x="287" y="1663"/>
                      <a:pt x="302" y="1702"/>
                      <a:pt x="302" y="1741"/>
                    </a:cubicBezTo>
                    <a:cubicBezTo>
                      <a:pt x="299" y="1881"/>
                      <a:pt x="308" y="2020"/>
                      <a:pt x="284" y="2155"/>
                    </a:cubicBezTo>
                    <a:cubicBezTo>
                      <a:pt x="222" y="2535"/>
                      <a:pt x="147" y="2911"/>
                      <a:pt x="74" y="3288"/>
                    </a:cubicBezTo>
                    <a:cubicBezTo>
                      <a:pt x="14" y="3599"/>
                      <a:pt x="30" y="3908"/>
                      <a:pt x="98" y="4215"/>
                    </a:cubicBezTo>
                    <a:cubicBezTo>
                      <a:pt x="179" y="4589"/>
                      <a:pt x="168" y="4964"/>
                      <a:pt x="141" y="5344"/>
                    </a:cubicBezTo>
                    <a:cubicBezTo>
                      <a:pt x="84" y="6089"/>
                      <a:pt x="33" y="6838"/>
                      <a:pt x="12" y="7585"/>
                    </a:cubicBezTo>
                    <a:cubicBezTo>
                      <a:pt x="0" y="7975"/>
                      <a:pt x="23" y="8372"/>
                      <a:pt x="92" y="8754"/>
                    </a:cubicBezTo>
                    <a:cubicBezTo>
                      <a:pt x="263" y="9723"/>
                      <a:pt x="564" y="10657"/>
                      <a:pt x="966" y="11555"/>
                    </a:cubicBezTo>
                    <a:cubicBezTo>
                      <a:pt x="1103" y="11860"/>
                      <a:pt x="1247" y="12159"/>
                      <a:pt x="1565" y="12315"/>
                    </a:cubicBezTo>
                    <a:lnTo>
                      <a:pt x="1565" y="12408"/>
                    </a:lnTo>
                    <a:cubicBezTo>
                      <a:pt x="1549" y="13555"/>
                      <a:pt x="1519" y="14702"/>
                      <a:pt x="1522" y="15848"/>
                    </a:cubicBezTo>
                    <a:cubicBezTo>
                      <a:pt x="1526" y="16666"/>
                      <a:pt x="1459" y="17476"/>
                      <a:pt x="1402" y="18289"/>
                    </a:cubicBezTo>
                    <a:cubicBezTo>
                      <a:pt x="1397" y="18337"/>
                      <a:pt x="1429" y="18409"/>
                      <a:pt x="1468" y="18438"/>
                    </a:cubicBezTo>
                    <a:cubicBezTo>
                      <a:pt x="1612" y="18544"/>
                      <a:pt x="1756" y="18660"/>
                      <a:pt x="1916" y="18726"/>
                    </a:cubicBezTo>
                    <a:cubicBezTo>
                      <a:pt x="2179" y="18836"/>
                      <a:pt x="2449" y="18938"/>
                      <a:pt x="2728" y="18990"/>
                    </a:cubicBezTo>
                    <a:cubicBezTo>
                      <a:pt x="3274" y="19092"/>
                      <a:pt x="3826" y="19164"/>
                      <a:pt x="4377" y="19238"/>
                    </a:cubicBezTo>
                    <a:cubicBezTo>
                      <a:pt x="4577" y="19265"/>
                      <a:pt x="4777" y="19278"/>
                      <a:pt x="4977" y="19278"/>
                    </a:cubicBezTo>
                    <a:cubicBezTo>
                      <a:pt x="5241" y="19278"/>
                      <a:pt x="5505" y="19255"/>
                      <a:pt x="5765" y="19211"/>
                    </a:cubicBezTo>
                    <a:cubicBezTo>
                      <a:pt x="6253" y="19127"/>
                      <a:pt x="6737" y="19011"/>
                      <a:pt x="7219" y="18894"/>
                    </a:cubicBezTo>
                    <a:cubicBezTo>
                      <a:pt x="7528" y="18819"/>
                      <a:pt x="7831" y="18720"/>
                      <a:pt x="8134" y="18625"/>
                    </a:cubicBezTo>
                    <a:cubicBezTo>
                      <a:pt x="8403" y="18541"/>
                      <a:pt x="8562" y="18373"/>
                      <a:pt x="8551" y="18073"/>
                    </a:cubicBezTo>
                    <a:cubicBezTo>
                      <a:pt x="8550" y="18001"/>
                      <a:pt x="8575" y="17929"/>
                      <a:pt x="8577" y="17857"/>
                    </a:cubicBezTo>
                    <a:cubicBezTo>
                      <a:pt x="8593" y="16969"/>
                      <a:pt x="8613" y="16081"/>
                      <a:pt x="8620" y="15192"/>
                    </a:cubicBezTo>
                    <a:cubicBezTo>
                      <a:pt x="8625" y="14636"/>
                      <a:pt x="8614" y="14079"/>
                      <a:pt x="8605" y="13521"/>
                    </a:cubicBezTo>
                    <a:cubicBezTo>
                      <a:pt x="8598" y="13011"/>
                      <a:pt x="8583" y="12501"/>
                      <a:pt x="8569" y="11991"/>
                    </a:cubicBezTo>
                    <a:cubicBezTo>
                      <a:pt x="8566" y="11911"/>
                      <a:pt x="8598" y="11859"/>
                      <a:pt x="8652" y="11801"/>
                    </a:cubicBezTo>
                    <a:cubicBezTo>
                      <a:pt x="8773" y="11671"/>
                      <a:pt x="8884" y="11530"/>
                      <a:pt x="8991" y="11387"/>
                    </a:cubicBezTo>
                    <a:cubicBezTo>
                      <a:pt x="9237" y="11059"/>
                      <a:pt x="9460" y="10712"/>
                      <a:pt x="9725" y="10399"/>
                    </a:cubicBezTo>
                    <a:cubicBezTo>
                      <a:pt x="10098" y="9959"/>
                      <a:pt x="10497" y="9542"/>
                      <a:pt x="10887" y="9117"/>
                    </a:cubicBezTo>
                    <a:cubicBezTo>
                      <a:pt x="11310" y="8658"/>
                      <a:pt x="11633" y="8137"/>
                      <a:pt x="11860" y="7558"/>
                    </a:cubicBezTo>
                    <a:cubicBezTo>
                      <a:pt x="11876" y="7515"/>
                      <a:pt x="11893" y="7468"/>
                      <a:pt x="11891" y="7423"/>
                    </a:cubicBezTo>
                    <a:cubicBezTo>
                      <a:pt x="11884" y="7080"/>
                      <a:pt x="11891" y="6738"/>
                      <a:pt x="11789" y="6400"/>
                    </a:cubicBezTo>
                    <a:cubicBezTo>
                      <a:pt x="11641" y="5912"/>
                      <a:pt x="11507" y="5419"/>
                      <a:pt x="11397" y="4922"/>
                    </a:cubicBezTo>
                    <a:cubicBezTo>
                      <a:pt x="11322" y="4587"/>
                      <a:pt x="11294" y="4242"/>
                      <a:pt x="11253" y="3900"/>
                    </a:cubicBezTo>
                    <a:cubicBezTo>
                      <a:pt x="11228" y="3680"/>
                      <a:pt x="11133" y="3527"/>
                      <a:pt x="10907" y="3474"/>
                    </a:cubicBezTo>
                    <a:cubicBezTo>
                      <a:pt x="10856" y="3462"/>
                      <a:pt x="10808" y="3437"/>
                      <a:pt x="10758" y="3416"/>
                    </a:cubicBezTo>
                    <a:cubicBezTo>
                      <a:pt x="10675" y="3380"/>
                      <a:pt x="10595" y="3363"/>
                      <a:pt x="10516" y="3363"/>
                    </a:cubicBezTo>
                    <a:cubicBezTo>
                      <a:pt x="10391" y="3363"/>
                      <a:pt x="10270" y="3405"/>
                      <a:pt x="10154" y="3482"/>
                    </a:cubicBezTo>
                    <a:cubicBezTo>
                      <a:pt x="10095" y="3522"/>
                      <a:pt x="10035" y="3564"/>
                      <a:pt x="9957" y="3621"/>
                    </a:cubicBezTo>
                    <a:cubicBezTo>
                      <a:pt x="9851" y="3387"/>
                      <a:pt x="9926" y="3188"/>
                      <a:pt x="9978" y="2983"/>
                    </a:cubicBezTo>
                    <a:cubicBezTo>
                      <a:pt x="10011" y="2851"/>
                      <a:pt x="10133" y="2850"/>
                      <a:pt x="10220" y="2802"/>
                    </a:cubicBezTo>
                    <a:cubicBezTo>
                      <a:pt x="10449" y="2677"/>
                      <a:pt x="10676" y="2209"/>
                      <a:pt x="10628" y="1951"/>
                    </a:cubicBezTo>
                    <a:cubicBezTo>
                      <a:pt x="10622" y="1926"/>
                      <a:pt x="10616" y="1899"/>
                      <a:pt x="10605" y="1875"/>
                    </a:cubicBezTo>
                    <a:cubicBezTo>
                      <a:pt x="10463" y="1542"/>
                      <a:pt x="10269" y="1243"/>
                      <a:pt x="9986" y="1012"/>
                    </a:cubicBezTo>
                    <a:cubicBezTo>
                      <a:pt x="9796" y="856"/>
                      <a:pt x="9582" y="779"/>
                      <a:pt x="9346" y="779"/>
                    </a:cubicBezTo>
                    <a:cubicBezTo>
                      <a:pt x="9300" y="779"/>
                      <a:pt x="9253" y="782"/>
                      <a:pt x="9205" y="788"/>
                    </a:cubicBezTo>
                    <a:cubicBezTo>
                      <a:pt x="9129" y="797"/>
                      <a:pt x="9049" y="800"/>
                      <a:pt x="8980" y="805"/>
                    </a:cubicBezTo>
                    <a:cubicBezTo>
                      <a:pt x="8959" y="772"/>
                      <a:pt x="8946" y="757"/>
                      <a:pt x="8940" y="739"/>
                    </a:cubicBezTo>
                    <a:cubicBezTo>
                      <a:pt x="8866" y="484"/>
                      <a:pt x="8679" y="362"/>
                      <a:pt x="8440" y="274"/>
                    </a:cubicBezTo>
                    <a:cubicBezTo>
                      <a:pt x="7948" y="92"/>
                      <a:pt x="7441" y="25"/>
                      <a:pt x="6920" y="2"/>
                    </a:cubicBezTo>
                    <a:cubicBezTo>
                      <a:pt x="6890" y="1"/>
                      <a:pt x="6860" y="0"/>
                      <a:pt x="6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3">
                <a:extLst>
                  <a:ext uri="{FF2B5EF4-FFF2-40B4-BE49-F238E27FC236}">
                    <a16:creationId xmlns:a16="http://schemas.microsoft.com/office/drawing/2014/main" id="{103294AC-6B18-E071-92BA-82902788BE51}"/>
                  </a:ext>
                </a:extLst>
              </p:cNvPr>
              <p:cNvSpPr/>
              <p:nvPr/>
            </p:nvSpPr>
            <p:spPr>
              <a:xfrm>
                <a:off x="1738725" y="1334775"/>
                <a:ext cx="12750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5100" h="1098" extrusionOk="0">
                    <a:moveTo>
                      <a:pt x="3575" y="1"/>
                    </a:moveTo>
                    <a:cubicBezTo>
                      <a:pt x="3056" y="1"/>
                      <a:pt x="2543" y="72"/>
                      <a:pt x="2031" y="166"/>
                    </a:cubicBezTo>
                    <a:cubicBezTo>
                      <a:pt x="1453" y="271"/>
                      <a:pt x="901" y="445"/>
                      <a:pt x="389" y="734"/>
                    </a:cubicBezTo>
                    <a:cubicBezTo>
                      <a:pt x="286" y="793"/>
                      <a:pt x="190" y="865"/>
                      <a:pt x="95" y="935"/>
                    </a:cubicBezTo>
                    <a:cubicBezTo>
                      <a:pt x="47" y="970"/>
                      <a:pt x="1" y="1013"/>
                      <a:pt x="47" y="1097"/>
                    </a:cubicBezTo>
                    <a:cubicBezTo>
                      <a:pt x="92" y="1072"/>
                      <a:pt x="137" y="1049"/>
                      <a:pt x="179" y="1021"/>
                    </a:cubicBezTo>
                    <a:lnTo>
                      <a:pt x="179" y="1022"/>
                    </a:lnTo>
                    <a:cubicBezTo>
                      <a:pt x="538" y="781"/>
                      <a:pt x="921" y="587"/>
                      <a:pt x="1330" y="448"/>
                    </a:cubicBezTo>
                    <a:cubicBezTo>
                      <a:pt x="2050" y="203"/>
                      <a:pt x="2796" y="103"/>
                      <a:pt x="3554" y="83"/>
                    </a:cubicBezTo>
                    <a:cubicBezTo>
                      <a:pt x="3583" y="83"/>
                      <a:pt x="3613" y="82"/>
                      <a:pt x="3642" y="82"/>
                    </a:cubicBezTo>
                    <a:cubicBezTo>
                      <a:pt x="3991" y="82"/>
                      <a:pt x="4334" y="124"/>
                      <a:pt x="4673" y="217"/>
                    </a:cubicBezTo>
                    <a:cubicBezTo>
                      <a:pt x="4813" y="256"/>
                      <a:pt x="4957" y="272"/>
                      <a:pt x="5099" y="298"/>
                    </a:cubicBezTo>
                    <a:cubicBezTo>
                      <a:pt x="4882" y="178"/>
                      <a:pt x="4324" y="47"/>
                      <a:pt x="4045" y="22"/>
                    </a:cubicBezTo>
                    <a:cubicBezTo>
                      <a:pt x="3887" y="7"/>
                      <a:pt x="3731" y="1"/>
                      <a:pt x="35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3">
                <a:extLst>
                  <a:ext uri="{FF2B5EF4-FFF2-40B4-BE49-F238E27FC236}">
                    <a16:creationId xmlns:a16="http://schemas.microsoft.com/office/drawing/2014/main" id="{3C3AFE0E-E166-F4F6-FE31-BCDA267CF6A6}"/>
                  </a:ext>
                </a:extLst>
              </p:cNvPr>
              <p:cNvSpPr/>
              <p:nvPr/>
            </p:nvSpPr>
            <p:spPr>
              <a:xfrm>
                <a:off x="1782875" y="1349925"/>
                <a:ext cx="656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475" extrusionOk="0">
                    <a:moveTo>
                      <a:pt x="2049" y="0"/>
                    </a:moveTo>
                    <a:cubicBezTo>
                      <a:pt x="1795" y="0"/>
                      <a:pt x="1539" y="3"/>
                      <a:pt x="1285" y="20"/>
                    </a:cubicBezTo>
                    <a:cubicBezTo>
                      <a:pt x="922" y="46"/>
                      <a:pt x="568" y="133"/>
                      <a:pt x="224" y="256"/>
                    </a:cubicBezTo>
                    <a:cubicBezTo>
                      <a:pt x="136" y="289"/>
                      <a:pt x="41" y="320"/>
                      <a:pt x="1" y="475"/>
                    </a:cubicBezTo>
                    <a:cubicBezTo>
                      <a:pt x="427" y="271"/>
                      <a:pt x="853" y="175"/>
                      <a:pt x="1285" y="131"/>
                    </a:cubicBezTo>
                    <a:cubicBezTo>
                      <a:pt x="1716" y="88"/>
                      <a:pt x="2152" y="79"/>
                      <a:pt x="2625" y="53"/>
                    </a:cubicBezTo>
                    <a:cubicBezTo>
                      <a:pt x="2508" y="31"/>
                      <a:pt x="2421" y="1"/>
                      <a:pt x="2336" y="1"/>
                    </a:cubicBezTo>
                    <a:cubicBezTo>
                      <a:pt x="2240" y="1"/>
                      <a:pt x="2145" y="0"/>
                      <a:pt x="2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3">
                <a:extLst>
                  <a:ext uri="{FF2B5EF4-FFF2-40B4-BE49-F238E27FC236}">
                    <a16:creationId xmlns:a16="http://schemas.microsoft.com/office/drawing/2014/main" id="{15EFF611-164F-1563-9155-A14D5330FDA0}"/>
                  </a:ext>
                </a:extLst>
              </p:cNvPr>
              <p:cNvSpPr/>
              <p:nvPr/>
            </p:nvSpPr>
            <p:spPr>
              <a:xfrm>
                <a:off x="1713950" y="1304475"/>
                <a:ext cx="25375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232" extrusionOk="0">
                    <a:moveTo>
                      <a:pt x="1014" y="0"/>
                    </a:moveTo>
                    <a:lnTo>
                      <a:pt x="1014" y="0"/>
                    </a:lnTo>
                    <a:cubicBezTo>
                      <a:pt x="818" y="80"/>
                      <a:pt x="618" y="106"/>
                      <a:pt x="416" y="106"/>
                    </a:cubicBezTo>
                    <a:cubicBezTo>
                      <a:pt x="278" y="106"/>
                      <a:pt x="139" y="94"/>
                      <a:pt x="0" y="78"/>
                    </a:cubicBezTo>
                    <a:lnTo>
                      <a:pt x="0" y="78"/>
                    </a:lnTo>
                    <a:cubicBezTo>
                      <a:pt x="103" y="182"/>
                      <a:pt x="261" y="231"/>
                      <a:pt x="428" y="231"/>
                    </a:cubicBezTo>
                    <a:cubicBezTo>
                      <a:pt x="642" y="231"/>
                      <a:pt x="870" y="150"/>
                      <a:pt x="1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3">
                <a:extLst>
                  <a:ext uri="{FF2B5EF4-FFF2-40B4-BE49-F238E27FC236}">
                    <a16:creationId xmlns:a16="http://schemas.microsoft.com/office/drawing/2014/main" id="{B9FF4006-15B6-8FB2-A919-7C2F7F663DF6}"/>
                  </a:ext>
                </a:extLst>
              </p:cNvPr>
              <p:cNvSpPr/>
              <p:nvPr/>
            </p:nvSpPr>
            <p:spPr>
              <a:xfrm>
                <a:off x="1811425" y="1358575"/>
                <a:ext cx="13150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526" h="99" extrusionOk="0">
                    <a:moveTo>
                      <a:pt x="397" y="1"/>
                    </a:moveTo>
                    <a:cubicBezTo>
                      <a:pt x="259" y="1"/>
                      <a:pt x="128" y="38"/>
                      <a:pt x="1" y="96"/>
                    </a:cubicBezTo>
                    <a:cubicBezTo>
                      <a:pt x="32" y="97"/>
                      <a:pt x="64" y="98"/>
                      <a:pt x="95" y="98"/>
                    </a:cubicBezTo>
                    <a:cubicBezTo>
                      <a:pt x="243" y="98"/>
                      <a:pt x="388" y="80"/>
                      <a:pt x="526" y="12"/>
                    </a:cubicBezTo>
                    <a:cubicBezTo>
                      <a:pt x="482" y="4"/>
                      <a:pt x="439" y="1"/>
                      <a:pt x="3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3">
                <a:extLst>
                  <a:ext uri="{FF2B5EF4-FFF2-40B4-BE49-F238E27FC236}">
                    <a16:creationId xmlns:a16="http://schemas.microsoft.com/office/drawing/2014/main" id="{EF8D2E85-6A47-2DA7-0C48-DE99B6945D65}"/>
                  </a:ext>
                </a:extLst>
              </p:cNvPr>
              <p:cNvSpPr/>
              <p:nvPr/>
            </p:nvSpPr>
            <p:spPr>
              <a:xfrm>
                <a:off x="1796125" y="1314100"/>
                <a:ext cx="3075" cy="120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48" extrusionOk="0">
                    <a:moveTo>
                      <a:pt x="3" y="1"/>
                    </a:moveTo>
                    <a:cubicBezTo>
                      <a:pt x="2" y="16"/>
                      <a:pt x="0" y="31"/>
                      <a:pt x="0" y="47"/>
                    </a:cubicBezTo>
                    <a:cubicBezTo>
                      <a:pt x="41" y="46"/>
                      <a:pt x="82" y="43"/>
                      <a:pt x="122" y="41"/>
                    </a:cubicBezTo>
                    <a:lnTo>
                      <a:pt x="122" y="10"/>
                    </a:lnTo>
                    <a:cubicBezTo>
                      <a:pt x="82" y="7"/>
                      <a:pt x="43" y="4"/>
                      <a:pt x="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4" name="Google Shape;274;p33">
            <a:extLst>
              <a:ext uri="{FF2B5EF4-FFF2-40B4-BE49-F238E27FC236}">
                <a16:creationId xmlns:a16="http://schemas.microsoft.com/office/drawing/2014/main" id="{239E560F-3CEF-1664-9439-414DA822493C}"/>
              </a:ext>
            </a:extLst>
          </p:cNvPr>
          <p:cNvSpPr/>
          <p:nvPr/>
        </p:nvSpPr>
        <p:spPr>
          <a:xfrm>
            <a:off x="7401431" y="337406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75" name="Google Shape;275;p33">
            <a:extLst>
              <a:ext uri="{FF2B5EF4-FFF2-40B4-BE49-F238E27FC236}">
                <a16:creationId xmlns:a16="http://schemas.microsoft.com/office/drawing/2014/main" id="{16A6A31C-8731-8B07-1D76-E6BB750571C5}"/>
              </a:ext>
            </a:extLst>
          </p:cNvPr>
          <p:cNvGrpSpPr/>
          <p:nvPr/>
        </p:nvGrpSpPr>
        <p:grpSpPr>
          <a:xfrm>
            <a:off x="7632713" y="3293438"/>
            <a:ext cx="646537" cy="1270351"/>
            <a:chOff x="1997386" y="332334"/>
            <a:chExt cx="667290" cy="1310991"/>
          </a:xfrm>
        </p:grpSpPr>
        <p:sp>
          <p:nvSpPr>
            <p:cNvPr id="276" name="Google Shape;276;p33">
              <a:extLst>
                <a:ext uri="{FF2B5EF4-FFF2-40B4-BE49-F238E27FC236}">
                  <a16:creationId xmlns:a16="http://schemas.microsoft.com/office/drawing/2014/main" id="{EBE6BE57-507C-E81F-25D8-EDA4144C8DEF}"/>
                </a:ext>
              </a:extLst>
            </p:cNvPr>
            <p:cNvSpPr/>
            <p:nvPr/>
          </p:nvSpPr>
          <p:spPr>
            <a:xfrm>
              <a:off x="1997471" y="332350"/>
              <a:ext cx="667148" cy="1310975"/>
            </a:xfrm>
            <a:custGeom>
              <a:avLst/>
              <a:gdLst/>
              <a:ahLst/>
              <a:cxnLst/>
              <a:rect l="l" t="t" r="r" b="b"/>
              <a:pathLst>
                <a:path w="9440" h="18550" extrusionOk="0">
                  <a:moveTo>
                    <a:pt x="4288" y="1"/>
                  </a:moveTo>
                  <a:cubicBezTo>
                    <a:pt x="4149" y="1"/>
                    <a:pt x="4011" y="35"/>
                    <a:pt x="3873" y="90"/>
                  </a:cubicBezTo>
                  <a:cubicBezTo>
                    <a:pt x="3730" y="147"/>
                    <a:pt x="3630" y="239"/>
                    <a:pt x="3606" y="395"/>
                  </a:cubicBezTo>
                  <a:cubicBezTo>
                    <a:pt x="3564" y="656"/>
                    <a:pt x="3526" y="918"/>
                    <a:pt x="3486" y="1179"/>
                  </a:cubicBezTo>
                  <a:cubicBezTo>
                    <a:pt x="3477" y="1239"/>
                    <a:pt x="3510" y="1313"/>
                    <a:pt x="3433" y="1374"/>
                  </a:cubicBezTo>
                  <a:cubicBezTo>
                    <a:pt x="3402" y="1311"/>
                    <a:pt x="3373" y="1259"/>
                    <a:pt x="3349" y="1205"/>
                  </a:cubicBezTo>
                  <a:cubicBezTo>
                    <a:pt x="3274" y="1037"/>
                    <a:pt x="3205" y="867"/>
                    <a:pt x="3124" y="702"/>
                  </a:cubicBezTo>
                  <a:cubicBezTo>
                    <a:pt x="3021" y="494"/>
                    <a:pt x="2874" y="398"/>
                    <a:pt x="2668" y="398"/>
                  </a:cubicBezTo>
                  <a:cubicBezTo>
                    <a:pt x="2626" y="398"/>
                    <a:pt x="2582" y="402"/>
                    <a:pt x="2536" y="410"/>
                  </a:cubicBezTo>
                  <a:cubicBezTo>
                    <a:pt x="2374" y="437"/>
                    <a:pt x="2247" y="516"/>
                    <a:pt x="2141" y="642"/>
                  </a:cubicBezTo>
                  <a:cubicBezTo>
                    <a:pt x="1928" y="899"/>
                    <a:pt x="1799" y="1194"/>
                    <a:pt x="1735" y="1520"/>
                  </a:cubicBezTo>
                  <a:cubicBezTo>
                    <a:pt x="1679" y="1805"/>
                    <a:pt x="1619" y="2089"/>
                    <a:pt x="1553" y="2410"/>
                  </a:cubicBezTo>
                  <a:cubicBezTo>
                    <a:pt x="1432" y="2222"/>
                    <a:pt x="1346" y="2069"/>
                    <a:pt x="1240" y="1930"/>
                  </a:cubicBezTo>
                  <a:cubicBezTo>
                    <a:pt x="1133" y="1789"/>
                    <a:pt x="995" y="1684"/>
                    <a:pt x="827" y="1684"/>
                  </a:cubicBezTo>
                  <a:cubicBezTo>
                    <a:pt x="790" y="1684"/>
                    <a:pt x="751" y="1689"/>
                    <a:pt x="712" y="1700"/>
                  </a:cubicBezTo>
                  <a:cubicBezTo>
                    <a:pt x="488" y="1760"/>
                    <a:pt x="320" y="1915"/>
                    <a:pt x="275" y="2144"/>
                  </a:cubicBezTo>
                  <a:cubicBezTo>
                    <a:pt x="222" y="2416"/>
                    <a:pt x="194" y="2696"/>
                    <a:pt x="180" y="2974"/>
                  </a:cubicBezTo>
                  <a:cubicBezTo>
                    <a:pt x="164" y="3326"/>
                    <a:pt x="171" y="3681"/>
                    <a:pt x="170" y="4035"/>
                  </a:cubicBezTo>
                  <a:cubicBezTo>
                    <a:pt x="167" y="4327"/>
                    <a:pt x="176" y="4620"/>
                    <a:pt x="164" y="4911"/>
                  </a:cubicBezTo>
                  <a:cubicBezTo>
                    <a:pt x="123" y="5856"/>
                    <a:pt x="72" y="6800"/>
                    <a:pt x="36" y="7744"/>
                  </a:cubicBezTo>
                  <a:cubicBezTo>
                    <a:pt x="23" y="8131"/>
                    <a:pt x="0" y="8524"/>
                    <a:pt x="45" y="8907"/>
                  </a:cubicBezTo>
                  <a:cubicBezTo>
                    <a:pt x="137" y="9709"/>
                    <a:pt x="254" y="10510"/>
                    <a:pt x="393" y="11306"/>
                  </a:cubicBezTo>
                  <a:cubicBezTo>
                    <a:pt x="509" y="11960"/>
                    <a:pt x="739" y="12577"/>
                    <a:pt x="1174" y="13097"/>
                  </a:cubicBezTo>
                  <a:cubicBezTo>
                    <a:pt x="1231" y="13165"/>
                    <a:pt x="1283" y="13237"/>
                    <a:pt x="1328" y="13312"/>
                  </a:cubicBezTo>
                  <a:cubicBezTo>
                    <a:pt x="1358" y="13363"/>
                    <a:pt x="1388" y="13420"/>
                    <a:pt x="1394" y="13477"/>
                  </a:cubicBezTo>
                  <a:cubicBezTo>
                    <a:pt x="1418" y="13685"/>
                    <a:pt x="1433" y="13895"/>
                    <a:pt x="1447" y="14106"/>
                  </a:cubicBezTo>
                  <a:cubicBezTo>
                    <a:pt x="1478" y="14554"/>
                    <a:pt x="1511" y="15001"/>
                    <a:pt x="1535" y="15450"/>
                  </a:cubicBezTo>
                  <a:cubicBezTo>
                    <a:pt x="1576" y="16190"/>
                    <a:pt x="1612" y="16929"/>
                    <a:pt x="1643" y="17671"/>
                  </a:cubicBezTo>
                  <a:cubicBezTo>
                    <a:pt x="1648" y="17776"/>
                    <a:pt x="1681" y="17852"/>
                    <a:pt x="1756" y="17918"/>
                  </a:cubicBezTo>
                  <a:cubicBezTo>
                    <a:pt x="2140" y="18260"/>
                    <a:pt x="2601" y="18443"/>
                    <a:pt x="3100" y="18508"/>
                  </a:cubicBezTo>
                  <a:cubicBezTo>
                    <a:pt x="3329" y="18537"/>
                    <a:pt x="3560" y="18550"/>
                    <a:pt x="3790" y="18550"/>
                  </a:cubicBezTo>
                  <a:cubicBezTo>
                    <a:pt x="4103" y="18550"/>
                    <a:pt x="4416" y="18526"/>
                    <a:pt x="4728" y="18488"/>
                  </a:cubicBezTo>
                  <a:cubicBezTo>
                    <a:pt x="4958" y="18460"/>
                    <a:pt x="5187" y="18430"/>
                    <a:pt x="5412" y="18380"/>
                  </a:cubicBezTo>
                  <a:cubicBezTo>
                    <a:pt x="5717" y="18313"/>
                    <a:pt x="6017" y="18224"/>
                    <a:pt x="6320" y="18146"/>
                  </a:cubicBezTo>
                  <a:cubicBezTo>
                    <a:pt x="6827" y="18016"/>
                    <a:pt x="7334" y="17884"/>
                    <a:pt x="7782" y="17593"/>
                  </a:cubicBezTo>
                  <a:cubicBezTo>
                    <a:pt x="7860" y="17543"/>
                    <a:pt x="7935" y="17489"/>
                    <a:pt x="8008" y="17439"/>
                  </a:cubicBezTo>
                  <a:cubicBezTo>
                    <a:pt x="7869" y="16734"/>
                    <a:pt x="7851" y="16041"/>
                    <a:pt x="7812" y="15349"/>
                  </a:cubicBezTo>
                  <a:cubicBezTo>
                    <a:pt x="7785" y="14887"/>
                    <a:pt x="7773" y="14425"/>
                    <a:pt x="7747" y="13964"/>
                  </a:cubicBezTo>
                  <a:cubicBezTo>
                    <a:pt x="7738" y="13820"/>
                    <a:pt x="7735" y="13693"/>
                    <a:pt x="7891" y="13624"/>
                  </a:cubicBezTo>
                  <a:cubicBezTo>
                    <a:pt x="7915" y="13613"/>
                    <a:pt x="7932" y="13588"/>
                    <a:pt x="7950" y="13568"/>
                  </a:cubicBezTo>
                  <a:cubicBezTo>
                    <a:pt x="8088" y="13420"/>
                    <a:pt x="8220" y="13265"/>
                    <a:pt x="8364" y="13121"/>
                  </a:cubicBezTo>
                  <a:cubicBezTo>
                    <a:pt x="8536" y="12952"/>
                    <a:pt x="8664" y="12757"/>
                    <a:pt x="8746" y="12527"/>
                  </a:cubicBezTo>
                  <a:cubicBezTo>
                    <a:pt x="9021" y="11765"/>
                    <a:pt x="9222" y="10983"/>
                    <a:pt x="9356" y="10183"/>
                  </a:cubicBezTo>
                  <a:cubicBezTo>
                    <a:pt x="9440" y="9685"/>
                    <a:pt x="9429" y="9201"/>
                    <a:pt x="9284" y="8711"/>
                  </a:cubicBezTo>
                  <a:cubicBezTo>
                    <a:pt x="9049" y="7930"/>
                    <a:pt x="8905" y="7127"/>
                    <a:pt x="8788" y="6318"/>
                  </a:cubicBezTo>
                  <a:cubicBezTo>
                    <a:pt x="8751" y="6057"/>
                    <a:pt x="8710" y="5795"/>
                    <a:pt x="8665" y="5534"/>
                  </a:cubicBezTo>
                  <a:cubicBezTo>
                    <a:pt x="8634" y="5357"/>
                    <a:pt x="8560" y="5196"/>
                    <a:pt x="8439" y="5061"/>
                  </a:cubicBezTo>
                  <a:cubicBezTo>
                    <a:pt x="8338" y="4948"/>
                    <a:pt x="8221" y="4892"/>
                    <a:pt x="8091" y="4892"/>
                  </a:cubicBezTo>
                  <a:cubicBezTo>
                    <a:pt x="8031" y="4892"/>
                    <a:pt x="7968" y="4904"/>
                    <a:pt x="7903" y="4927"/>
                  </a:cubicBezTo>
                  <a:cubicBezTo>
                    <a:pt x="7849" y="4948"/>
                    <a:pt x="7797" y="4974"/>
                    <a:pt x="7722" y="5007"/>
                  </a:cubicBezTo>
                  <a:cubicBezTo>
                    <a:pt x="7696" y="4912"/>
                    <a:pt x="7671" y="4837"/>
                    <a:pt x="7656" y="4759"/>
                  </a:cubicBezTo>
                  <a:cubicBezTo>
                    <a:pt x="7563" y="4266"/>
                    <a:pt x="7465" y="3772"/>
                    <a:pt x="7381" y="3277"/>
                  </a:cubicBezTo>
                  <a:cubicBezTo>
                    <a:pt x="7312" y="2869"/>
                    <a:pt x="7232" y="2464"/>
                    <a:pt x="7226" y="2045"/>
                  </a:cubicBezTo>
                  <a:cubicBezTo>
                    <a:pt x="7222" y="1728"/>
                    <a:pt x="7142" y="1412"/>
                    <a:pt x="7088" y="1098"/>
                  </a:cubicBezTo>
                  <a:cubicBezTo>
                    <a:pt x="7061" y="939"/>
                    <a:pt x="6979" y="807"/>
                    <a:pt x="6848" y="707"/>
                  </a:cubicBezTo>
                  <a:cubicBezTo>
                    <a:pt x="6727" y="614"/>
                    <a:pt x="6595" y="570"/>
                    <a:pt x="6471" y="570"/>
                  </a:cubicBezTo>
                  <a:cubicBezTo>
                    <a:pt x="6234" y="570"/>
                    <a:pt x="6025" y="728"/>
                    <a:pt x="5968" y="1008"/>
                  </a:cubicBezTo>
                  <a:cubicBezTo>
                    <a:pt x="5896" y="1359"/>
                    <a:pt x="5839" y="1718"/>
                    <a:pt x="5815" y="2075"/>
                  </a:cubicBezTo>
                  <a:cubicBezTo>
                    <a:pt x="5779" y="2617"/>
                    <a:pt x="5779" y="3163"/>
                    <a:pt x="5762" y="3706"/>
                  </a:cubicBezTo>
                  <a:cubicBezTo>
                    <a:pt x="5759" y="3762"/>
                    <a:pt x="5749" y="3816"/>
                    <a:pt x="5743" y="3871"/>
                  </a:cubicBezTo>
                  <a:cubicBezTo>
                    <a:pt x="5705" y="3850"/>
                    <a:pt x="5695" y="3832"/>
                    <a:pt x="5692" y="3813"/>
                  </a:cubicBezTo>
                  <a:cubicBezTo>
                    <a:pt x="5622" y="3322"/>
                    <a:pt x="5544" y="2831"/>
                    <a:pt x="5489" y="2338"/>
                  </a:cubicBezTo>
                  <a:cubicBezTo>
                    <a:pt x="5417" y="1706"/>
                    <a:pt x="5247" y="1100"/>
                    <a:pt x="5033" y="504"/>
                  </a:cubicBezTo>
                  <a:cubicBezTo>
                    <a:pt x="4955" y="284"/>
                    <a:pt x="4802" y="141"/>
                    <a:pt x="4587" y="57"/>
                  </a:cubicBezTo>
                  <a:cubicBezTo>
                    <a:pt x="4486" y="18"/>
                    <a:pt x="4387" y="1"/>
                    <a:pt x="4288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" name="Google Shape;277;p33">
              <a:extLst>
                <a:ext uri="{FF2B5EF4-FFF2-40B4-BE49-F238E27FC236}">
                  <a16:creationId xmlns:a16="http://schemas.microsoft.com/office/drawing/2014/main" id="{B789CA42-722C-9928-D9C6-36F6DCF1DDA7}"/>
                </a:ext>
              </a:extLst>
            </p:cNvPr>
            <p:cNvGrpSpPr/>
            <p:nvPr/>
          </p:nvGrpSpPr>
          <p:grpSpPr>
            <a:xfrm>
              <a:off x="1997386" y="332334"/>
              <a:ext cx="667290" cy="1310975"/>
              <a:chOff x="1038625" y="1235125"/>
              <a:chExt cx="236050" cy="463750"/>
            </a:xfrm>
          </p:grpSpPr>
          <p:sp>
            <p:nvSpPr>
              <p:cNvPr id="278" name="Google Shape;278;p33">
                <a:extLst>
                  <a:ext uri="{FF2B5EF4-FFF2-40B4-BE49-F238E27FC236}">
                    <a16:creationId xmlns:a16="http://schemas.microsoft.com/office/drawing/2014/main" id="{1BEE91C4-68F7-B528-FABF-4E1E15CD65B2}"/>
                  </a:ext>
                </a:extLst>
              </p:cNvPr>
              <p:cNvSpPr/>
              <p:nvPr/>
            </p:nvSpPr>
            <p:spPr>
              <a:xfrm>
                <a:off x="1043050" y="1238075"/>
                <a:ext cx="228425" cy="454875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18195" extrusionOk="0">
                    <a:moveTo>
                      <a:pt x="4116" y="7959"/>
                    </a:moveTo>
                    <a:cubicBezTo>
                      <a:pt x="4262" y="7959"/>
                      <a:pt x="4415" y="7980"/>
                      <a:pt x="4537" y="8028"/>
                    </a:cubicBezTo>
                    <a:lnTo>
                      <a:pt x="3723" y="8028"/>
                    </a:lnTo>
                    <a:cubicBezTo>
                      <a:pt x="3815" y="7983"/>
                      <a:pt x="3961" y="7959"/>
                      <a:pt x="4116" y="7959"/>
                    </a:cubicBezTo>
                    <a:close/>
                    <a:moveTo>
                      <a:pt x="4233" y="7647"/>
                    </a:moveTo>
                    <a:cubicBezTo>
                      <a:pt x="4495" y="7647"/>
                      <a:pt x="4758" y="7656"/>
                      <a:pt x="5020" y="7666"/>
                    </a:cubicBezTo>
                    <a:cubicBezTo>
                      <a:pt x="5303" y="7678"/>
                      <a:pt x="5584" y="7746"/>
                      <a:pt x="5866" y="7791"/>
                    </a:cubicBezTo>
                    <a:cubicBezTo>
                      <a:pt x="5888" y="7794"/>
                      <a:pt x="5908" y="7818"/>
                      <a:pt x="5962" y="7855"/>
                    </a:cubicBezTo>
                    <a:cubicBezTo>
                      <a:pt x="5900" y="7855"/>
                      <a:pt x="5854" y="7860"/>
                      <a:pt x="5814" y="7860"/>
                    </a:cubicBezTo>
                    <a:cubicBezTo>
                      <a:pt x="5792" y="7860"/>
                      <a:pt x="5772" y="7858"/>
                      <a:pt x="5752" y="7854"/>
                    </a:cubicBezTo>
                    <a:cubicBezTo>
                      <a:pt x="5405" y="7771"/>
                      <a:pt x="5056" y="7749"/>
                      <a:pt x="4706" y="7749"/>
                    </a:cubicBezTo>
                    <a:cubicBezTo>
                      <a:pt x="4467" y="7749"/>
                      <a:pt x="4227" y="7759"/>
                      <a:pt x="3987" y="7767"/>
                    </a:cubicBezTo>
                    <a:cubicBezTo>
                      <a:pt x="3221" y="7789"/>
                      <a:pt x="2475" y="7911"/>
                      <a:pt x="1740" y="8125"/>
                    </a:cubicBezTo>
                    <a:cubicBezTo>
                      <a:pt x="1610" y="8164"/>
                      <a:pt x="1480" y="8208"/>
                      <a:pt x="1338" y="8208"/>
                    </a:cubicBezTo>
                    <a:cubicBezTo>
                      <a:pt x="1291" y="8208"/>
                      <a:pt x="1242" y="8203"/>
                      <a:pt x="1192" y="8191"/>
                    </a:cubicBezTo>
                    <a:cubicBezTo>
                      <a:pt x="1248" y="8166"/>
                      <a:pt x="1302" y="8128"/>
                      <a:pt x="1360" y="8115"/>
                    </a:cubicBezTo>
                    <a:cubicBezTo>
                      <a:pt x="1882" y="7989"/>
                      <a:pt x="2398" y="7843"/>
                      <a:pt x="2927" y="7749"/>
                    </a:cubicBezTo>
                    <a:cubicBezTo>
                      <a:pt x="3359" y="7671"/>
                      <a:pt x="3796" y="7647"/>
                      <a:pt x="4233" y="7647"/>
                    </a:cubicBezTo>
                    <a:close/>
                    <a:moveTo>
                      <a:pt x="6237" y="9740"/>
                    </a:moveTo>
                    <a:cubicBezTo>
                      <a:pt x="6248" y="9740"/>
                      <a:pt x="6260" y="9742"/>
                      <a:pt x="6273" y="9744"/>
                    </a:cubicBezTo>
                    <a:lnTo>
                      <a:pt x="6274" y="9744"/>
                    </a:lnTo>
                    <a:cubicBezTo>
                      <a:pt x="6277" y="9831"/>
                      <a:pt x="6217" y="9875"/>
                      <a:pt x="6169" y="9926"/>
                    </a:cubicBezTo>
                    <a:cubicBezTo>
                      <a:pt x="6003" y="10104"/>
                      <a:pt x="5836" y="10281"/>
                      <a:pt x="5669" y="10460"/>
                    </a:cubicBezTo>
                    <a:cubicBezTo>
                      <a:pt x="5429" y="10718"/>
                      <a:pt x="5320" y="11035"/>
                      <a:pt x="5270" y="11377"/>
                    </a:cubicBezTo>
                    <a:cubicBezTo>
                      <a:pt x="5257" y="11470"/>
                      <a:pt x="5240" y="11561"/>
                      <a:pt x="5225" y="11654"/>
                    </a:cubicBezTo>
                    <a:cubicBezTo>
                      <a:pt x="5212" y="11653"/>
                      <a:pt x="5198" y="11651"/>
                      <a:pt x="5185" y="11648"/>
                    </a:cubicBezTo>
                    <a:cubicBezTo>
                      <a:pt x="5176" y="11569"/>
                      <a:pt x="5153" y="11489"/>
                      <a:pt x="5161" y="11411"/>
                    </a:cubicBezTo>
                    <a:cubicBezTo>
                      <a:pt x="5201" y="11021"/>
                      <a:pt x="5303" y="10652"/>
                      <a:pt x="5581" y="10356"/>
                    </a:cubicBezTo>
                    <a:cubicBezTo>
                      <a:pt x="5749" y="10178"/>
                      <a:pt x="5919" y="10002"/>
                      <a:pt x="6090" y="9828"/>
                    </a:cubicBezTo>
                    <a:cubicBezTo>
                      <a:pt x="6128" y="9789"/>
                      <a:pt x="6166" y="9740"/>
                      <a:pt x="6237" y="9740"/>
                    </a:cubicBezTo>
                    <a:close/>
                    <a:moveTo>
                      <a:pt x="1269" y="8753"/>
                    </a:moveTo>
                    <a:cubicBezTo>
                      <a:pt x="1325" y="8753"/>
                      <a:pt x="1368" y="8781"/>
                      <a:pt x="1410" y="8805"/>
                    </a:cubicBezTo>
                    <a:lnTo>
                      <a:pt x="1410" y="8807"/>
                    </a:lnTo>
                    <a:cubicBezTo>
                      <a:pt x="1741" y="8996"/>
                      <a:pt x="2050" y="9216"/>
                      <a:pt x="2328" y="9480"/>
                    </a:cubicBezTo>
                    <a:cubicBezTo>
                      <a:pt x="2475" y="9620"/>
                      <a:pt x="2622" y="9761"/>
                      <a:pt x="2769" y="9903"/>
                    </a:cubicBezTo>
                    <a:cubicBezTo>
                      <a:pt x="3489" y="10609"/>
                      <a:pt x="4061" y="11423"/>
                      <a:pt x="4522" y="12318"/>
                    </a:cubicBezTo>
                    <a:cubicBezTo>
                      <a:pt x="4559" y="12394"/>
                      <a:pt x="4588" y="12475"/>
                      <a:pt x="4621" y="12555"/>
                    </a:cubicBezTo>
                    <a:cubicBezTo>
                      <a:pt x="4601" y="12564"/>
                      <a:pt x="4583" y="12573"/>
                      <a:pt x="4565" y="12582"/>
                    </a:cubicBezTo>
                    <a:cubicBezTo>
                      <a:pt x="4534" y="12525"/>
                      <a:pt x="4501" y="12469"/>
                      <a:pt x="4471" y="12412"/>
                    </a:cubicBezTo>
                    <a:cubicBezTo>
                      <a:pt x="3857" y="11192"/>
                      <a:pt x="3032" y="10142"/>
                      <a:pt x="1956" y="9296"/>
                    </a:cubicBezTo>
                    <a:cubicBezTo>
                      <a:pt x="1765" y="9147"/>
                      <a:pt x="1545" y="9035"/>
                      <a:pt x="1338" y="8906"/>
                    </a:cubicBezTo>
                    <a:cubicBezTo>
                      <a:pt x="1284" y="8871"/>
                      <a:pt x="1231" y="8837"/>
                      <a:pt x="1156" y="8789"/>
                    </a:cubicBezTo>
                    <a:cubicBezTo>
                      <a:pt x="1200" y="8763"/>
                      <a:pt x="1237" y="8753"/>
                      <a:pt x="1269" y="8753"/>
                    </a:cubicBezTo>
                    <a:close/>
                    <a:moveTo>
                      <a:pt x="6682" y="13988"/>
                    </a:moveTo>
                    <a:lnTo>
                      <a:pt x="6682" y="13988"/>
                    </a:lnTo>
                    <a:cubicBezTo>
                      <a:pt x="6706" y="14097"/>
                      <a:pt x="6645" y="14127"/>
                      <a:pt x="6592" y="14148"/>
                    </a:cubicBezTo>
                    <a:cubicBezTo>
                      <a:pt x="6103" y="14348"/>
                      <a:pt x="5612" y="14549"/>
                      <a:pt x="5087" y="14640"/>
                    </a:cubicBezTo>
                    <a:cubicBezTo>
                      <a:pt x="5083" y="14641"/>
                      <a:pt x="5078" y="14642"/>
                      <a:pt x="5073" y="14642"/>
                    </a:cubicBezTo>
                    <a:cubicBezTo>
                      <a:pt x="5049" y="14642"/>
                      <a:pt x="5022" y="14629"/>
                      <a:pt x="4991" y="14607"/>
                    </a:cubicBezTo>
                    <a:cubicBezTo>
                      <a:pt x="5255" y="14456"/>
                      <a:pt x="5561" y="14432"/>
                      <a:pt x="5837" y="14318"/>
                    </a:cubicBezTo>
                    <a:cubicBezTo>
                      <a:pt x="6115" y="14202"/>
                      <a:pt x="6396" y="14099"/>
                      <a:pt x="6682" y="13988"/>
                    </a:cubicBezTo>
                    <a:close/>
                    <a:moveTo>
                      <a:pt x="4073" y="0"/>
                    </a:moveTo>
                    <a:cubicBezTo>
                      <a:pt x="3861" y="0"/>
                      <a:pt x="3669" y="130"/>
                      <a:pt x="3564" y="379"/>
                    </a:cubicBezTo>
                    <a:cubicBezTo>
                      <a:pt x="3494" y="551"/>
                      <a:pt x="3450" y="746"/>
                      <a:pt x="3446" y="931"/>
                    </a:cubicBezTo>
                    <a:cubicBezTo>
                      <a:pt x="3437" y="1339"/>
                      <a:pt x="3453" y="1747"/>
                      <a:pt x="3470" y="2154"/>
                    </a:cubicBezTo>
                    <a:cubicBezTo>
                      <a:pt x="3480" y="2439"/>
                      <a:pt x="3485" y="2727"/>
                      <a:pt x="3531" y="3007"/>
                    </a:cubicBezTo>
                    <a:cubicBezTo>
                      <a:pt x="3650" y="3726"/>
                      <a:pt x="3666" y="4454"/>
                      <a:pt x="3714" y="5179"/>
                    </a:cubicBezTo>
                    <a:cubicBezTo>
                      <a:pt x="3752" y="5747"/>
                      <a:pt x="3792" y="6317"/>
                      <a:pt x="3831" y="6886"/>
                    </a:cubicBezTo>
                    <a:cubicBezTo>
                      <a:pt x="3834" y="6933"/>
                      <a:pt x="3827" y="6982"/>
                      <a:pt x="3824" y="7030"/>
                    </a:cubicBezTo>
                    <a:cubicBezTo>
                      <a:pt x="3807" y="7032"/>
                      <a:pt x="3791" y="7033"/>
                      <a:pt x="3776" y="7035"/>
                    </a:cubicBezTo>
                    <a:cubicBezTo>
                      <a:pt x="3755" y="6969"/>
                      <a:pt x="3720" y="6904"/>
                      <a:pt x="3714" y="6838"/>
                    </a:cubicBezTo>
                    <a:cubicBezTo>
                      <a:pt x="3687" y="6526"/>
                      <a:pt x="3666" y="6215"/>
                      <a:pt x="3645" y="5903"/>
                    </a:cubicBezTo>
                    <a:cubicBezTo>
                      <a:pt x="3602" y="5204"/>
                      <a:pt x="3567" y="4505"/>
                      <a:pt x="3510" y="3807"/>
                    </a:cubicBezTo>
                    <a:cubicBezTo>
                      <a:pt x="3474" y="3361"/>
                      <a:pt x="3396" y="2919"/>
                      <a:pt x="3353" y="2473"/>
                    </a:cubicBezTo>
                    <a:cubicBezTo>
                      <a:pt x="3312" y="2052"/>
                      <a:pt x="3236" y="1639"/>
                      <a:pt x="3092" y="1241"/>
                    </a:cubicBezTo>
                    <a:cubicBezTo>
                      <a:pt x="3018" y="1037"/>
                      <a:pt x="2936" y="833"/>
                      <a:pt x="2828" y="647"/>
                    </a:cubicBezTo>
                    <a:cubicBezTo>
                      <a:pt x="2746" y="506"/>
                      <a:pt x="2596" y="434"/>
                      <a:pt x="2445" y="434"/>
                    </a:cubicBezTo>
                    <a:cubicBezTo>
                      <a:pt x="2323" y="434"/>
                      <a:pt x="2200" y="482"/>
                      <a:pt x="2112" y="580"/>
                    </a:cubicBezTo>
                    <a:cubicBezTo>
                      <a:pt x="1929" y="784"/>
                      <a:pt x="1786" y="1018"/>
                      <a:pt x="1728" y="1289"/>
                    </a:cubicBezTo>
                    <a:cubicBezTo>
                      <a:pt x="1654" y="1628"/>
                      <a:pt x="1590" y="1968"/>
                      <a:pt x="1534" y="2308"/>
                    </a:cubicBezTo>
                    <a:cubicBezTo>
                      <a:pt x="1506" y="2488"/>
                      <a:pt x="1459" y="2682"/>
                      <a:pt x="1500" y="2851"/>
                    </a:cubicBezTo>
                    <a:cubicBezTo>
                      <a:pt x="1627" y="3376"/>
                      <a:pt x="1668" y="3909"/>
                      <a:pt x="1714" y="4443"/>
                    </a:cubicBezTo>
                    <a:cubicBezTo>
                      <a:pt x="1755" y="4917"/>
                      <a:pt x="1791" y="5392"/>
                      <a:pt x="1827" y="5866"/>
                    </a:cubicBezTo>
                    <a:cubicBezTo>
                      <a:pt x="1849" y="6143"/>
                      <a:pt x="1869" y="6421"/>
                      <a:pt x="1885" y="6700"/>
                    </a:cubicBezTo>
                    <a:cubicBezTo>
                      <a:pt x="1891" y="6775"/>
                      <a:pt x="1903" y="6859"/>
                      <a:pt x="1794" y="6931"/>
                    </a:cubicBezTo>
                    <a:cubicBezTo>
                      <a:pt x="1783" y="6844"/>
                      <a:pt x="1774" y="6781"/>
                      <a:pt x="1770" y="6716"/>
                    </a:cubicBezTo>
                    <a:cubicBezTo>
                      <a:pt x="1762" y="6566"/>
                      <a:pt x="1765" y="6416"/>
                      <a:pt x="1753" y="6268"/>
                    </a:cubicBezTo>
                    <a:cubicBezTo>
                      <a:pt x="1701" y="5645"/>
                      <a:pt x="1650" y="5022"/>
                      <a:pt x="1590" y="4401"/>
                    </a:cubicBezTo>
                    <a:cubicBezTo>
                      <a:pt x="1552" y="4016"/>
                      <a:pt x="1510" y="3632"/>
                      <a:pt x="1444" y="3250"/>
                    </a:cubicBezTo>
                    <a:cubicBezTo>
                      <a:pt x="1402" y="3004"/>
                      <a:pt x="1299" y="2769"/>
                      <a:pt x="1248" y="2524"/>
                    </a:cubicBezTo>
                    <a:cubicBezTo>
                      <a:pt x="1201" y="2298"/>
                      <a:pt x="1096" y="2106"/>
                      <a:pt x="967" y="1920"/>
                    </a:cubicBezTo>
                    <a:cubicBezTo>
                      <a:pt x="885" y="1801"/>
                      <a:pt x="785" y="1717"/>
                      <a:pt x="651" y="1717"/>
                    </a:cubicBezTo>
                    <a:cubicBezTo>
                      <a:pt x="621" y="1717"/>
                      <a:pt x="589" y="1721"/>
                      <a:pt x="554" y="1731"/>
                    </a:cubicBezTo>
                    <a:cubicBezTo>
                      <a:pt x="371" y="1782"/>
                      <a:pt x="239" y="1902"/>
                      <a:pt x="212" y="2095"/>
                    </a:cubicBezTo>
                    <a:cubicBezTo>
                      <a:pt x="176" y="2365"/>
                      <a:pt x="145" y="2635"/>
                      <a:pt x="137" y="2907"/>
                    </a:cubicBezTo>
                    <a:cubicBezTo>
                      <a:pt x="116" y="3702"/>
                      <a:pt x="110" y="4497"/>
                      <a:pt x="92" y="5291"/>
                    </a:cubicBezTo>
                    <a:cubicBezTo>
                      <a:pt x="82" y="5755"/>
                      <a:pt x="55" y="6215"/>
                      <a:pt x="46" y="6677"/>
                    </a:cubicBezTo>
                    <a:cubicBezTo>
                      <a:pt x="31" y="7398"/>
                      <a:pt x="1" y="8119"/>
                      <a:pt x="19" y="8840"/>
                    </a:cubicBezTo>
                    <a:cubicBezTo>
                      <a:pt x="37" y="9525"/>
                      <a:pt x="154" y="10203"/>
                      <a:pt x="275" y="10879"/>
                    </a:cubicBezTo>
                    <a:cubicBezTo>
                      <a:pt x="358" y="11341"/>
                      <a:pt x="457" y="11800"/>
                      <a:pt x="694" y="12213"/>
                    </a:cubicBezTo>
                    <a:cubicBezTo>
                      <a:pt x="822" y="12438"/>
                      <a:pt x="952" y="12661"/>
                      <a:pt x="1096" y="12874"/>
                    </a:cubicBezTo>
                    <a:cubicBezTo>
                      <a:pt x="1164" y="12973"/>
                      <a:pt x="1261" y="13056"/>
                      <a:pt x="1357" y="13128"/>
                    </a:cubicBezTo>
                    <a:cubicBezTo>
                      <a:pt x="1542" y="13266"/>
                      <a:pt x="1738" y="13390"/>
                      <a:pt x="1926" y="13524"/>
                    </a:cubicBezTo>
                    <a:cubicBezTo>
                      <a:pt x="2269" y="13767"/>
                      <a:pt x="2618" y="14009"/>
                      <a:pt x="3021" y="14145"/>
                    </a:cubicBezTo>
                    <a:cubicBezTo>
                      <a:pt x="3303" y="14241"/>
                      <a:pt x="3591" y="14322"/>
                      <a:pt x="3878" y="14405"/>
                    </a:cubicBezTo>
                    <a:cubicBezTo>
                      <a:pt x="4028" y="14448"/>
                      <a:pt x="4184" y="14472"/>
                      <a:pt x="4330" y="14522"/>
                    </a:cubicBezTo>
                    <a:cubicBezTo>
                      <a:pt x="4370" y="14535"/>
                      <a:pt x="4411" y="14615"/>
                      <a:pt x="4409" y="14663"/>
                    </a:cubicBezTo>
                    <a:cubicBezTo>
                      <a:pt x="4407" y="14721"/>
                      <a:pt x="4365" y="14739"/>
                      <a:pt x="4318" y="14739"/>
                    </a:cubicBezTo>
                    <a:cubicBezTo>
                      <a:pt x="4301" y="14739"/>
                      <a:pt x="4284" y="14737"/>
                      <a:pt x="4268" y="14733"/>
                    </a:cubicBezTo>
                    <a:cubicBezTo>
                      <a:pt x="3848" y="14643"/>
                      <a:pt x="3435" y="14535"/>
                      <a:pt x="3033" y="14382"/>
                    </a:cubicBezTo>
                    <a:cubicBezTo>
                      <a:pt x="2649" y="14237"/>
                      <a:pt x="2305" y="14019"/>
                      <a:pt x="1954" y="13812"/>
                    </a:cubicBezTo>
                    <a:cubicBezTo>
                      <a:pt x="1794" y="13716"/>
                      <a:pt x="1629" y="13626"/>
                      <a:pt x="1449" y="13522"/>
                    </a:cubicBezTo>
                    <a:lnTo>
                      <a:pt x="1449" y="13522"/>
                    </a:lnTo>
                    <a:cubicBezTo>
                      <a:pt x="1449" y="13597"/>
                      <a:pt x="1447" y="13638"/>
                      <a:pt x="1450" y="13677"/>
                    </a:cubicBezTo>
                    <a:cubicBezTo>
                      <a:pt x="1497" y="14342"/>
                      <a:pt x="1551" y="15006"/>
                      <a:pt x="1593" y="15671"/>
                    </a:cubicBezTo>
                    <a:cubicBezTo>
                      <a:pt x="1629" y="16268"/>
                      <a:pt x="1653" y="16865"/>
                      <a:pt x="1681" y="17464"/>
                    </a:cubicBezTo>
                    <a:cubicBezTo>
                      <a:pt x="1684" y="17539"/>
                      <a:pt x="1695" y="17605"/>
                      <a:pt x="1762" y="17661"/>
                    </a:cubicBezTo>
                    <a:cubicBezTo>
                      <a:pt x="2110" y="17944"/>
                      <a:pt x="2516" y="18099"/>
                      <a:pt x="2952" y="18156"/>
                    </a:cubicBezTo>
                    <a:cubicBezTo>
                      <a:pt x="3160" y="18183"/>
                      <a:pt x="3368" y="18194"/>
                      <a:pt x="3576" y="18194"/>
                    </a:cubicBezTo>
                    <a:cubicBezTo>
                      <a:pt x="3905" y="18194"/>
                      <a:pt x="4233" y="18167"/>
                      <a:pt x="4561" y="18132"/>
                    </a:cubicBezTo>
                    <a:cubicBezTo>
                      <a:pt x="5186" y="18064"/>
                      <a:pt x="5780" y="17863"/>
                      <a:pt x="6387" y="17712"/>
                    </a:cubicBezTo>
                    <a:cubicBezTo>
                      <a:pt x="6751" y="17620"/>
                      <a:pt x="7099" y="17493"/>
                      <a:pt x="7426" y="17302"/>
                    </a:cubicBezTo>
                    <a:cubicBezTo>
                      <a:pt x="7536" y="17237"/>
                      <a:pt x="7587" y="17165"/>
                      <a:pt x="7557" y="17039"/>
                    </a:cubicBezTo>
                    <a:cubicBezTo>
                      <a:pt x="7548" y="17000"/>
                      <a:pt x="7546" y="16958"/>
                      <a:pt x="7543" y="16918"/>
                    </a:cubicBezTo>
                    <a:cubicBezTo>
                      <a:pt x="7498" y="16282"/>
                      <a:pt x="7452" y="15644"/>
                      <a:pt x="7410" y="15008"/>
                    </a:cubicBezTo>
                    <a:cubicBezTo>
                      <a:pt x="7398" y="14796"/>
                      <a:pt x="7399" y="14586"/>
                      <a:pt x="7392" y="14376"/>
                    </a:cubicBezTo>
                    <a:cubicBezTo>
                      <a:pt x="7386" y="14138"/>
                      <a:pt x="7377" y="13900"/>
                      <a:pt x="7368" y="13662"/>
                    </a:cubicBezTo>
                    <a:cubicBezTo>
                      <a:pt x="7365" y="13575"/>
                      <a:pt x="7395" y="13510"/>
                      <a:pt x="7465" y="13452"/>
                    </a:cubicBezTo>
                    <a:cubicBezTo>
                      <a:pt x="7685" y="13267"/>
                      <a:pt x="7899" y="13081"/>
                      <a:pt x="8108" y="12888"/>
                    </a:cubicBezTo>
                    <a:cubicBezTo>
                      <a:pt x="8282" y="12729"/>
                      <a:pt x="8388" y="12526"/>
                      <a:pt x="8471" y="12306"/>
                    </a:cubicBezTo>
                    <a:cubicBezTo>
                      <a:pt x="8778" y="11494"/>
                      <a:pt x="8967" y="10654"/>
                      <a:pt x="9092" y="9798"/>
                    </a:cubicBezTo>
                    <a:cubicBezTo>
                      <a:pt x="9137" y="9495"/>
                      <a:pt x="9129" y="9191"/>
                      <a:pt x="9051" y="8888"/>
                    </a:cubicBezTo>
                    <a:cubicBezTo>
                      <a:pt x="8912" y="8343"/>
                      <a:pt x="8772" y="7795"/>
                      <a:pt x="8660" y="7245"/>
                    </a:cubicBezTo>
                    <a:cubicBezTo>
                      <a:pt x="8547" y="6685"/>
                      <a:pt x="8474" y="6119"/>
                      <a:pt x="8370" y="5558"/>
                    </a:cubicBezTo>
                    <a:cubicBezTo>
                      <a:pt x="8340" y="5402"/>
                      <a:pt x="8277" y="5245"/>
                      <a:pt x="8199" y="5106"/>
                    </a:cubicBezTo>
                    <a:cubicBezTo>
                      <a:pt x="8133" y="4988"/>
                      <a:pt x="8027" y="4929"/>
                      <a:pt x="7914" y="4929"/>
                    </a:cubicBezTo>
                    <a:cubicBezTo>
                      <a:pt x="7839" y="4929"/>
                      <a:pt x="7762" y="4954"/>
                      <a:pt x="7689" y="5004"/>
                    </a:cubicBezTo>
                    <a:cubicBezTo>
                      <a:pt x="7634" y="5042"/>
                      <a:pt x="7584" y="5090"/>
                      <a:pt x="7539" y="5140"/>
                    </a:cubicBezTo>
                    <a:cubicBezTo>
                      <a:pt x="7353" y="5339"/>
                      <a:pt x="7236" y="5576"/>
                      <a:pt x="7188" y="5842"/>
                    </a:cubicBezTo>
                    <a:cubicBezTo>
                      <a:pt x="7062" y="6544"/>
                      <a:pt x="7059" y="7249"/>
                      <a:pt x="7198" y="7950"/>
                    </a:cubicBezTo>
                    <a:cubicBezTo>
                      <a:pt x="7236" y="8142"/>
                      <a:pt x="7234" y="8328"/>
                      <a:pt x="7179" y="8512"/>
                    </a:cubicBezTo>
                    <a:cubicBezTo>
                      <a:pt x="7098" y="8789"/>
                      <a:pt x="6973" y="9045"/>
                      <a:pt x="6799" y="9276"/>
                    </a:cubicBezTo>
                    <a:cubicBezTo>
                      <a:pt x="6774" y="9309"/>
                      <a:pt x="6741" y="9339"/>
                      <a:pt x="6703" y="9380"/>
                    </a:cubicBezTo>
                    <a:cubicBezTo>
                      <a:pt x="6645" y="9278"/>
                      <a:pt x="6706" y="9219"/>
                      <a:pt x="6736" y="9158"/>
                    </a:cubicBezTo>
                    <a:cubicBezTo>
                      <a:pt x="6823" y="8973"/>
                      <a:pt x="6921" y="8793"/>
                      <a:pt x="6999" y="8605"/>
                    </a:cubicBezTo>
                    <a:cubicBezTo>
                      <a:pt x="7083" y="8403"/>
                      <a:pt x="7114" y="8193"/>
                      <a:pt x="7080" y="7968"/>
                    </a:cubicBezTo>
                    <a:cubicBezTo>
                      <a:pt x="7011" y="7525"/>
                      <a:pt x="6954" y="7080"/>
                      <a:pt x="6993" y="6628"/>
                    </a:cubicBezTo>
                    <a:cubicBezTo>
                      <a:pt x="7003" y="6500"/>
                      <a:pt x="7020" y="6371"/>
                      <a:pt x="7018" y="6242"/>
                    </a:cubicBezTo>
                    <a:cubicBezTo>
                      <a:pt x="7012" y="5872"/>
                      <a:pt x="7092" y="5528"/>
                      <a:pt x="7308" y="5221"/>
                    </a:cubicBezTo>
                    <a:cubicBezTo>
                      <a:pt x="7390" y="5103"/>
                      <a:pt x="7402" y="4974"/>
                      <a:pt x="7374" y="4832"/>
                    </a:cubicBezTo>
                    <a:cubicBezTo>
                      <a:pt x="7287" y="4406"/>
                      <a:pt x="7203" y="3980"/>
                      <a:pt x="7126" y="3552"/>
                    </a:cubicBezTo>
                    <a:cubicBezTo>
                      <a:pt x="7026" y="2985"/>
                      <a:pt x="6913" y="2419"/>
                      <a:pt x="6900" y="1837"/>
                    </a:cubicBezTo>
                    <a:cubicBezTo>
                      <a:pt x="6894" y="1562"/>
                      <a:pt x="6831" y="1285"/>
                      <a:pt x="6769" y="1015"/>
                    </a:cubicBezTo>
                    <a:cubicBezTo>
                      <a:pt x="6745" y="902"/>
                      <a:pt x="6675" y="785"/>
                      <a:pt x="6591" y="704"/>
                    </a:cubicBezTo>
                    <a:cubicBezTo>
                      <a:pt x="6512" y="629"/>
                      <a:pt x="6398" y="586"/>
                      <a:pt x="6285" y="586"/>
                    </a:cubicBezTo>
                    <a:cubicBezTo>
                      <a:pt x="6109" y="586"/>
                      <a:pt x="5936" y="689"/>
                      <a:pt x="5908" y="926"/>
                    </a:cubicBezTo>
                    <a:cubicBezTo>
                      <a:pt x="5881" y="1156"/>
                      <a:pt x="5818" y="1381"/>
                      <a:pt x="5800" y="1610"/>
                    </a:cubicBezTo>
                    <a:cubicBezTo>
                      <a:pt x="5765" y="2050"/>
                      <a:pt x="5746" y="2491"/>
                      <a:pt x="5728" y="2932"/>
                    </a:cubicBezTo>
                    <a:cubicBezTo>
                      <a:pt x="5707" y="3468"/>
                      <a:pt x="5692" y="4004"/>
                      <a:pt x="5675" y="4539"/>
                    </a:cubicBezTo>
                    <a:cubicBezTo>
                      <a:pt x="5674" y="4601"/>
                      <a:pt x="5681" y="4664"/>
                      <a:pt x="5696" y="4722"/>
                    </a:cubicBezTo>
                    <a:cubicBezTo>
                      <a:pt x="5765" y="4985"/>
                      <a:pt x="5842" y="5245"/>
                      <a:pt x="5913" y="5507"/>
                    </a:cubicBezTo>
                    <a:cubicBezTo>
                      <a:pt x="6058" y="6046"/>
                      <a:pt x="6204" y="6583"/>
                      <a:pt x="6346" y="7120"/>
                    </a:cubicBezTo>
                    <a:cubicBezTo>
                      <a:pt x="6357" y="7159"/>
                      <a:pt x="6348" y="7201"/>
                      <a:pt x="6348" y="7242"/>
                    </a:cubicBezTo>
                    <a:cubicBezTo>
                      <a:pt x="6330" y="7246"/>
                      <a:pt x="6312" y="7249"/>
                      <a:pt x="6294" y="7252"/>
                    </a:cubicBezTo>
                    <a:cubicBezTo>
                      <a:pt x="6268" y="7188"/>
                      <a:pt x="6238" y="7125"/>
                      <a:pt x="6219" y="7059"/>
                    </a:cubicBezTo>
                    <a:cubicBezTo>
                      <a:pt x="6102" y="6640"/>
                      <a:pt x="5985" y="6221"/>
                      <a:pt x="5870" y="5801"/>
                    </a:cubicBezTo>
                    <a:cubicBezTo>
                      <a:pt x="5735" y="5303"/>
                      <a:pt x="5572" y="4811"/>
                      <a:pt x="5479" y="4305"/>
                    </a:cubicBezTo>
                    <a:cubicBezTo>
                      <a:pt x="5342" y="3558"/>
                      <a:pt x="5273" y="2797"/>
                      <a:pt x="5146" y="2049"/>
                    </a:cubicBezTo>
                    <a:cubicBezTo>
                      <a:pt x="5063" y="1576"/>
                      <a:pt x="4931" y="1111"/>
                      <a:pt x="4808" y="644"/>
                    </a:cubicBezTo>
                    <a:cubicBezTo>
                      <a:pt x="4760" y="458"/>
                      <a:pt x="4651" y="299"/>
                      <a:pt x="4501" y="173"/>
                    </a:cubicBezTo>
                    <a:cubicBezTo>
                      <a:pt x="4362" y="57"/>
                      <a:pt x="4213" y="0"/>
                      <a:pt x="4073" y="0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3">
                <a:extLst>
                  <a:ext uri="{FF2B5EF4-FFF2-40B4-BE49-F238E27FC236}">
                    <a16:creationId xmlns:a16="http://schemas.microsoft.com/office/drawing/2014/main" id="{23397CAB-F05B-5CC4-EC8D-6D4C8953B2A6}"/>
                  </a:ext>
                </a:extLst>
              </p:cNvPr>
              <p:cNvSpPr/>
              <p:nvPr/>
            </p:nvSpPr>
            <p:spPr>
              <a:xfrm>
                <a:off x="1038625" y="1235125"/>
                <a:ext cx="236050" cy="463750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8550" extrusionOk="0">
                    <a:moveTo>
                      <a:pt x="4250" y="117"/>
                    </a:moveTo>
                    <a:cubicBezTo>
                      <a:pt x="4390" y="117"/>
                      <a:pt x="4539" y="174"/>
                      <a:pt x="4676" y="290"/>
                    </a:cubicBezTo>
                    <a:cubicBezTo>
                      <a:pt x="4826" y="417"/>
                      <a:pt x="4936" y="576"/>
                      <a:pt x="4985" y="762"/>
                    </a:cubicBezTo>
                    <a:cubicBezTo>
                      <a:pt x="5107" y="1227"/>
                      <a:pt x="5240" y="1692"/>
                      <a:pt x="5321" y="2167"/>
                    </a:cubicBezTo>
                    <a:cubicBezTo>
                      <a:pt x="5450" y="2915"/>
                      <a:pt x="5519" y="3676"/>
                      <a:pt x="5656" y="4422"/>
                    </a:cubicBezTo>
                    <a:cubicBezTo>
                      <a:pt x="5749" y="4929"/>
                      <a:pt x="5912" y="5421"/>
                      <a:pt x="6047" y="5919"/>
                    </a:cubicBezTo>
                    <a:cubicBezTo>
                      <a:pt x="6162" y="6338"/>
                      <a:pt x="6279" y="6756"/>
                      <a:pt x="6396" y="7175"/>
                    </a:cubicBezTo>
                    <a:cubicBezTo>
                      <a:pt x="6414" y="7241"/>
                      <a:pt x="6445" y="7306"/>
                      <a:pt x="6471" y="7370"/>
                    </a:cubicBezTo>
                    <a:cubicBezTo>
                      <a:pt x="6489" y="7367"/>
                      <a:pt x="6507" y="7363"/>
                      <a:pt x="6525" y="7360"/>
                    </a:cubicBezTo>
                    <a:cubicBezTo>
                      <a:pt x="6525" y="7319"/>
                      <a:pt x="6532" y="7276"/>
                      <a:pt x="6523" y="7238"/>
                    </a:cubicBezTo>
                    <a:cubicBezTo>
                      <a:pt x="6379" y="6701"/>
                      <a:pt x="6235" y="6162"/>
                      <a:pt x="6090" y="5625"/>
                    </a:cubicBezTo>
                    <a:cubicBezTo>
                      <a:pt x="6017" y="5363"/>
                      <a:pt x="5942" y="5101"/>
                      <a:pt x="5873" y="4839"/>
                    </a:cubicBezTo>
                    <a:cubicBezTo>
                      <a:pt x="5858" y="4780"/>
                      <a:pt x="5851" y="4719"/>
                      <a:pt x="5852" y="4657"/>
                    </a:cubicBezTo>
                    <a:cubicBezTo>
                      <a:pt x="5867" y="4122"/>
                      <a:pt x="5882" y="3586"/>
                      <a:pt x="5905" y="3050"/>
                    </a:cubicBezTo>
                    <a:cubicBezTo>
                      <a:pt x="5923" y="2609"/>
                      <a:pt x="5941" y="2168"/>
                      <a:pt x="5975" y="1728"/>
                    </a:cubicBezTo>
                    <a:cubicBezTo>
                      <a:pt x="5995" y="1499"/>
                      <a:pt x="6056" y="1274"/>
                      <a:pt x="6085" y="1044"/>
                    </a:cubicBezTo>
                    <a:cubicBezTo>
                      <a:pt x="6112" y="807"/>
                      <a:pt x="6285" y="704"/>
                      <a:pt x="6461" y="704"/>
                    </a:cubicBezTo>
                    <a:cubicBezTo>
                      <a:pt x="6574" y="704"/>
                      <a:pt x="6689" y="747"/>
                      <a:pt x="6768" y="822"/>
                    </a:cubicBezTo>
                    <a:cubicBezTo>
                      <a:pt x="6850" y="903"/>
                      <a:pt x="6921" y="1020"/>
                      <a:pt x="6946" y="1133"/>
                    </a:cubicBezTo>
                    <a:cubicBezTo>
                      <a:pt x="7008" y="1403"/>
                      <a:pt x="7069" y="1679"/>
                      <a:pt x="7077" y="1955"/>
                    </a:cubicBezTo>
                    <a:cubicBezTo>
                      <a:pt x="7089" y="2537"/>
                      <a:pt x="7201" y="3101"/>
                      <a:pt x="7303" y="3670"/>
                    </a:cubicBezTo>
                    <a:cubicBezTo>
                      <a:pt x="7380" y="4098"/>
                      <a:pt x="7462" y="4524"/>
                      <a:pt x="7549" y="4950"/>
                    </a:cubicBezTo>
                    <a:cubicBezTo>
                      <a:pt x="7579" y="5091"/>
                      <a:pt x="7566" y="5221"/>
                      <a:pt x="7483" y="5339"/>
                    </a:cubicBezTo>
                    <a:cubicBezTo>
                      <a:pt x="7267" y="5646"/>
                      <a:pt x="7188" y="5990"/>
                      <a:pt x="7194" y="6360"/>
                    </a:cubicBezTo>
                    <a:cubicBezTo>
                      <a:pt x="7197" y="6488"/>
                      <a:pt x="7180" y="6617"/>
                      <a:pt x="7170" y="6746"/>
                    </a:cubicBezTo>
                    <a:cubicBezTo>
                      <a:pt x="7131" y="7196"/>
                      <a:pt x="7188" y="7642"/>
                      <a:pt x="7255" y="8086"/>
                    </a:cubicBezTo>
                    <a:cubicBezTo>
                      <a:pt x="7290" y="8309"/>
                      <a:pt x="7260" y="8521"/>
                      <a:pt x="7176" y="8723"/>
                    </a:cubicBezTo>
                    <a:cubicBezTo>
                      <a:pt x="7098" y="8911"/>
                      <a:pt x="7000" y="9090"/>
                      <a:pt x="6912" y="9274"/>
                    </a:cubicBezTo>
                    <a:cubicBezTo>
                      <a:pt x="6882" y="9337"/>
                      <a:pt x="6822" y="9396"/>
                      <a:pt x="6879" y="9496"/>
                    </a:cubicBezTo>
                    <a:cubicBezTo>
                      <a:pt x="6918" y="9456"/>
                      <a:pt x="6949" y="9427"/>
                      <a:pt x="6976" y="9393"/>
                    </a:cubicBezTo>
                    <a:cubicBezTo>
                      <a:pt x="7149" y="9162"/>
                      <a:pt x="7273" y="8907"/>
                      <a:pt x="7356" y="8630"/>
                    </a:cubicBezTo>
                    <a:cubicBezTo>
                      <a:pt x="7410" y="8444"/>
                      <a:pt x="7413" y="8260"/>
                      <a:pt x="7374" y="8066"/>
                    </a:cubicBezTo>
                    <a:cubicBezTo>
                      <a:pt x="7234" y="7367"/>
                      <a:pt x="7239" y="6662"/>
                      <a:pt x="7365" y="5960"/>
                    </a:cubicBezTo>
                    <a:cubicBezTo>
                      <a:pt x="7413" y="5694"/>
                      <a:pt x="7530" y="5457"/>
                      <a:pt x="7714" y="5258"/>
                    </a:cubicBezTo>
                    <a:cubicBezTo>
                      <a:pt x="7761" y="5208"/>
                      <a:pt x="7811" y="5160"/>
                      <a:pt x="7866" y="5122"/>
                    </a:cubicBezTo>
                    <a:cubicBezTo>
                      <a:pt x="7939" y="5072"/>
                      <a:pt x="8017" y="5047"/>
                      <a:pt x="8091" y="5047"/>
                    </a:cubicBezTo>
                    <a:cubicBezTo>
                      <a:pt x="8205" y="5047"/>
                      <a:pt x="8310" y="5106"/>
                      <a:pt x="8376" y="5223"/>
                    </a:cubicBezTo>
                    <a:cubicBezTo>
                      <a:pt x="8454" y="5363"/>
                      <a:pt x="8516" y="5520"/>
                      <a:pt x="8546" y="5676"/>
                    </a:cubicBezTo>
                    <a:cubicBezTo>
                      <a:pt x="8651" y="6237"/>
                      <a:pt x="8723" y="6803"/>
                      <a:pt x="8837" y="7361"/>
                    </a:cubicBezTo>
                    <a:cubicBezTo>
                      <a:pt x="8949" y="7913"/>
                      <a:pt x="9089" y="8459"/>
                      <a:pt x="9228" y="9006"/>
                    </a:cubicBezTo>
                    <a:cubicBezTo>
                      <a:pt x="9306" y="9309"/>
                      <a:pt x="9312" y="9612"/>
                      <a:pt x="9269" y="9916"/>
                    </a:cubicBezTo>
                    <a:cubicBezTo>
                      <a:pt x="9144" y="10772"/>
                      <a:pt x="8954" y="11610"/>
                      <a:pt x="8648" y="12422"/>
                    </a:cubicBezTo>
                    <a:cubicBezTo>
                      <a:pt x="8564" y="12643"/>
                      <a:pt x="8457" y="12845"/>
                      <a:pt x="8285" y="13004"/>
                    </a:cubicBezTo>
                    <a:cubicBezTo>
                      <a:pt x="8076" y="13198"/>
                      <a:pt x="7860" y="13385"/>
                      <a:pt x="7642" y="13568"/>
                    </a:cubicBezTo>
                    <a:cubicBezTo>
                      <a:pt x="7572" y="13627"/>
                      <a:pt x="7542" y="13693"/>
                      <a:pt x="7545" y="13780"/>
                    </a:cubicBezTo>
                    <a:cubicBezTo>
                      <a:pt x="7552" y="14017"/>
                      <a:pt x="7561" y="14256"/>
                      <a:pt x="7569" y="14493"/>
                    </a:cubicBezTo>
                    <a:cubicBezTo>
                      <a:pt x="7575" y="14704"/>
                      <a:pt x="7573" y="14914"/>
                      <a:pt x="7587" y="15124"/>
                    </a:cubicBezTo>
                    <a:cubicBezTo>
                      <a:pt x="7629" y="15762"/>
                      <a:pt x="7675" y="16398"/>
                      <a:pt x="7720" y="17036"/>
                    </a:cubicBezTo>
                    <a:cubicBezTo>
                      <a:pt x="7723" y="17076"/>
                      <a:pt x="7725" y="17118"/>
                      <a:pt x="7734" y="17157"/>
                    </a:cubicBezTo>
                    <a:cubicBezTo>
                      <a:pt x="7764" y="17283"/>
                      <a:pt x="7711" y="17355"/>
                      <a:pt x="7602" y="17420"/>
                    </a:cubicBezTo>
                    <a:cubicBezTo>
                      <a:pt x="7276" y="17609"/>
                      <a:pt x="6928" y="17738"/>
                      <a:pt x="6562" y="17830"/>
                    </a:cubicBezTo>
                    <a:cubicBezTo>
                      <a:pt x="5956" y="17980"/>
                      <a:pt x="5362" y="18182"/>
                      <a:pt x="4736" y="18248"/>
                    </a:cubicBezTo>
                    <a:cubicBezTo>
                      <a:pt x="4408" y="18284"/>
                      <a:pt x="4079" y="18311"/>
                      <a:pt x="3751" y="18311"/>
                    </a:cubicBezTo>
                    <a:cubicBezTo>
                      <a:pt x="3544" y="18311"/>
                      <a:pt x="3336" y="18300"/>
                      <a:pt x="3129" y="18274"/>
                    </a:cubicBezTo>
                    <a:cubicBezTo>
                      <a:pt x="2691" y="18215"/>
                      <a:pt x="2287" y="18062"/>
                      <a:pt x="1938" y="17779"/>
                    </a:cubicBezTo>
                    <a:cubicBezTo>
                      <a:pt x="1870" y="17723"/>
                      <a:pt x="1861" y="17657"/>
                      <a:pt x="1857" y="17581"/>
                    </a:cubicBezTo>
                    <a:cubicBezTo>
                      <a:pt x="1828" y="16983"/>
                      <a:pt x="1806" y="16385"/>
                      <a:pt x="1768" y="15788"/>
                    </a:cubicBezTo>
                    <a:cubicBezTo>
                      <a:pt x="1728" y="15123"/>
                      <a:pt x="1674" y="14460"/>
                      <a:pt x="1626" y="13795"/>
                    </a:cubicBezTo>
                    <a:cubicBezTo>
                      <a:pt x="1623" y="13754"/>
                      <a:pt x="1626" y="13714"/>
                      <a:pt x="1626" y="13640"/>
                    </a:cubicBezTo>
                    <a:cubicBezTo>
                      <a:pt x="1804" y="13742"/>
                      <a:pt x="1969" y="13834"/>
                      <a:pt x="2131" y="13930"/>
                    </a:cubicBezTo>
                    <a:cubicBezTo>
                      <a:pt x="2481" y="14137"/>
                      <a:pt x="2826" y="14353"/>
                      <a:pt x="3210" y="14500"/>
                    </a:cubicBezTo>
                    <a:cubicBezTo>
                      <a:pt x="3612" y="14653"/>
                      <a:pt x="4025" y="14760"/>
                      <a:pt x="4444" y="14851"/>
                    </a:cubicBezTo>
                    <a:cubicBezTo>
                      <a:pt x="4460" y="14855"/>
                      <a:pt x="4477" y="14857"/>
                      <a:pt x="4493" y="14857"/>
                    </a:cubicBezTo>
                    <a:cubicBezTo>
                      <a:pt x="4540" y="14857"/>
                      <a:pt x="4582" y="14839"/>
                      <a:pt x="4585" y="14781"/>
                    </a:cubicBezTo>
                    <a:cubicBezTo>
                      <a:pt x="4588" y="14733"/>
                      <a:pt x="4546" y="14653"/>
                      <a:pt x="4507" y="14640"/>
                    </a:cubicBezTo>
                    <a:cubicBezTo>
                      <a:pt x="4360" y="14590"/>
                      <a:pt x="4203" y="14566"/>
                      <a:pt x="4053" y="14523"/>
                    </a:cubicBezTo>
                    <a:cubicBezTo>
                      <a:pt x="3767" y="14440"/>
                      <a:pt x="3480" y="14358"/>
                      <a:pt x="3197" y="14263"/>
                    </a:cubicBezTo>
                    <a:cubicBezTo>
                      <a:pt x="2793" y="14125"/>
                      <a:pt x="2446" y="13885"/>
                      <a:pt x="2103" y="13640"/>
                    </a:cubicBezTo>
                    <a:cubicBezTo>
                      <a:pt x="1914" y="13507"/>
                      <a:pt x="1719" y="13384"/>
                      <a:pt x="1534" y="13246"/>
                    </a:cubicBezTo>
                    <a:cubicBezTo>
                      <a:pt x="1438" y="13174"/>
                      <a:pt x="1341" y="13091"/>
                      <a:pt x="1273" y="12992"/>
                    </a:cubicBezTo>
                    <a:cubicBezTo>
                      <a:pt x="1129" y="12779"/>
                      <a:pt x="999" y="12554"/>
                      <a:pt x="869" y="12331"/>
                    </a:cubicBezTo>
                    <a:cubicBezTo>
                      <a:pt x="632" y="11918"/>
                      <a:pt x="535" y="11459"/>
                      <a:pt x="451" y="10995"/>
                    </a:cubicBezTo>
                    <a:cubicBezTo>
                      <a:pt x="329" y="10320"/>
                      <a:pt x="212" y="9642"/>
                      <a:pt x="194" y="8956"/>
                    </a:cubicBezTo>
                    <a:cubicBezTo>
                      <a:pt x="176" y="8236"/>
                      <a:pt x="206" y="7516"/>
                      <a:pt x="221" y="6794"/>
                    </a:cubicBezTo>
                    <a:lnTo>
                      <a:pt x="223" y="6795"/>
                    </a:lnTo>
                    <a:cubicBezTo>
                      <a:pt x="232" y="6333"/>
                      <a:pt x="259" y="5871"/>
                      <a:pt x="269" y="5409"/>
                    </a:cubicBezTo>
                    <a:cubicBezTo>
                      <a:pt x="286" y="4614"/>
                      <a:pt x="293" y="3819"/>
                      <a:pt x="314" y="3025"/>
                    </a:cubicBezTo>
                    <a:cubicBezTo>
                      <a:pt x="322" y="2753"/>
                      <a:pt x="353" y="2482"/>
                      <a:pt x="389" y="2213"/>
                    </a:cubicBezTo>
                    <a:cubicBezTo>
                      <a:pt x="415" y="2020"/>
                      <a:pt x="548" y="1900"/>
                      <a:pt x="731" y="1849"/>
                    </a:cubicBezTo>
                    <a:cubicBezTo>
                      <a:pt x="766" y="1839"/>
                      <a:pt x="798" y="1834"/>
                      <a:pt x="829" y="1834"/>
                    </a:cubicBezTo>
                    <a:cubicBezTo>
                      <a:pt x="962" y="1834"/>
                      <a:pt x="1061" y="1918"/>
                      <a:pt x="1144" y="2038"/>
                    </a:cubicBezTo>
                    <a:cubicBezTo>
                      <a:pt x="1273" y="2222"/>
                      <a:pt x="1377" y="2416"/>
                      <a:pt x="1425" y="2642"/>
                    </a:cubicBezTo>
                    <a:cubicBezTo>
                      <a:pt x="1476" y="2887"/>
                      <a:pt x="1578" y="3122"/>
                      <a:pt x="1620" y="3367"/>
                    </a:cubicBezTo>
                    <a:cubicBezTo>
                      <a:pt x="1686" y="3748"/>
                      <a:pt x="1728" y="4134"/>
                      <a:pt x="1765" y="4519"/>
                    </a:cubicBezTo>
                    <a:cubicBezTo>
                      <a:pt x="1827" y="5140"/>
                      <a:pt x="1878" y="5763"/>
                      <a:pt x="1929" y="6386"/>
                    </a:cubicBezTo>
                    <a:cubicBezTo>
                      <a:pt x="1942" y="6534"/>
                      <a:pt x="1939" y="6684"/>
                      <a:pt x="1947" y="6834"/>
                    </a:cubicBezTo>
                    <a:cubicBezTo>
                      <a:pt x="1950" y="6897"/>
                      <a:pt x="1960" y="6962"/>
                      <a:pt x="1971" y="7049"/>
                    </a:cubicBezTo>
                    <a:cubicBezTo>
                      <a:pt x="2080" y="6977"/>
                      <a:pt x="2067" y="6891"/>
                      <a:pt x="2062" y="6816"/>
                    </a:cubicBezTo>
                    <a:cubicBezTo>
                      <a:pt x="2046" y="6539"/>
                      <a:pt x="2025" y="6261"/>
                      <a:pt x="2004" y="5984"/>
                    </a:cubicBezTo>
                    <a:cubicBezTo>
                      <a:pt x="1968" y="5510"/>
                      <a:pt x="1932" y="5035"/>
                      <a:pt x="1891" y="4561"/>
                    </a:cubicBezTo>
                    <a:cubicBezTo>
                      <a:pt x="1845" y="4027"/>
                      <a:pt x="1803" y="3494"/>
                      <a:pt x="1677" y="2968"/>
                    </a:cubicBezTo>
                    <a:cubicBezTo>
                      <a:pt x="1636" y="2800"/>
                      <a:pt x="1681" y="2606"/>
                      <a:pt x="1711" y="2426"/>
                    </a:cubicBezTo>
                    <a:cubicBezTo>
                      <a:pt x="1767" y="2086"/>
                      <a:pt x="1831" y="1745"/>
                      <a:pt x="1905" y="1407"/>
                    </a:cubicBezTo>
                    <a:cubicBezTo>
                      <a:pt x="1963" y="1136"/>
                      <a:pt x="2106" y="900"/>
                      <a:pt x="2289" y="696"/>
                    </a:cubicBezTo>
                    <a:cubicBezTo>
                      <a:pt x="2377" y="598"/>
                      <a:pt x="2499" y="551"/>
                      <a:pt x="2620" y="551"/>
                    </a:cubicBezTo>
                    <a:cubicBezTo>
                      <a:pt x="2771" y="551"/>
                      <a:pt x="2922" y="624"/>
                      <a:pt x="3005" y="765"/>
                    </a:cubicBezTo>
                    <a:cubicBezTo>
                      <a:pt x="3113" y="951"/>
                      <a:pt x="3195" y="1155"/>
                      <a:pt x="3269" y="1358"/>
                    </a:cubicBezTo>
                    <a:cubicBezTo>
                      <a:pt x="3411" y="1756"/>
                      <a:pt x="3489" y="2168"/>
                      <a:pt x="3530" y="2591"/>
                    </a:cubicBezTo>
                    <a:cubicBezTo>
                      <a:pt x="3573" y="3037"/>
                      <a:pt x="3650" y="3479"/>
                      <a:pt x="3687" y="3925"/>
                    </a:cubicBezTo>
                    <a:cubicBezTo>
                      <a:pt x="3743" y="4623"/>
                      <a:pt x="3777" y="5322"/>
                      <a:pt x="3822" y="6021"/>
                    </a:cubicBezTo>
                    <a:cubicBezTo>
                      <a:pt x="3843" y="6332"/>
                      <a:pt x="3864" y="6644"/>
                      <a:pt x="3891" y="6956"/>
                    </a:cubicBezTo>
                    <a:cubicBezTo>
                      <a:pt x="3897" y="7022"/>
                      <a:pt x="3932" y="7087"/>
                      <a:pt x="3951" y="7153"/>
                    </a:cubicBezTo>
                    <a:cubicBezTo>
                      <a:pt x="3968" y="7151"/>
                      <a:pt x="3984" y="7148"/>
                      <a:pt x="3999" y="7147"/>
                    </a:cubicBezTo>
                    <a:cubicBezTo>
                      <a:pt x="4002" y="7099"/>
                      <a:pt x="4011" y="7051"/>
                      <a:pt x="4008" y="7004"/>
                    </a:cubicBezTo>
                    <a:cubicBezTo>
                      <a:pt x="3969" y="6434"/>
                      <a:pt x="3927" y="5865"/>
                      <a:pt x="3890" y="5297"/>
                    </a:cubicBezTo>
                    <a:cubicBezTo>
                      <a:pt x="3843" y="4572"/>
                      <a:pt x="3827" y="3844"/>
                      <a:pt x="3707" y="3125"/>
                    </a:cubicBezTo>
                    <a:cubicBezTo>
                      <a:pt x="3662" y="2845"/>
                      <a:pt x="3657" y="2557"/>
                      <a:pt x="3645" y="2272"/>
                    </a:cubicBezTo>
                    <a:cubicBezTo>
                      <a:pt x="3630" y="1864"/>
                      <a:pt x="3612" y="1455"/>
                      <a:pt x="3623" y="1049"/>
                    </a:cubicBezTo>
                    <a:cubicBezTo>
                      <a:pt x="3627" y="863"/>
                      <a:pt x="3669" y="668"/>
                      <a:pt x="3741" y="497"/>
                    </a:cubicBezTo>
                    <a:cubicBezTo>
                      <a:pt x="3845" y="247"/>
                      <a:pt x="4038" y="117"/>
                      <a:pt x="4250" y="117"/>
                    </a:cubicBezTo>
                    <a:close/>
                    <a:moveTo>
                      <a:pt x="4288" y="1"/>
                    </a:moveTo>
                    <a:cubicBezTo>
                      <a:pt x="4149" y="1"/>
                      <a:pt x="4012" y="35"/>
                      <a:pt x="3875" y="90"/>
                    </a:cubicBezTo>
                    <a:cubicBezTo>
                      <a:pt x="3731" y="147"/>
                      <a:pt x="3630" y="237"/>
                      <a:pt x="3606" y="395"/>
                    </a:cubicBezTo>
                    <a:cubicBezTo>
                      <a:pt x="3566" y="656"/>
                      <a:pt x="3528" y="918"/>
                      <a:pt x="3486" y="1179"/>
                    </a:cubicBezTo>
                    <a:cubicBezTo>
                      <a:pt x="3477" y="1239"/>
                      <a:pt x="3510" y="1313"/>
                      <a:pt x="3434" y="1374"/>
                    </a:cubicBezTo>
                    <a:cubicBezTo>
                      <a:pt x="3402" y="1311"/>
                      <a:pt x="3375" y="1259"/>
                      <a:pt x="3350" y="1205"/>
                    </a:cubicBezTo>
                    <a:cubicBezTo>
                      <a:pt x="3275" y="1037"/>
                      <a:pt x="3207" y="867"/>
                      <a:pt x="3125" y="702"/>
                    </a:cubicBezTo>
                    <a:cubicBezTo>
                      <a:pt x="3021" y="494"/>
                      <a:pt x="2875" y="398"/>
                      <a:pt x="2669" y="398"/>
                    </a:cubicBezTo>
                    <a:cubicBezTo>
                      <a:pt x="2628" y="398"/>
                      <a:pt x="2584" y="402"/>
                      <a:pt x="2538" y="410"/>
                    </a:cubicBezTo>
                    <a:cubicBezTo>
                      <a:pt x="2374" y="437"/>
                      <a:pt x="2247" y="516"/>
                      <a:pt x="2143" y="641"/>
                    </a:cubicBezTo>
                    <a:cubicBezTo>
                      <a:pt x="1929" y="899"/>
                      <a:pt x="1800" y="1193"/>
                      <a:pt x="1735" y="1520"/>
                    </a:cubicBezTo>
                    <a:cubicBezTo>
                      <a:pt x="1680" y="1804"/>
                      <a:pt x="1620" y="2089"/>
                      <a:pt x="1554" y="2408"/>
                    </a:cubicBezTo>
                    <a:cubicBezTo>
                      <a:pt x="1432" y="2222"/>
                      <a:pt x="1347" y="2068"/>
                      <a:pt x="1240" y="1928"/>
                    </a:cubicBezTo>
                    <a:cubicBezTo>
                      <a:pt x="1133" y="1788"/>
                      <a:pt x="997" y="1684"/>
                      <a:pt x="828" y="1684"/>
                    </a:cubicBezTo>
                    <a:cubicBezTo>
                      <a:pt x="791" y="1684"/>
                      <a:pt x="752" y="1689"/>
                      <a:pt x="712" y="1700"/>
                    </a:cubicBezTo>
                    <a:cubicBezTo>
                      <a:pt x="490" y="1760"/>
                      <a:pt x="320" y="1915"/>
                      <a:pt x="275" y="2143"/>
                    </a:cubicBezTo>
                    <a:cubicBezTo>
                      <a:pt x="223" y="2416"/>
                      <a:pt x="196" y="2695"/>
                      <a:pt x="181" y="2972"/>
                    </a:cubicBezTo>
                    <a:cubicBezTo>
                      <a:pt x="164" y="3326"/>
                      <a:pt x="172" y="3681"/>
                      <a:pt x="170" y="4033"/>
                    </a:cubicBezTo>
                    <a:cubicBezTo>
                      <a:pt x="167" y="4326"/>
                      <a:pt x="176" y="4618"/>
                      <a:pt x="164" y="4911"/>
                    </a:cubicBezTo>
                    <a:cubicBezTo>
                      <a:pt x="125" y="5855"/>
                      <a:pt x="73" y="6800"/>
                      <a:pt x="37" y="7744"/>
                    </a:cubicBezTo>
                    <a:cubicBezTo>
                      <a:pt x="23" y="8131"/>
                      <a:pt x="1" y="8522"/>
                      <a:pt x="46" y="8905"/>
                    </a:cubicBezTo>
                    <a:cubicBezTo>
                      <a:pt x="137" y="9709"/>
                      <a:pt x="254" y="10509"/>
                      <a:pt x="394" y="11306"/>
                    </a:cubicBezTo>
                    <a:cubicBezTo>
                      <a:pt x="509" y="11960"/>
                      <a:pt x="739" y="12577"/>
                      <a:pt x="1174" y="13097"/>
                    </a:cubicBezTo>
                    <a:cubicBezTo>
                      <a:pt x="1231" y="13165"/>
                      <a:pt x="1284" y="13237"/>
                      <a:pt x="1329" y="13312"/>
                    </a:cubicBezTo>
                    <a:cubicBezTo>
                      <a:pt x="1359" y="13363"/>
                      <a:pt x="1389" y="13420"/>
                      <a:pt x="1396" y="13477"/>
                    </a:cubicBezTo>
                    <a:cubicBezTo>
                      <a:pt x="1419" y="13685"/>
                      <a:pt x="1434" y="13895"/>
                      <a:pt x="1447" y="14106"/>
                    </a:cubicBezTo>
                    <a:cubicBezTo>
                      <a:pt x="1479" y="14554"/>
                      <a:pt x="1512" y="15001"/>
                      <a:pt x="1536" y="15450"/>
                    </a:cubicBezTo>
                    <a:cubicBezTo>
                      <a:pt x="1576" y="16190"/>
                      <a:pt x="1612" y="16929"/>
                      <a:pt x="1644" y="17671"/>
                    </a:cubicBezTo>
                    <a:cubicBezTo>
                      <a:pt x="1648" y="17776"/>
                      <a:pt x="1681" y="17852"/>
                      <a:pt x="1756" y="17918"/>
                    </a:cubicBezTo>
                    <a:cubicBezTo>
                      <a:pt x="2140" y="18260"/>
                      <a:pt x="2601" y="18443"/>
                      <a:pt x="3101" y="18508"/>
                    </a:cubicBezTo>
                    <a:cubicBezTo>
                      <a:pt x="3329" y="18537"/>
                      <a:pt x="3558" y="18550"/>
                      <a:pt x="3788" y="18550"/>
                    </a:cubicBezTo>
                    <a:cubicBezTo>
                      <a:pt x="4101" y="18550"/>
                      <a:pt x="4416" y="18526"/>
                      <a:pt x="4729" y="18487"/>
                    </a:cubicBezTo>
                    <a:cubicBezTo>
                      <a:pt x="4958" y="18460"/>
                      <a:pt x="5188" y="18430"/>
                      <a:pt x="5413" y="18380"/>
                    </a:cubicBezTo>
                    <a:cubicBezTo>
                      <a:pt x="5717" y="18313"/>
                      <a:pt x="6017" y="18224"/>
                      <a:pt x="6321" y="18146"/>
                    </a:cubicBezTo>
                    <a:cubicBezTo>
                      <a:pt x="6828" y="18016"/>
                      <a:pt x="7335" y="17884"/>
                      <a:pt x="7782" y="17593"/>
                    </a:cubicBezTo>
                    <a:cubicBezTo>
                      <a:pt x="7860" y="17543"/>
                      <a:pt x="7935" y="17489"/>
                      <a:pt x="8009" y="17438"/>
                    </a:cubicBezTo>
                    <a:cubicBezTo>
                      <a:pt x="7871" y="16734"/>
                      <a:pt x="7851" y="16041"/>
                      <a:pt x="7812" y="15349"/>
                    </a:cubicBezTo>
                    <a:cubicBezTo>
                      <a:pt x="7786" y="14887"/>
                      <a:pt x="7773" y="14425"/>
                      <a:pt x="7747" y="13964"/>
                    </a:cubicBezTo>
                    <a:cubicBezTo>
                      <a:pt x="7740" y="13820"/>
                      <a:pt x="7735" y="13693"/>
                      <a:pt x="7892" y="13624"/>
                    </a:cubicBezTo>
                    <a:cubicBezTo>
                      <a:pt x="7916" y="13613"/>
                      <a:pt x="7932" y="13588"/>
                      <a:pt x="7952" y="13568"/>
                    </a:cubicBezTo>
                    <a:cubicBezTo>
                      <a:pt x="8088" y="13420"/>
                      <a:pt x="8220" y="13264"/>
                      <a:pt x="8364" y="13121"/>
                    </a:cubicBezTo>
                    <a:cubicBezTo>
                      <a:pt x="8537" y="12950"/>
                      <a:pt x="8664" y="12755"/>
                      <a:pt x="8747" y="12527"/>
                    </a:cubicBezTo>
                    <a:cubicBezTo>
                      <a:pt x="9021" y="11763"/>
                      <a:pt x="9222" y="10983"/>
                      <a:pt x="9357" y="10183"/>
                    </a:cubicBezTo>
                    <a:cubicBezTo>
                      <a:pt x="9441" y="9684"/>
                      <a:pt x="9431" y="9201"/>
                      <a:pt x="9284" y="8711"/>
                    </a:cubicBezTo>
                    <a:cubicBezTo>
                      <a:pt x="9050" y="7930"/>
                      <a:pt x="8907" y="7127"/>
                      <a:pt x="8789" y="6318"/>
                    </a:cubicBezTo>
                    <a:cubicBezTo>
                      <a:pt x="8751" y="6056"/>
                      <a:pt x="8711" y="5795"/>
                      <a:pt x="8666" y="5534"/>
                    </a:cubicBezTo>
                    <a:cubicBezTo>
                      <a:pt x="8636" y="5357"/>
                      <a:pt x="8561" y="5196"/>
                      <a:pt x="8439" y="5061"/>
                    </a:cubicBezTo>
                    <a:cubicBezTo>
                      <a:pt x="8339" y="4948"/>
                      <a:pt x="8222" y="4891"/>
                      <a:pt x="8092" y="4891"/>
                    </a:cubicBezTo>
                    <a:cubicBezTo>
                      <a:pt x="8032" y="4891"/>
                      <a:pt x="7969" y="4903"/>
                      <a:pt x="7904" y="4927"/>
                    </a:cubicBezTo>
                    <a:cubicBezTo>
                      <a:pt x="7850" y="4948"/>
                      <a:pt x="7797" y="4974"/>
                      <a:pt x="7723" y="5007"/>
                    </a:cubicBezTo>
                    <a:cubicBezTo>
                      <a:pt x="7698" y="4912"/>
                      <a:pt x="7671" y="4837"/>
                      <a:pt x="7656" y="4759"/>
                    </a:cubicBezTo>
                    <a:cubicBezTo>
                      <a:pt x="7563" y="4266"/>
                      <a:pt x="7465" y="3772"/>
                      <a:pt x="7381" y="3275"/>
                    </a:cubicBezTo>
                    <a:cubicBezTo>
                      <a:pt x="7312" y="2867"/>
                      <a:pt x="7233" y="2464"/>
                      <a:pt x="7227" y="2044"/>
                    </a:cubicBezTo>
                    <a:cubicBezTo>
                      <a:pt x="7222" y="1728"/>
                      <a:pt x="7143" y="1412"/>
                      <a:pt x="7089" y="1098"/>
                    </a:cubicBezTo>
                    <a:cubicBezTo>
                      <a:pt x="7062" y="939"/>
                      <a:pt x="6979" y="806"/>
                      <a:pt x="6849" y="707"/>
                    </a:cubicBezTo>
                    <a:cubicBezTo>
                      <a:pt x="6727" y="613"/>
                      <a:pt x="6595" y="569"/>
                      <a:pt x="6470" y="569"/>
                    </a:cubicBezTo>
                    <a:cubicBezTo>
                      <a:pt x="6234" y="569"/>
                      <a:pt x="6025" y="727"/>
                      <a:pt x="5968" y="1007"/>
                    </a:cubicBezTo>
                    <a:cubicBezTo>
                      <a:pt x="5897" y="1359"/>
                      <a:pt x="5839" y="1716"/>
                      <a:pt x="5815" y="2075"/>
                    </a:cubicBezTo>
                    <a:cubicBezTo>
                      <a:pt x="5780" y="2617"/>
                      <a:pt x="5779" y="3161"/>
                      <a:pt x="5762" y="3706"/>
                    </a:cubicBezTo>
                    <a:cubicBezTo>
                      <a:pt x="5759" y="3760"/>
                      <a:pt x="5750" y="3816"/>
                      <a:pt x="5743" y="3870"/>
                    </a:cubicBezTo>
                    <a:cubicBezTo>
                      <a:pt x="5707" y="3849"/>
                      <a:pt x="5695" y="3831"/>
                      <a:pt x="5692" y="3813"/>
                    </a:cubicBezTo>
                    <a:cubicBezTo>
                      <a:pt x="5623" y="3320"/>
                      <a:pt x="5546" y="2830"/>
                      <a:pt x="5489" y="2338"/>
                    </a:cubicBezTo>
                    <a:cubicBezTo>
                      <a:pt x="5417" y="1706"/>
                      <a:pt x="5249" y="1100"/>
                      <a:pt x="5035" y="503"/>
                    </a:cubicBezTo>
                    <a:cubicBezTo>
                      <a:pt x="4955" y="284"/>
                      <a:pt x="4802" y="141"/>
                      <a:pt x="4588" y="57"/>
                    </a:cubicBezTo>
                    <a:cubicBezTo>
                      <a:pt x="4487" y="18"/>
                      <a:pt x="4387" y="1"/>
                      <a:pt x="42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3">
                <a:extLst>
                  <a:ext uri="{FF2B5EF4-FFF2-40B4-BE49-F238E27FC236}">
                    <a16:creationId xmlns:a16="http://schemas.microsoft.com/office/drawing/2014/main" id="{F4CD1C78-F499-E877-EFBE-9912DFFFEB2B}"/>
                  </a:ext>
                </a:extLst>
              </p:cNvPr>
              <p:cNvSpPr/>
              <p:nvPr/>
            </p:nvSpPr>
            <p:spPr>
              <a:xfrm>
                <a:off x="1072850" y="1429250"/>
                <a:ext cx="119275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562" extrusionOk="0">
                    <a:moveTo>
                      <a:pt x="3029" y="1"/>
                    </a:moveTo>
                    <a:cubicBezTo>
                      <a:pt x="2596" y="1"/>
                      <a:pt x="2163" y="25"/>
                      <a:pt x="1735" y="102"/>
                    </a:cubicBezTo>
                    <a:cubicBezTo>
                      <a:pt x="1206" y="196"/>
                      <a:pt x="690" y="342"/>
                      <a:pt x="168" y="468"/>
                    </a:cubicBezTo>
                    <a:cubicBezTo>
                      <a:pt x="110" y="483"/>
                      <a:pt x="56" y="519"/>
                      <a:pt x="0" y="546"/>
                    </a:cubicBezTo>
                    <a:cubicBezTo>
                      <a:pt x="49" y="557"/>
                      <a:pt x="97" y="561"/>
                      <a:pt x="143" y="561"/>
                    </a:cubicBezTo>
                    <a:cubicBezTo>
                      <a:pt x="286" y="561"/>
                      <a:pt x="418" y="517"/>
                      <a:pt x="549" y="478"/>
                    </a:cubicBezTo>
                    <a:cubicBezTo>
                      <a:pt x="1283" y="264"/>
                      <a:pt x="2029" y="142"/>
                      <a:pt x="2795" y="120"/>
                    </a:cubicBezTo>
                    <a:cubicBezTo>
                      <a:pt x="3035" y="112"/>
                      <a:pt x="3275" y="102"/>
                      <a:pt x="3514" y="102"/>
                    </a:cubicBezTo>
                    <a:cubicBezTo>
                      <a:pt x="3864" y="102"/>
                      <a:pt x="4213" y="124"/>
                      <a:pt x="4560" y="207"/>
                    </a:cubicBezTo>
                    <a:cubicBezTo>
                      <a:pt x="4579" y="212"/>
                      <a:pt x="4599" y="213"/>
                      <a:pt x="4622" y="213"/>
                    </a:cubicBezTo>
                    <a:cubicBezTo>
                      <a:pt x="4661" y="213"/>
                      <a:pt x="4708" y="208"/>
                      <a:pt x="4770" y="208"/>
                    </a:cubicBezTo>
                    <a:cubicBezTo>
                      <a:pt x="4716" y="171"/>
                      <a:pt x="4696" y="148"/>
                      <a:pt x="4674" y="144"/>
                    </a:cubicBezTo>
                    <a:cubicBezTo>
                      <a:pt x="4392" y="99"/>
                      <a:pt x="4111" y="31"/>
                      <a:pt x="3828" y="21"/>
                    </a:cubicBezTo>
                    <a:cubicBezTo>
                      <a:pt x="3562" y="10"/>
                      <a:pt x="3295" y="1"/>
                      <a:pt x="30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3">
                <a:extLst>
                  <a:ext uri="{FF2B5EF4-FFF2-40B4-BE49-F238E27FC236}">
                    <a16:creationId xmlns:a16="http://schemas.microsoft.com/office/drawing/2014/main" id="{2A92390E-B84E-B702-7901-67846AE7FD2F}"/>
                  </a:ext>
                </a:extLst>
              </p:cNvPr>
              <p:cNvSpPr/>
              <p:nvPr/>
            </p:nvSpPr>
            <p:spPr>
              <a:xfrm>
                <a:off x="1071950" y="1456900"/>
                <a:ext cx="86625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3465" h="3829" extrusionOk="0">
                    <a:moveTo>
                      <a:pt x="113" y="1"/>
                    </a:moveTo>
                    <a:cubicBezTo>
                      <a:pt x="81" y="1"/>
                      <a:pt x="44" y="11"/>
                      <a:pt x="0" y="37"/>
                    </a:cubicBezTo>
                    <a:cubicBezTo>
                      <a:pt x="75" y="85"/>
                      <a:pt x="129" y="120"/>
                      <a:pt x="182" y="153"/>
                    </a:cubicBezTo>
                    <a:cubicBezTo>
                      <a:pt x="389" y="283"/>
                      <a:pt x="609" y="394"/>
                      <a:pt x="800" y="544"/>
                    </a:cubicBezTo>
                    <a:cubicBezTo>
                      <a:pt x="1876" y="1389"/>
                      <a:pt x="2701" y="2439"/>
                      <a:pt x="3316" y="3659"/>
                    </a:cubicBezTo>
                    <a:cubicBezTo>
                      <a:pt x="3345" y="3716"/>
                      <a:pt x="3378" y="3773"/>
                      <a:pt x="3411" y="3829"/>
                    </a:cubicBezTo>
                    <a:cubicBezTo>
                      <a:pt x="3427" y="3820"/>
                      <a:pt x="3447" y="3811"/>
                      <a:pt x="3465" y="3802"/>
                    </a:cubicBezTo>
                    <a:cubicBezTo>
                      <a:pt x="3432" y="3722"/>
                      <a:pt x="3403" y="3641"/>
                      <a:pt x="3366" y="3565"/>
                    </a:cubicBezTo>
                    <a:cubicBezTo>
                      <a:pt x="2905" y="2670"/>
                      <a:pt x="2333" y="1857"/>
                      <a:pt x="1613" y="1152"/>
                    </a:cubicBezTo>
                    <a:cubicBezTo>
                      <a:pt x="1468" y="1008"/>
                      <a:pt x="1319" y="868"/>
                      <a:pt x="1172" y="727"/>
                    </a:cubicBezTo>
                    <a:cubicBezTo>
                      <a:pt x="894" y="463"/>
                      <a:pt x="585" y="243"/>
                      <a:pt x="254" y="54"/>
                    </a:cubicBezTo>
                    <a:cubicBezTo>
                      <a:pt x="212" y="30"/>
                      <a:pt x="169" y="1"/>
                      <a:pt x="1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3">
                <a:extLst>
                  <a:ext uri="{FF2B5EF4-FFF2-40B4-BE49-F238E27FC236}">
                    <a16:creationId xmlns:a16="http://schemas.microsoft.com/office/drawing/2014/main" id="{1C3CD6EC-7E8B-25DE-265A-8C8E1E8AA99D}"/>
                  </a:ext>
                </a:extLst>
              </p:cNvPr>
              <p:cNvSpPr/>
              <p:nvPr/>
            </p:nvSpPr>
            <p:spPr>
              <a:xfrm>
                <a:off x="1171875" y="1481575"/>
                <a:ext cx="281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1915" extrusionOk="0">
                    <a:moveTo>
                      <a:pt x="1085" y="0"/>
                    </a:moveTo>
                    <a:cubicBezTo>
                      <a:pt x="1013" y="0"/>
                      <a:pt x="975" y="49"/>
                      <a:pt x="937" y="88"/>
                    </a:cubicBezTo>
                    <a:cubicBezTo>
                      <a:pt x="766" y="262"/>
                      <a:pt x="596" y="438"/>
                      <a:pt x="429" y="616"/>
                    </a:cubicBezTo>
                    <a:cubicBezTo>
                      <a:pt x="150" y="912"/>
                      <a:pt x="48" y="1281"/>
                      <a:pt x="9" y="1671"/>
                    </a:cubicBezTo>
                    <a:lnTo>
                      <a:pt x="8" y="1671"/>
                    </a:lnTo>
                    <a:cubicBezTo>
                      <a:pt x="0" y="1749"/>
                      <a:pt x="23" y="1830"/>
                      <a:pt x="32" y="1908"/>
                    </a:cubicBezTo>
                    <a:cubicBezTo>
                      <a:pt x="45" y="1911"/>
                      <a:pt x="59" y="1913"/>
                      <a:pt x="72" y="1914"/>
                    </a:cubicBezTo>
                    <a:cubicBezTo>
                      <a:pt x="87" y="1821"/>
                      <a:pt x="105" y="1730"/>
                      <a:pt x="119" y="1637"/>
                    </a:cubicBezTo>
                    <a:cubicBezTo>
                      <a:pt x="167" y="1295"/>
                      <a:pt x="276" y="978"/>
                      <a:pt x="516" y="720"/>
                    </a:cubicBezTo>
                    <a:cubicBezTo>
                      <a:pt x="683" y="541"/>
                      <a:pt x="850" y="364"/>
                      <a:pt x="1016" y="186"/>
                    </a:cubicBezTo>
                    <a:cubicBezTo>
                      <a:pt x="1064" y="135"/>
                      <a:pt x="1124" y="91"/>
                      <a:pt x="1121" y="4"/>
                    </a:cubicBezTo>
                    <a:cubicBezTo>
                      <a:pt x="1108" y="2"/>
                      <a:pt x="1096" y="0"/>
                      <a:pt x="1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3">
                <a:extLst>
                  <a:ext uri="{FF2B5EF4-FFF2-40B4-BE49-F238E27FC236}">
                    <a16:creationId xmlns:a16="http://schemas.microsoft.com/office/drawing/2014/main" id="{CE3F761D-C3E8-B763-24AC-5CF61B9B5269}"/>
                  </a:ext>
                </a:extLst>
              </p:cNvPr>
              <p:cNvSpPr/>
              <p:nvPr/>
            </p:nvSpPr>
            <p:spPr>
              <a:xfrm>
                <a:off x="1167825" y="1587750"/>
                <a:ext cx="42900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655" extrusionOk="0">
                    <a:moveTo>
                      <a:pt x="1691" y="1"/>
                    </a:moveTo>
                    <a:lnTo>
                      <a:pt x="1691" y="1"/>
                    </a:lnTo>
                    <a:cubicBezTo>
                      <a:pt x="1406" y="112"/>
                      <a:pt x="1124" y="215"/>
                      <a:pt x="846" y="331"/>
                    </a:cubicBezTo>
                    <a:cubicBezTo>
                      <a:pt x="572" y="445"/>
                      <a:pt x="264" y="469"/>
                      <a:pt x="0" y="620"/>
                    </a:cubicBezTo>
                    <a:cubicBezTo>
                      <a:pt x="31" y="642"/>
                      <a:pt x="58" y="655"/>
                      <a:pt x="83" y="655"/>
                    </a:cubicBezTo>
                    <a:cubicBezTo>
                      <a:pt x="88" y="655"/>
                      <a:pt x="93" y="654"/>
                      <a:pt x="98" y="653"/>
                    </a:cubicBezTo>
                    <a:cubicBezTo>
                      <a:pt x="621" y="560"/>
                      <a:pt x="1112" y="361"/>
                      <a:pt x="1601" y="161"/>
                    </a:cubicBezTo>
                    <a:cubicBezTo>
                      <a:pt x="1654" y="140"/>
                      <a:pt x="1715" y="110"/>
                      <a:pt x="16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3">
                <a:extLst>
                  <a:ext uri="{FF2B5EF4-FFF2-40B4-BE49-F238E27FC236}">
                    <a16:creationId xmlns:a16="http://schemas.microsoft.com/office/drawing/2014/main" id="{5C2A540B-D337-D6A9-F764-F7603AE6AEE9}"/>
                  </a:ext>
                </a:extLst>
              </p:cNvPr>
              <p:cNvSpPr/>
              <p:nvPr/>
            </p:nvSpPr>
            <p:spPr>
              <a:xfrm>
                <a:off x="1136125" y="1437050"/>
                <a:ext cx="2035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69" extrusionOk="0">
                    <a:moveTo>
                      <a:pt x="392" y="0"/>
                    </a:moveTo>
                    <a:cubicBezTo>
                      <a:pt x="238" y="0"/>
                      <a:pt x="93" y="24"/>
                      <a:pt x="0" y="69"/>
                    </a:cubicBezTo>
                    <a:lnTo>
                      <a:pt x="814" y="69"/>
                    </a:lnTo>
                    <a:cubicBezTo>
                      <a:pt x="691" y="22"/>
                      <a:pt x="538" y="0"/>
                      <a:pt x="3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499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</a:t>
            </a:r>
            <a:endParaRPr/>
          </a:p>
        </p:txBody>
      </p:sp>
      <p:sp>
        <p:nvSpPr>
          <p:cNvPr id="760" name="Google Shape;760;p49"/>
          <p:cNvSpPr txBox="1"/>
          <p:nvPr/>
        </p:nvSpPr>
        <p:spPr>
          <a:xfrm>
            <a:off x="715100" y="1442275"/>
            <a:ext cx="2253300" cy="5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Data Collection</a:t>
            </a:r>
          </a:p>
        </p:txBody>
      </p:sp>
      <p:sp>
        <p:nvSpPr>
          <p:cNvPr id="762" name="Google Shape;762;p49"/>
          <p:cNvSpPr txBox="1"/>
          <p:nvPr/>
        </p:nvSpPr>
        <p:spPr>
          <a:xfrm>
            <a:off x="3440925" y="1442275"/>
            <a:ext cx="2253300" cy="5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Data Preprocessing</a:t>
            </a:r>
            <a:endParaRPr sz="2200" b="1" dirty="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64" name="Google Shape;764;p49"/>
          <p:cNvSpPr txBox="1"/>
          <p:nvPr/>
        </p:nvSpPr>
        <p:spPr>
          <a:xfrm>
            <a:off x="6166750" y="1442275"/>
            <a:ext cx="2253300" cy="5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Model Selection</a:t>
            </a:r>
          </a:p>
        </p:txBody>
      </p:sp>
      <p:sp>
        <p:nvSpPr>
          <p:cNvPr id="766" name="Google Shape;766;p49"/>
          <p:cNvSpPr txBox="1"/>
          <p:nvPr/>
        </p:nvSpPr>
        <p:spPr>
          <a:xfrm>
            <a:off x="715100" y="3126275"/>
            <a:ext cx="2253300" cy="5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Model Architecture</a:t>
            </a:r>
          </a:p>
        </p:txBody>
      </p:sp>
      <p:sp>
        <p:nvSpPr>
          <p:cNvPr id="768" name="Google Shape;768;p49"/>
          <p:cNvSpPr txBox="1"/>
          <p:nvPr/>
        </p:nvSpPr>
        <p:spPr>
          <a:xfrm>
            <a:off x="3440925" y="3126275"/>
            <a:ext cx="2253300" cy="5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Model Training</a:t>
            </a:r>
          </a:p>
        </p:txBody>
      </p:sp>
      <p:sp>
        <p:nvSpPr>
          <p:cNvPr id="770" name="Google Shape;770;p49"/>
          <p:cNvSpPr txBox="1"/>
          <p:nvPr/>
        </p:nvSpPr>
        <p:spPr>
          <a:xfrm>
            <a:off x="6166750" y="3126275"/>
            <a:ext cx="2253300" cy="5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Model Evaluation</a:t>
            </a:r>
          </a:p>
        </p:txBody>
      </p:sp>
      <p:cxnSp>
        <p:nvCxnSpPr>
          <p:cNvPr id="772" name="Google Shape;772;p49"/>
          <p:cNvCxnSpPr>
            <a:stCxn id="760" idx="3"/>
            <a:endCxn id="762" idx="1"/>
          </p:cNvCxnSpPr>
          <p:nvPr/>
        </p:nvCxnSpPr>
        <p:spPr>
          <a:xfrm>
            <a:off x="2968400" y="1730275"/>
            <a:ext cx="472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3" name="Google Shape;773;p49"/>
          <p:cNvCxnSpPr>
            <a:stCxn id="762" idx="3"/>
            <a:endCxn id="764" idx="1"/>
          </p:cNvCxnSpPr>
          <p:nvPr/>
        </p:nvCxnSpPr>
        <p:spPr>
          <a:xfrm>
            <a:off x="5694225" y="1730275"/>
            <a:ext cx="472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4" name="Google Shape;774;p49"/>
          <p:cNvCxnSpPr>
            <a:cxnSpLocks/>
            <a:endCxn id="766" idx="0"/>
          </p:cNvCxnSpPr>
          <p:nvPr/>
        </p:nvCxnSpPr>
        <p:spPr>
          <a:xfrm rot="10800000" flipV="1">
            <a:off x="1841750" y="2705175"/>
            <a:ext cx="5451650" cy="4211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5" name="Google Shape;775;p49"/>
          <p:cNvCxnSpPr>
            <a:stCxn id="766" idx="3"/>
            <a:endCxn id="768" idx="1"/>
          </p:cNvCxnSpPr>
          <p:nvPr/>
        </p:nvCxnSpPr>
        <p:spPr>
          <a:xfrm>
            <a:off x="2968400" y="3414275"/>
            <a:ext cx="472500" cy="6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773;p49">
            <a:extLst>
              <a:ext uri="{FF2B5EF4-FFF2-40B4-BE49-F238E27FC236}">
                <a16:creationId xmlns:a16="http://schemas.microsoft.com/office/drawing/2014/main" id="{23B8C7A4-A3D2-2426-049A-D6366903980C}"/>
              </a:ext>
            </a:extLst>
          </p:cNvPr>
          <p:cNvCxnSpPr/>
          <p:nvPr/>
        </p:nvCxnSpPr>
        <p:spPr>
          <a:xfrm>
            <a:off x="5694225" y="3414275"/>
            <a:ext cx="472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883C9E-4317-8CE8-2A02-DA6761271AC0}"/>
              </a:ext>
            </a:extLst>
          </p:cNvPr>
          <p:cNvCxnSpPr>
            <a:cxnSpLocks/>
            <a:stCxn id="764" idx="2"/>
          </p:cNvCxnSpPr>
          <p:nvPr/>
        </p:nvCxnSpPr>
        <p:spPr>
          <a:xfrm>
            <a:off x="7293400" y="2018275"/>
            <a:ext cx="8850" cy="686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"/>
          <p:cNvSpPr txBox="1">
            <a:spLocks noGrp="1"/>
          </p:cNvSpPr>
          <p:nvPr>
            <p:ph type="subTitle" idx="1"/>
          </p:nvPr>
        </p:nvSpPr>
        <p:spPr>
          <a:xfrm>
            <a:off x="454538" y="901559"/>
            <a:ext cx="4498462" cy="456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- Dataset: Hand Gesture Recognition Database</a:t>
            </a:r>
          </a:p>
        </p:txBody>
      </p:sp>
      <p:sp>
        <p:nvSpPr>
          <p:cNvPr id="355" name="Google Shape;355;p36"/>
          <p:cNvSpPr txBox="1">
            <a:spLocks noGrp="1"/>
          </p:cNvSpPr>
          <p:nvPr>
            <p:ph type="subTitle" idx="2"/>
          </p:nvPr>
        </p:nvSpPr>
        <p:spPr>
          <a:xfrm>
            <a:off x="290965" y="376550"/>
            <a:ext cx="2751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Data Collection</a:t>
            </a:r>
            <a:r>
              <a:rPr lang="ar-EG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 : </a:t>
            </a:r>
            <a:endParaRPr lang="en-GB" sz="2200" b="1" dirty="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56" name="Google Shape;356;p36"/>
          <p:cNvSpPr txBox="1">
            <a:spLocks noGrp="1"/>
          </p:cNvSpPr>
          <p:nvPr>
            <p:ph type="subTitle" idx="3"/>
          </p:nvPr>
        </p:nvSpPr>
        <p:spPr>
          <a:xfrm>
            <a:off x="661054" y="1826150"/>
            <a:ext cx="4901546" cy="871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-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effectLst/>
                <a:latin typeface="Albert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Data Augmentation </a:t>
            </a:r>
            <a:endParaRPr lang="ar-EG" dirty="0">
              <a:latin typeface="Albert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- Normalize pixel values (scale 0–1)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- Simple Data </a:t>
            </a:r>
            <a:r>
              <a:rPr lang="en-GB" dirty="0">
                <a:effectLst/>
                <a:latin typeface="Albert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Visualization</a:t>
            </a:r>
            <a:endParaRPr lang="en-GB" dirty="0">
              <a:latin typeface="Albert Sans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  <p:sp>
        <p:nvSpPr>
          <p:cNvPr id="357" name="Google Shape;357;p36"/>
          <p:cNvSpPr txBox="1">
            <a:spLocks noGrp="1"/>
          </p:cNvSpPr>
          <p:nvPr>
            <p:ph type="subTitle" idx="4"/>
          </p:nvPr>
        </p:nvSpPr>
        <p:spPr>
          <a:xfrm>
            <a:off x="454538" y="1358450"/>
            <a:ext cx="2751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Data Preprocessing</a:t>
            </a:r>
          </a:p>
        </p:txBody>
      </p:sp>
      <p:sp>
        <p:nvSpPr>
          <p:cNvPr id="9" name="Google Shape;358;p36"/>
          <p:cNvSpPr/>
          <p:nvPr/>
        </p:nvSpPr>
        <p:spPr>
          <a:xfrm>
            <a:off x="7325962" y="42101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0" name="Google Shape;359;p36"/>
          <p:cNvGrpSpPr/>
          <p:nvPr/>
        </p:nvGrpSpPr>
        <p:grpSpPr>
          <a:xfrm>
            <a:off x="7424036" y="340332"/>
            <a:ext cx="791051" cy="1270463"/>
            <a:chOff x="4906831" y="2716050"/>
            <a:chExt cx="791051" cy="1270463"/>
          </a:xfrm>
        </p:grpSpPr>
        <p:sp>
          <p:nvSpPr>
            <p:cNvPr id="11" name="Google Shape;360;p36"/>
            <p:cNvSpPr/>
            <p:nvPr/>
          </p:nvSpPr>
          <p:spPr>
            <a:xfrm>
              <a:off x="4906831" y="2716050"/>
              <a:ext cx="791051" cy="1270372"/>
            </a:xfrm>
            <a:custGeom>
              <a:avLst/>
              <a:gdLst/>
              <a:ahLst/>
              <a:cxnLst/>
              <a:rect l="l" t="t" r="r" b="b"/>
              <a:pathLst>
                <a:path w="11904" h="19117" extrusionOk="0">
                  <a:moveTo>
                    <a:pt x="6558" y="1"/>
                  </a:moveTo>
                  <a:cubicBezTo>
                    <a:pt x="6353" y="1"/>
                    <a:pt x="6151" y="82"/>
                    <a:pt x="6020" y="229"/>
                  </a:cubicBezTo>
                  <a:cubicBezTo>
                    <a:pt x="5609" y="691"/>
                    <a:pt x="5393" y="1229"/>
                    <a:pt x="5477" y="1859"/>
                  </a:cubicBezTo>
                  <a:cubicBezTo>
                    <a:pt x="5534" y="2276"/>
                    <a:pt x="5594" y="2693"/>
                    <a:pt x="5657" y="3110"/>
                  </a:cubicBezTo>
                  <a:cubicBezTo>
                    <a:pt x="5758" y="3769"/>
                    <a:pt x="5891" y="4420"/>
                    <a:pt x="6059" y="5065"/>
                  </a:cubicBezTo>
                  <a:cubicBezTo>
                    <a:pt x="6139" y="5365"/>
                    <a:pt x="6191" y="5673"/>
                    <a:pt x="6254" y="5977"/>
                  </a:cubicBezTo>
                  <a:cubicBezTo>
                    <a:pt x="6128" y="5901"/>
                    <a:pt x="6110" y="5779"/>
                    <a:pt x="6080" y="5665"/>
                  </a:cubicBezTo>
                  <a:cubicBezTo>
                    <a:pt x="6026" y="5455"/>
                    <a:pt x="5986" y="5239"/>
                    <a:pt x="5924" y="5032"/>
                  </a:cubicBezTo>
                  <a:cubicBezTo>
                    <a:pt x="5654" y="4141"/>
                    <a:pt x="5369" y="3256"/>
                    <a:pt x="5107" y="2363"/>
                  </a:cubicBezTo>
                  <a:cubicBezTo>
                    <a:pt x="4949" y="1826"/>
                    <a:pt x="4695" y="1343"/>
                    <a:pt x="4380" y="888"/>
                  </a:cubicBezTo>
                  <a:cubicBezTo>
                    <a:pt x="4254" y="705"/>
                    <a:pt x="4089" y="564"/>
                    <a:pt x="3893" y="465"/>
                  </a:cubicBezTo>
                  <a:cubicBezTo>
                    <a:pt x="3771" y="403"/>
                    <a:pt x="3651" y="373"/>
                    <a:pt x="3534" y="373"/>
                  </a:cubicBezTo>
                  <a:cubicBezTo>
                    <a:pt x="3374" y="373"/>
                    <a:pt x="3219" y="430"/>
                    <a:pt x="3072" y="547"/>
                  </a:cubicBezTo>
                  <a:cubicBezTo>
                    <a:pt x="2791" y="770"/>
                    <a:pt x="2689" y="1076"/>
                    <a:pt x="2706" y="1413"/>
                  </a:cubicBezTo>
                  <a:cubicBezTo>
                    <a:pt x="2746" y="2235"/>
                    <a:pt x="2968" y="3019"/>
                    <a:pt x="3263" y="3784"/>
                  </a:cubicBezTo>
                  <a:cubicBezTo>
                    <a:pt x="3546" y="4527"/>
                    <a:pt x="3830" y="5271"/>
                    <a:pt x="4110" y="6014"/>
                  </a:cubicBezTo>
                  <a:cubicBezTo>
                    <a:pt x="4140" y="6093"/>
                    <a:pt x="4160" y="6177"/>
                    <a:pt x="4185" y="6258"/>
                  </a:cubicBezTo>
                  <a:cubicBezTo>
                    <a:pt x="4170" y="6266"/>
                    <a:pt x="4155" y="6275"/>
                    <a:pt x="4140" y="6282"/>
                  </a:cubicBezTo>
                  <a:cubicBezTo>
                    <a:pt x="4095" y="6219"/>
                    <a:pt x="4044" y="6159"/>
                    <a:pt x="4007" y="6093"/>
                  </a:cubicBezTo>
                  <a:cubicBezTo>
                    <a:pt x="3798" y="5725"/>
                    <a:pt x="3599" y="5355"/>
                    <a:pt x="3386" y="4992"/>
                  </a:cubicBezTo>
                  <a:cubicBezTo>
                    <a:pt x="3125" y="4546"/>
                    <a:pt x="2860" y="4102"/>
                    <a:pt x="2584" y="3665"/>
                  </a:cubicBezTo>
                  <a:cubicBezTo>
                    <a:pt x="2364" y="3319"/>
                    <a:pt x="2073" y="3031"/>
                    <a:pt x="1767" y="2759"/>
                  </a:cubicBezTo>
                  <a:cubicBezTo>
                    <a:pt x="1491" y="2516"/>
                    <a:pt x="1163" y="2394"/>
                    <a:pt x="797" y="2378"/>
                  </a:cubicBezTo>
                  <a:cubicBezTo>
                    <a:pt x="778" y="2377"/>
                    <a:pt x="758" y="2376"/>
                    <a:pt x="739" y="2376"/>
                  </a:cubicBezTo>
                  <a:cubicBezTo>
                    <a:pt x="447" y="2376"/>
                    <a:pt x="218" y="2496"/>
                    <a:pt x="83" y="2780"/>
                  </a:cubicBezTo>
                  <a:cubicBezTo>
                    <a:pt x="64" y="2819"/>
                    <a:pt x="28" y="2852"/>
                    <a:pt x="1" y="2890"/>
                  </a:cubicBezTo>
                  <a:lnTo>
                    <a:pt x="1" y="3134"/>
                  </a:lnTo>
                  <a:cubicBezTo>
                    <a:pt x="37" y="3199"/>
                    <a:pt x="83" y="3259"/>
                    <a:pt x="109" y="3328"/>
                  </a:cubicBezTo>
                  <a:cubicBezTo>
                    <a:pt x="274" y="3754"/>
                    <a:pt x="485" y="4156"/>
                    <a:pt x="709" y="4554"/>
                  </a:cubicBezTo>
                  <a:cubicBezTo>
                    <a:pt x="1132" y="5305"/>
                    <a:pt x="1531" y="6072"/>
                    <a:pt x="1966" y="6816"/>
                  </a:cubicBezTo>
                  <a:lnTo>
                    <a:pt x="1966" y="6818"/>
                  </a:lnTo>
                  <a:cubicBezTo>
                    <a:pt x="2445" y="7638"/>
                    <a:pt x="2622" y="8540"/>
                    <a:pt x="2736" y="9460"/>
                  </a:cubicBezTo>
                  <a:cubicBezTo>
                    <a:pt x="2796" y="9960"/>
                    <a:pt x="2814" y="10464"/>
                    <a:pt x="2850" y="10965"/>
                  </a:cubicBezTo>
                  <a:cubicBezTo>
                    <a:pt x="2910" y="11813"/>
                    <a:pt x="3116" y="12614"/>
                    <a:pt x="3587" y="13333"/>
                  </a:cubicBezTo>
                  <a:cubicBezTo>
                    <a:pt x="3654" y="13435"/>
                    <a:pt x="3710" y="13546"/>
                    <a:pt x="3777" y="13648"/>
                  </a:cubicBezTo>
                  <a:cubicBezTo>
                    <a:pt x="3846" y="13754"/>
                    <a:pt x="3924" y="13855"/>
                    <a:pt x="3999" y="13961"/>
                  </a:cubicBezTo>
                  <a:cubicBezTo>
                    <a:pt x="3999" y="14434"/>
                    <a:pt x="3998" y="14917"/>
                    <a:pt x="3999" y="15400"/>
                  </a:cubicBezTo>
                  <a:cubicBezTo>
                    <a:pt x="4002" y="16330"/>
                    <a:pt x="3974" y="17262"/>
                    <a:pt x="4038" y="18192"/>
                  </a:cubicBezTo>
                  <a:cubicBezTo>
                    <a:pt x="4041" y="18233"/>
                    <a:pt x="4047" y="18278"/>
                    <a:pt x="4032" y="18313"/>
                  </a:cubicBezTo>
                  <a:cubicBezTo>
                    <a:pt x="4001" y="18392"/>
                    <a:pt x="4037" y="18446"/>
                    <a:pt x="4086" y="18494"/>
                  </a:cubicBezTo>
                  <a:cubicBezTo>
                    <a:pt x="4140" y="18545"/>
                    <a:pt x="4200" y="18592"/>
                    <a:pt x="4260" y="18635"/>
                  </a:cubicBezTo>
                  <a:cubicBezTo>
                    <a:pt x="4554" y="18850"/>
                    <a:pt x="4892" y="18940"/>
                    <a:pt x="5246" y="18995"/>
                  </a:cubicBezTo>
                  <a:cubicBezTo>
                    <a:pt x="5716" y="19071"/>
                    <a:pt x="6186" y="19117"/>
                    <a:pt x="6656" y="19117"/>
                  </a:cubicBezTo>
                  <a:cubicBezTo>
                    <a:pt x="7045" y="19117"/>
                    <a:pt x="7434" y="19085"/>
                    <a:pt x="7822" y="19013"/>
                  </a:cubicBezTo>
                  <a:cubicBezTo>
                    <a:pt x="8157" y="18952"/>
                    <a:pt x="8487" y="18871"/>
                    <a:pt x="8817" y="18793"/>
                  </a:cubicBezTo>
                  <a:cubicBezTo>
                    <a:pt x="8930" y="18766"/>
                    <a:pt x="9036" y="18721"/>
                    <a:pt x="9146" y="18685"/>
                  </a:cubicBezTo>
                  <a:cubicBezTo>
                    <a:pt x="9245" y="18652"/>
                    <a:pt x="9311" y="18592"/>
                    <a:pt x="9323" y="18484"/>
                  </a:cubicBezTo>
                  <a:cubicBezTo>
                    <a:pt x="9342" y="18322"/>
                    <a:pt x="9369" y="18161"/>
                    <a:pt x="9377" y="17997"/>
                  </a:cubicBezTo>
                  <a:cubicBezTo>
                    <a:pt x="9392" y="17720"/>
                    <a:pt x="9390" y="17441"/>
                    <a:pt x="9402" y="17162"/>
                  </a:cubicBezTo>
                  <a:cubicBezTo>
                    <a:pt x="9422" y="16707"/>
                    <a:pt x="9455" y="16252"/>
                    <a:pt x="9464" y="15798"/>
                  </a:cubicBezTo>
                  <a:cubicBezTo>
                    <a:pt x="9476" y="15247"/>
                    <a:pt x="9467" y="14698"/>
                    <a:pt x="9467" y="14141"/>
                  </a:cubicBezTo>
                  <a:cubicBezTo>
                    <a:pt x="9617" y="14032"/>
                    <a:pt x="9771" y="13921"/>
                    <a:pt x="9923" y="13807"/>
                  </a:cubicBezTo>
                  <a:cubicBezTo>
                    <a:pt x="10240" y="13570"/>
                    <a:pt x="10486" y="13268"/>
                    <a:pt x="10640" y="12908"/>
                  </a:cubicBezTo>
                  <a:cubicBezTo>
                    <a:pt x="10795" y="12548"/>
                    <a:pt x="10967" y="12206"/>
                    <a:pt x="11255" y="11933"/>
                  </a:cubicBezTo>
                  <a:cubicBezTo>
                    <a:pt x="11279" y="11909"/>
                    <a:pt x="11296" y="11877"/>
                    <a:pt x="11317" y="11850"/>
                  </a:cubicBezTo>
                  <a:cubicBezTo>
                    <a:pt x="11630" y="11439"/>
                    <a:pt x="11745" y="10945"/>
                    <a:pt x="11877" y="10461"/>
                  </a:cubicBezTo>
                  <a:cubicBezTo>
                    <a:pt x="11904" y="10360"/>
                    <a:pt x="11902" y="10242"/>
                    <a:pt x="11883" y="10137"/>
                  </a:cubicBezTo>
                  <a:cubicBezTo>
                    <a:pt x="11799" y="9693"/>
                    <a:pt x="11620" y="9283"/>
                    <a:pt x="11407" y="8887"/>
                  </a:cubicBezTo>
                  <a:cubicBezTo>
                    <a:pt x="11383" y="8840"/>
                    <a:pt x="11336" y="8804"/>
                    <a:pt x="11297" y="8765"/>
                  </a:cubicBezTo>
                  <a:cubicBezTo>
                    <a:pt x="11236" y="8702"/>
                    <a:pt x="11168" y="8644"/>
                    <a:pt x="11114" y="8576"/>
                  </a:cubicBezTo>
                  <a:cubicBezTo>
                    <a:pt x="11083" y="8537"/>
                    <a:pt x="11060" y="8480"/>
                    <a:pt x="11060" y="8431"/>
                  </a:cubicBezTo>
                  <a:cubicBezTo>
                    <a:pt x="11060" y="8200"/>
                    <a:pt x="11062" y="7969"/>
                    <a:pt x="11078" y="7737"/>
                  </a:cubicBezTo>
                  <a:cubicBezTo>
                    <a:pt x="11134" y="6941"/>
                    <a:pt x="11095" y="6150"/>
                    <a:pt x="10951" y="5362"/>
                  </a:cubicBezTo>
                  <a:cubicBezTo>
                    <a:pt x="10801" y="4531"/>
                    <a:pt x="10216" y="4052"/>
                    <a:pt x="9437" y="3922"/>
                  </a:cubicBezTo>
                  <a:cubicBezTo>
                    <a:pt x="9352" y="3908"/>
                    <a:pt x="9268" y="3899"/>
                    <a:pt x="9186" y="3899"/>
                  </a:cubicBezTo>
                  <a:cubicBezTo>
                    <a:pt x="8926" y="3899"/>
                    <a:pt x="8685" y="3983"/>
                    <a:pt x="8492" y="4214"/>
                  </a:cubicBezTo>
                  <a:cubicBezTo>
                    <a:pt x="8363" y="4369"/>
                    <a:pt x="8268" y="4537"/>
                    <a:pt x="8208" y="4728"/>
                  </a:cubicBezTo>
                  <a:cubicBezTo>
                    <a:pt x="8169" y="4852"/>
                    <a:pt x="8121" y="4974"/>
                    <a:pt x="8076" y="5097"/>
                  </a:cubicBezTo>
                  <a:cubicBezTo>
                    <a:pt x="8026" y="5032"/>
                    <a:pt x="8010" y="4974"/>
                    <a:pt x="8001" y="4915"/>
                  </a:cubicBezTo>
                  <a:cubicBezTo>
                    <a:pt x="7966" y="4653"/>
                    <a:pt x="7936" y="4389"/>
                    <a:pt x="7899" y="4126"/>
                  </a:cubicBezTo>
                  <a:cubicBezTo>
                    <a:pt x="7785" y="3332"/>
                    <a:pt x="7668" y="2540"/>
                    <a:pt x="7549" y="1746"/>
                  </a:cubicBezTo>
                  <a:cubicBezTo>
                    <a:pt x="7483" y="1302"/>
                    <a:pt x="7392" y="864"/>
                    <a:pt x="7219" y="445"/>
                  </a:cubicBezTo>
                  <a:cubicBezTo>
                    <a:pt x="7092" y="137"/>
                    <a:pt x="6822" y="1"/>
                    <a:pt x="6558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361;p36"/>
            <p:cNvGrpSpPr/>
            <p:nvPr/>
          </p:nvGrpSpPr>
          <p:grpSpPr>
            <a:xfrm>
              <a:off x="4906875" y="2716140"/>
              <a:ext cx="790984" cy="1270372"/>
              <a:chOff x="238125" y="1917900"/>
              <a:chExt cx="297575" cy="477925"/>
            </a:xfrm>
          </p:grpSpPr>
          <p:sp>
            <p:nvSpPr>
              <p:cNvPr id="13" name="Google Shape;362;p36"/>
              <p:cNvSpPr/>
              <p:nvPr/>
            </p:nvSpPr>
            <p:spPr>
              <a:xfrm>
                <a:off x="238825" y="1921250"/>
                <a:ext cx="294100" cy="470800"/>
              </a:xfrm>
              <a:custGeom>
                <a:avLst/>
                <a:gdLst/>
                <a:ahLst/>
                <a:cxnLst/>
                <a:rect l="l" t="t" r="r" b="b"/>
                <a:pathLst>
                  <a:path w="11764" h="18832" extrusionOk="0">
                    <a:moveTo>
                      <a:pt x="6830" y="14340"/>
                    </a:moveTo>
                    <a:cubicBezTo>
                      <a:pt x="6830" y="14390"/>
                      <a:pt x="6841" y="14430"/>
                      <a:pt x="6829" y="14436"/>
                    </a:cubicBezTo>
                    <a:cubicBezTo>
                      <a:pt x="6776" y="14469"/>
                      <a:pt x="6723" y="14481"/>
                      <a:pt x="6667" y="14481"/>
                    </a:cubicBezTo>
                    <a:cubicBezTo>
                      <a:pt x="6598" y="14481"/>
                      <a:pt x="6525" y="14464"/>
                      <a:pt x="6440" y="14442"/>
                    </a:cubicBezTo>
                    <a:cubicBezTo>
                      <a:pt x="6515" y="14360"/>
                      <a:pt x="6590" y="14350"/>
                      <a:pt x="6664" y="14350"/>
                    </a:cubicBezTo>
                    <a:cubicBezTo>
                      <a:pt x="6687" y="14350"/>
                      <a:pt x="6710" y="14351"/>
                      <a:pt x="6733" y="14351"/>
                    </a:cubicBezTo>
                    <a:cubicBezTo>
                      <a:pt x="6766" y="14351"/>
                      <a:pt x="6798" y="14349"/>
                      <a:pt x="6830" y="14340"/>
                    </a:cubicBezTo>
                    <a:close/>
                    <a:moveTo>
                      <a:pt x="6602" y="1"/>
                    </a:moveTo>
                    <a:cubicBezTo>
                      <a:pt x="6571" y="1"/>
                      <a:pt x="6539" y="3"/>
                      <a:pt x="6505" y="7"/>
                    </a:cubicBezTo>
                    <a:cubicBezTo>
                      <a:pt x="6253" y="35"/>
                      <a:pt x="6053" y="149"/>
                      <a:pt x="5926" y="374"/>
                    </a:cubicBezTo>
                    <a:cubicBezTo>
                      <a:pt x="5879" y="457"/>
                      <a:pt x="5836" y="542"/>
                      <a:pt x="5785" y="622"/>
                    </a:cubicBezTo>
                    <a:cubicBezTo>
                      <a:pt x="5552" y="988"/>
                      <a:pt x="5519" y="1386"/>
                      <a:pt x="5584" y="1801"/>
                    </a:cubicBezTo>
                    <a:cubicBezTo>
                      <a:pt x="5620" y="2035"/>
                      <a:pt x="5659" y="2271"/>
                      <a:pt x="5689" y="2507"/>
                    </a:cubicBezTo>
                    <a:cubicBezTo>
                      <a:pt x="5771" y="3174"/>
                      <a:pt x="5885" y="3834"/>
                      <a:pt x="6044" y="4489"/>
                    </a:cubicBezTo>
                    <a:cubicBezTo>
                      <a:pt x="6145" y="4898"/>
                      <a:pt x="6238" y="5309"/>
                      <a:pt x="6314" y="5722"/>
                    </a:cubicBezTo>
                    <a:cubicBezTo>
                      <a:pt x="6355" y="5941"/>
                      <a:pt x="6356" y="6168"/>
                      <a:pt x="6371" y="6391"/>
                    </a:cubicBezTo>
                    <a:cubicBezTo>
                      <a:pt x="6376" y="6446"/>
                      <a:pt x="6376" y="6510"/>
                      <a:pt x="6294" y="6510"/>
                    </a:cubicBezTo>
                    <a:cubicBezTo>
                      <a:pt x="6288" y="6510"/>
                      <a:pt x="6283" y="6510"/>
                      <a:pt x="6277" y="6510"/>
                    </a:cubicBezTo>
                    <a:cubicBezTo>
                      <a:pt x="6254" y="6412"/>
                      <a:pt x="6244" y="6312"/>
                      <a:pt x="6209" y="6219"/>
                    </a:cubicBezTo>
                    <a:cubicBezTo>
                      <a:pt x="6172" y="6118"/>
                      <a:pt x="6109" y="6027"/>
                      <a:pt x="6065" y="5928"/>
                    </a:cubicBezTo>
                    <a:cubicBezTo>
                      <a:pt x="6035" y="5858"/>
                      <a:pt x="6017" y="5785"/>
                      <a:pt x="5996" y="5714"/>
                    </a:cubicBezTo>
                    <a:cubicBezTo>
                      <a:pt x="5635" y="4496"/>
                      <a:pt x="5276" y="3278"/>
                      <a:pt x="4908" y="2062"/>
                    </a:cubicBezTo>
                    <a:cubicBezTo>
                      <a:pt x="4772" y="1609"/>
                      <a:pt x="4523" y="1209"/>
                      <a:pt x="4257" y="822"/>
                    </a:cubicBezTo>
                    <a:cubicBezTo>
                      <a:pt x="4133" y="640"/>
                      <a:pt x="3968" y="497"/>
                      <a:pt x="3759" y="415"/>
                    </a:cubicBezTo>
                    <a:cubicBezTo>
                      <a:pt x="3672" y="381"/>
                      <a:pt x="3584" y="364"/>
                      <a:pt x="3499" y="364"/>
                    </a:cubicBezTo>
                    <a:cubicBezTo>
                      <a:pt x="3325" y="364"/>
                      <a:pt x="3162" y="435"/>
                      <a:pt x="3031" y="575"/>
                    </a:cubicBezTo>
                    <a:cubicBezTo>
                      <a:pt x="2850" y="771"/>
                      <a:pt x="2778" y="1005"/>
                      <a:pt x="2799" y="1269"/>
                    </a:cubicBezTo>
                    <a:cubicBezTo>
                      <a:pt x="2809" y="1405"/>
                      <a:pt x="2817" y="1542"/>
                      <a:pt x="2836" y="1675"/>
                    </a:cubicBezTo>
                    <a:cubicBezTo>
                      <a:pt x="2877" y="1936"/>
                      <a:pt x="2911" y="2199"/>
                      <a:pt x="2974" y="2456"/>
                    </a:cubicBezTo>
                    <a:cubicBezTo>
                      <a:pt x="3141" y="3116"/>
                      <a:pt x="3397" y="3746"/>
                      <a:pt x="3639" y="4381"/>
                    </a:cubicBezTo>
                    <a:cubicBezTo>
                      <a:pt x="3852" y="4939"/>
                      <a:pt x="4065" y="5497"/>
                      <a:pt x="4254" y="6064"/>
                    </a:cubicBezTo>
                    <a:cubicBezTo>
                      <a:pt x="4356" y="6369"/>
                      <a:pt x="4439" y="6675"/>
                      <a:pt x="4682" y="6904"/>
                    </a:cubicBezTo>
                    <a:cubicBezTo>
                      <a:pt x="4713" y="6934"/>
                      <a:pt x="4725" y="6985"/>
                      <a:pt x="4746" y="7027"/>
                    </a:cubicBezTo>
                    <a:cubicBezTo>
                      <a:pt x="4688" y="7027"/>
                      <a:pt x="4658" y="7014"/>
                      <a:pt x="4637" y="6990"/>
                    </a:cubicBezTo>
                    <a:cubicBezTo>
                      <a:pt x="4364" y="6687"/>
                      <a:pt x="4088" y="6385"/>
                      <a:pt x="3882" y="6030"/>
                    </a:cubicBezTo>
                    <a:cubicBezTo>
                      <a:pt x="3450" y="5284"/>
                      <a:pt x="3019" y="4535"/>
                      <a:pt x="2580" y="3792"/>
                    </a:cubicBezTo>
                    <a:cubicBezTo>
                      <a:pt x="2307" y="3330"/>
                      <a:pt x="1947" y="2942"/>
                      <a:pt x="1517" y="2622"/>
                    </a:cubicBezTo>
                    <a:cubicBezTo>
                      <a:pt x="1287" y="2450"/>
                      <a:pt x="1026" y="2374"/>
                      <a:pt x="745" y="2374"/>
                    </a:cubicBezTo>
                    <a:cubicBezTo>
                      <a:pt x="708" y="2374"/>
                      <a:pt x="670" y="2375"/>
                      <a:pt x="632" y="2378"/>
                    </a:cubicBezTo>
                    <a:cubicBezTo>
                      <a:pt x="338" y="2397"/>
                      <a:pt x="1" y="2693"/>
                      <a:pt x="175" y="3092"/>
                    </a:cubicBezTo>
                    <a:cubicBezTo>
                      <a:pt x="314" y="3410"/>
                      <a:pt x="443" y="3732"/>
                      <a:pt x="613" y="4034"/>
                    </a:cubicBezTo>
                    <a:cubicBezTo>
                      <a:pt x="1126" y="4946"/>
                      <a:pt x="1664" y="5843"/>
                      <a:pt x="2127" y="6784"/>
                    </a:cubicBezTo>
                    <a:cubicBezTo>
                      <a:pt x="2172" y="6876"/>
                      <a:pt x="2218" y="6966"/>
                      <a:pt x="2266" y="7056"/>
                    </a:cubicBezTo>
                    <a:lnTo>
                      <a:pt x="2268" y="7056"/>
                    </a:lnTo>
                    <a:cubicBezTo>
                      <a:pt x="2289" y="7096"/>
                      <a:pt x="2314" y="7156"/>
                      <a:pt x="2349" y="7167"/>
                    </a:cubicBezTo>
                    <a:cubicBezTo>
                      <a:pt x="2478" y="7201"/>
                      <a:pt x="2487" y="7303"/>
                      <a:pt x="2505" y="7402"/>
                    </a:cubicBezTo>
                    <a:cubicBezTo>
                      <a:pt x="2571" y="7769"/>
                      <a:pt x="2638" y="8136"/>
                      <a:pt x="2700" y="8505"/>
                    </a:cubicBezTo>
                    <a:cubicBezTo>
                      <a:pt x="2760" y="8867"/>
                      <a:pt x="2829" y="9227"/>
                      <a:pt x="2863" y="9590"/>
                    </a:cubicBezTo>
                    <a:cubicBezTo>
                      <a:pt x="2910" y="10051"/>
                      <a:pt x="2914" y="10513"/>
                      <a:pt x="2956" y="10973"/>
                    </a:cubicBezTo>
                    <a:cubicBezTo>
                      <a:pt x="3037" y="11877"/>
                      <a:pt x="3312" y="12715"/>
                      <a:pt x="3870" y="13443"/>
                    </a:cubicBezTo>
                    <a:cubicBezTo>
                      <a:pt x="3977" y="13581"/>
                      <a:pt x="4101" y="13721"/>
                      <a:pt x="4248" y="13808"/>
                    </a:cubicBezTo>
                    <a:cubicBezTo>
                      <a:pt x="4629" y="14031"/>
                      <a:pt x="5030" y="14219"/>
                      <a:pt x="5482" y="14265"/>
                    </a:cubicBezTo>
                    <a:cubicBezTo>
                      <a:pt x="5576" y="14274"/>
                      <a:pt x="5669" y="14292"/>
                      <a:pt x="5762" y="14312"/>
                    </a:cubicBezTo>
                    <a:cubicBezTo>
                      <a:pt x="5794" y="14319"/>
                      <a:pt x="5824" y="14345"/>
                      <a:pt x="5854" y="14361"/>
                    </a:cubicBezTo>
                    <a:cubicBezTo>
                      <a:pt x="5848" y="14378"/>
                      <a:pt x="5842" y="14393"/>
                      <a:pt x="5836" y="14409"/>
                    </a:cubicBezTo>
                    <a:cubicBezTo>
                      <a:pt x="5225" y="14409"/>
                      <a:pt x="4670" y="14192"/>
                      <a:pt x="4118" y="13902"/>
                    </a:cubicBezTo>
                    <a:cubicBezTo>
                      <a:pt x="4115" y="13967"/>
                      <a:pt x="4112" y="14000"/>
                      <a:pt x="4112" y="14033"/>
                    </a:cubicBezTo>
                    <a:cubicBezTo>
                      <a:pt x="4115" y="14884"/>
                      <a:pt x="4115" y="15733"/>
                      <a:pt x="4124" y="16584"/>
                    </a:cubicBezTo>
                    <a:cubicBezTo>
                      <a:pt x="4128" y="17079"/>
                      <a:pt x="4160" y="17575"/>
                      <a:pt x="4157" y="18070"/>
                    </a:cubicBezTo>
                    <a:cubicBezTo>
                      <a:pt x="4155" y="18252"/>
                      <a:pt x="4229" y="18348"/>
                      <a:pt x="4373" y="18420"/>
                    </a:cubicBezTo>
                    <a:cubicBezTo>
                      <a:pt x="4428" y="18447"/>
                      <a:pt x="4479" y="18479"/>
                      <a:pt x="4533" y="18507"/>
                    </a:cubicBezTo>
                    <a:cubicBezTo>
                      <a:pt x="4854" y="18675"/>
                      <a:pt x="5210" y="18708"/>
                      <a:pt x="5558" y="18761"/>
                    </a:cubicBezTo>
                    <a:cubicBezTo>
                      <a:pt x="5881" y="18809"/>
                      <a:pt x="6203" y="18831"/>
                      <a:pt x="6522" y="18831"/>
                    </a:cubicBezTo>
                    <a:cubicBezTo>
                      <a:pt x="7319" y="18831"/>
                      <a:pt x="8105" y="18692"/>
                      <a:pt x="8882" y="18464"/>
                    </a:cubicBezTo>
                    <a:cubicBezTo>
                      <a:pt x="9143" y="18387"/>
                      <a:pt x="9176" y="18338"/>
                      <a:pt x="9194" y="18061"/>
                    </a:cubicBezTo>
                    <a:cubicBezTo>
                      <a:pt x="9194" y="18048"/>
                      <a:pt x="9194" y="18034"/>
                      <a:pt x="9194" y="18021"/>
                    </a:cubicBezTo>
                    <a:cubicBezTo>
                      <a:pt x="9225" y="17320"/>
                      <a:pt x="9266" y="16621"/>
                      <a:pt x="9285" y="15922"/>
                    </a:cubicBezTo>
                    <a:cubicBezTo>
                      <a:pt x="9300" y="15344"/>
                      <a:pt x="9293" y="14765"/>
                      <a:pt x="9293" y="14187"/>
                    </a:cubicBezTo>
                    <a:cubicBezTo>
                      <a:pt x="9293" y="14157"/>
                      <a:pt x="9281" y="14129"/>
                      <a:pt x="9270" y="14085"/>
                    </a:cubicBezTo>
                    <a:cubicBezTo>
                      <a:pt x="9206" y="14115"/>
                      <a:pt x="9153" y="14132"/>
                      <a:pt x="9108" y="14160"/>
                    </a:cubicBezTo>
                    <a:cubicBezTo>
                      <a:pt x="8727" y="14397"/>
                      <a:pt x="8287" y="14427"/>
                      <a:pt x="7864" y="14517"/>
                    </a:cubicBezTo>
                    <a:cubicBezTo>
                      <a:pt x="7844" y="14522"/>
                      <a:pt x="7825" y="14524"/>
                      <a:pt x="7807" y="14524"/>
                    </a:cubicBezTo>
                    <a:cubicBezTo>
                      <a:pt x="7739" y="14524"/>
                      <a:pt x="7688" y="14490"/>
                      <a:pt x="7666" y="14399"/>
                    </a:cubicBezTo>
                    <a:cubicBezTo>
                      <a:pt x="7887" y="14355"/>
                      <a:pt x="8097" y="14292"/>
                      <a:pt x="8310" y="14276"/>
                    </a:cubicBezTo>
                    <a:cubicBezTo>
                      <a:pt x="8533" y="14258"/>
                      <a:pt x="8739" y="14198"/>
                      <a:pt x="8930" y="14091"/>
                    </a:cubicBezTo>
                    <a:cubicBezTo>
                      <a:pt x="9231" y="13922"/>
                      <a:pt x="9542" y="13760"/>
                      <a:pt x="9816" y="13553"/>
                    </a:cubicBezTo>
                    <a:cubicBezTo>
                      <a:pt x="10110" y="13332"/>
                      <a:pt x="10359" y="13052"/>
                      <a:pt x="10487" y="12697"/>
                    </a:cubicBezTo>
                    <a:cubicBezTo>
                      <a:pt x="10616" y="12346"/>
                      <a:pt x="10810" y="12040"/>
                      <a:pt x="11065" y="11770"/>
                    </a:cubicBezTo>
                    <a:cubicBezTo>
                      <a:pt x="11225" y="11601"/>
                      <a:pt x="11350" y="11406"/>
                      <a:pt x="11431" y="11187"/>
                    </a:cubicBezTo>
                    <a:cubicBezTo>
                      <a:pt x="11516" y="10957"/>
                      <a:pt x="11596" y="10726"/>
                      <a:pt x="11675" y="10495"/>
                    </a:cubicBezTo>
                    <a:cubicBezTo>
                      <a:pt x="11753" y="10270"/>
                      <a:pt x="11764" y="10040"/>
                      <a:pt x="11683" y="9815"/>
                    </a:cubicBezTo>
                    <a:cubicBezTo>
                      <a:pt x="11599" y="9578"/>
                      <a:pt x="11522" y="9336"/>
                      <a:pt x="11408" y="9114"/>
                    </a:cubicBezTo>
                    <a:cubicBezTo>
                      <a:pt x="11138" y="8586"/>
                      <a:pt x="10735" y="8222"/>
                      <a:pt x="10116" y="8148"/>
                    </a:cubicBezTo>
                    <a:cubicBezTo>
                      <a:pt x="10092" y="8145"/>
                      <a:pt x="10068" y="8129"/>
                      <a:pt x="10046" y="8115"/>
                    </a:cubicBezTo>
                    <a:cubicBezTo>
                      <a:pt x="9716" y="7926"/>
                      <a:pt x="9393" y="7725"/>
                      <a:pt x="9056" y="7551"/>
                    </a:cubicBezTo>
                    <a:cubicBezTo>
                      <a:pt x="8913" y="7478"/>
                      <a:pt x="8816" y="7426"/>
                      <a:pt x="8741" y="7426"/>
                    </a:cubicBezTo>
                    <a:cubicBezTo>
                      <a:pt x="8635" y="7426"/>
                      <a:pt x="8574" y="7530"/>
                      <a:pt x="8496" y="7826"/>
                    </a:cubicBezTo>
                    <a:cubicBezTo>
                      <a:pt x="8434" y="8057"/>
                      <a:pt x="8482" y="8288"/>
                      <a:pt x="8512" y="8514"/>
                    </a:cubicBezTo>
                    <a:cubicBezTo>
                      <a:pt x="8572" y="8939"/>
                      <a:pt x="8717" y="9336"/>
                      <a:pt x="9062" y="9620"/>
                    </a:cubicBezTo>
                    <a:cubicBezTo>
                      <a:pt x="9302" y="9818"/>
                      <a:pt x="9552" y="10006"/>
                      <a:pt x="9809" y="10183"/>
                    </a:cubicBezTo>
                    <a:cubicBezTo>
                      <a:pt x="9993" y="10310"/>
                      <a:pt x="10196" y="10409"/>
                      <a:pt x="10388" y="10525"/>
                    </a:cubicBezTo>
                    <a:cubicBezTo>
                      <a:pt x="10466" y="10573"/>
                      <a:pt x="10538" y="10631"/>
                      <a:pt x="10613" y="10684"/>
                    </a:cubicBezTo>
                    <a:cubicBezTo>
                      <a:pt x="10598" y="10686"/>
                      <a:pt x="10583" y="10687"/>
                      <a:pt x="10568" y="10687"/>
                    </a:cubicBezTo>
                    <a:cubicBezTo>
                      <a:pt x="10378" y="10687"/>
                      <a:pt x="10245" y="10537"/>
                      <a:pt x="10047" y="10537"/>
                    </a:cubicBezTo>
                    <a:cubicBezTo>
                      <a:pt x="10046" y="10537"/>
                      <a:pt x="10045" y="10537"/>
                      <a:pt x="10044" y="10537"/>
                    </a:cubicBezTo>
                    <a:cubicBezTo>
                      <a:pt x="10224" y="10723"/>
                      <a:pt x="10405" y="10907"/>
                      <a:pt x="10583" y="11092"/>
                    </a:cubicBezTo>
                    <a:cubicBezTo>
                      <a:pt x="10578" y="11092"/>
                      <a:pt x="10572" y="11092"/>
                      <a:pt x="10567" y="11092"/>
                    </a:cubicBezTo>
                    <a:cubicBezTo>
                      <a:pt x="10364" y="11092"/>
                      <a:pt x="10309" y="10872"/>
                      <a:pt x="10139" y="10823"/>
                    </a:cubicBezTo>
                    <a:cubicBezTo>
                      <a:pt x="10107" y="10886"/>
                      <a:pt x="10077" y="10943"/>
                      <a:pt x="10026" y="11041"/>
                    </a:cubicBezTo>
                    <a:cubicBezTo>
                      <a:pt x="10013" y="10957"/>
                      <a:pt x="10010" y="10921"/>
                      <a:pt x="10001" y="10885"/>
                    </a:cubicBezTo>
                    <a:cubicBezTo>
                      <a:pt x="9923" y="10582"/>
                      <a:pt x="9789" y="10321"/>
                      <a:pt x="9512" y="10139"/>
                    </a:cubicBezTo>
                    <a:cubicBezTo>
                      <a:pt x="9303" y="10003"/>
                      <a:pt x="9120" y="9826"/>
                      <a:pt x="8924" y="9668"/>
                    </a:cubicBezTo>
                    <a:cubicBezTo>
                      <a:pt x="8867" y="9623"/>
                      <a:pt x="8807" y="9565"/>
                      <a:pt x="8739" y="9550"/>
                    </a:cubicBezTo>
                    <a:cubicBezTo>
                      <a:pt x="8439" y="9484"/>
                      <a:pt x="8278" y="9276"/>
                      <a:pt x="8175" y="9012"/>
                    </a:cubicBezTo>
                    <a:cubicBezTo>
                      <a:pt x="8122" y="8874"/>
                      <a:pt x="8083" y="8729"/>
                      <a:pt x="8055" y="8582"/>
                    </a:cubicBezTo>
                    <a:cubicBezTo>
                      <a:pt x="7875" y="7709"/>
                      <a:pt x="7914" y="6825"/>
                      <a:pt x="7951" y="5941"/>
                    </a:cubicBezTo>
                    <a:cubicBezTo>
                      <a:pt x="7959" y="5744"/>
                      <a:pt x="8005" y="5537"/>
                      <a:pt x="7959" y="5354"/>
                    </a:cubicBezTo>
                    <a:cubicBezTo>
                      <a:pt x="7795" y="4720"/>
                      <a:pt x="7774" y="4064"/>
                      <a:pt x="7657" y="3423"/>
                    </a:cubicBezTo>
                    <a:cubicBezTo>
                      <a:pt x="7522" y="2682"/>
                      <a:pt x="7443" y="1932"/>
                      <a:pt x="7309" y="1191"/>
                    </a:cubicBezTo>
                    <a:cubicBezTo>
                      <a:pt x="7254" y="880"/>
                      <a:pt x="7138" y="575"/>
                      <a:pt x="7018" y="283"/>
                    </a:cubicBezTo>
                    <a:cubicBezTo>
                      <a:pt x="6936" y="82"/>
                      <a:pt x="6799" y="1"/>
                      <a:pt x="6602" y="1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363;p36"/>
              <p:cNvSpPr/>
              <p:nvPr/>
            </p:nvSpPr>
            <p:spPr>
              <a:xfrm>
                <a:off x="439350" y="2018600"/>
                <a:ext cx="74125" cy="137000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5480" extrusionOk="0">
                    <a:moveTo>
                      <a:pt x="1161" y="0"/>
                    </a:moveTo>
                    <a:cubicBezTo>
                      <a:pt x="809" y="0"/>
                      <a:pt x="541" y="178"/>
                      <a:pt x="374" y="520"/>
                    </a:cubicBezTo>
                    <a:cubicBezTo>
                      <a:pt x="340" y="592"/>
                      <a:pt x="313" y="670"/>
                      <a:pt x="286" y="748"/>
                    </a:cubicBezTo>
                    <a:cubicBezTo>
                      <a:pt x="178" y="1063"/>
                      <a:pt x="116" y="1388"/>
                      <a:pt x="94" y="1723"/>
                    </a:cubicBezTo>
                    <a:cubicBezTo>
                      <a:pt x="65" y="2149"/>
                      <a:pt x="1" y="2577"/>
                      <a:pt x="7" y="3001"/>
                    </a:cubicBezTo>
                    <a:cubicBezTo>
                      <a:pt x="14" y="3516"/>
                      <a:pt x="61" y="4032"/>
                      <a:pt x="124" y="4544"/>
                    </a:cubicBezTo>
                    <a:cubicBezTo>
                      <a:pt x="152" y="4773"/>
                      <a:pt x="253" y="4998"/>
                      <a:pt x="338" y="5219"/>
                    </a:cubicBezTo>
                    <a:cubicBezTo>
                      <a:pt x="385" y="5336"/>
                      <a:pt x="481" y="5423"/>
                      <a:pt x="639" y="5480"/>
                    </a:cubicBezTo>
                    <a:cubicBezTo>
                      <a:pt x="604" y="5394"/>
                      <a:pt x="584" y="5339"/>
                      <a:pt x="559" y="5286"/>
                    </a:cubicBezTo>
                    <a:cubicBezTo>
                      <a:pt x="365" y="4892"/>
                      <a:pt x="286" y="4476"/>
                      <a:pt x="329" y="4041"/>
                    </a:cubicBezTo>
                    <a:cubicBezTo>
                      <a:pt x="344" y="3888"/>
                      <a:pt x="376" y="3729"/>
                      <a:pt x="440" y="3591"/>
                    </a:cubicBezTo>
                    <a:cubicBezTo>
                      <a:pt x="503" y="3457"/>
                      <a:pt x="582" y="3394"/>
                      <a:pt x="685" y="3394"/>
                    </a:cubicBezTo>
                    <a:cubicBezTo>
                      <a:pt x="740" y="3394"/>
                      <a:pt x="802" y="3412"/>
                      <a:pt x="873" y="3447"/>
                    </a:cubicBezTo>
                    <a:cubicBezTo>
                      <a:pt x="1098" y="3556"/>
                      <a:pt x="1317" y="3681"/>
                      <a:pt x="1537" y="3801"/>
                    </a:cubicBezTo>
                    <a:cubicBezTo>
                      <a:pt x="1690" y="3885"/>
                      <a:pt x="1831" y="3996"/>
                      <a:pt x="2052" y="4026"/>
                    </a:cubicBezTo>
                    <a:cubicBezTo>
                      <a:pt x="2073" y="3915"/>
                      <a:pt x="2103" y="3818"/>
                      <a:pt x="2106" y="3718"/>
                    </a:cubicBezTo>
                    <a:cubicBezTo>
                      <a:pt x="2131" y="3019"/>
                      <a:pt x="2167" y="2320"/>
                      <a:pt x="1987" y="1631"/>
                    </a:cubicBezTo>
                    <a:cubicBezTo>
                      <a:pt x="1975" y="1588"/>
                      <a:pt x="1990" y="1537"/>
                      <a:pt x="1992" y="1489"/>
                    </a:cubicBezTo>
                    <a:cubicBezTo>
                      <a:pt x="2011" y="1486"/>
                      <a:pt x="2029" y="1484"/>
                      <a:pt x="2047" y="1483"/>
                    </a:cubicBezTo>
                    <a:cubicBezTo>
                      <a:pt x="2100" y="1690"/>
                      <a:pt x="2152" y="1897"/>
                      <a:pt x="2212" y="2136"/>
                    </a:cubicBezTo>
                    <a:cubicBezTo>
                      <a:pt x="2248" y="2035"/>
                      <a:pt x="2271" y="1972"/>
                      <a:pt x="2293" y="1907"/>
                    </a:cubicBezTo>
                    <a:cubicBezTo>
                      <a:pt x="2326" y="2056"/>
                      <a:pt x="2338" y="2200"/>
                      <a:pt x="2311" y="2337"/>
                    </a:cubicBezTo>
                    <a:cubicBezTo>
                      <a:pt x="2229" y="2746"/>
                      <a:pt x="2235" y="3160"/>
                      <a:pt x="2229" y="3574"/>
                    </a:cubicBezTo>
                    <a:cubicBezTo>
                      <a:pt x="2226" y="3741"/>
                      <a:pt x="2206" y="3909"/>
                      <a:pt x="2193" y="4076"/>
                    </a:cubicBezTo>
                    <a:cubicBezTo>
                      <a:pt x="2426" y="4185"/>
                      <a:pt x="2643" y="4289"/>
                      <a:pt x="2882" y="4388"/>
                    </a:cubicBezTo>
                    <a:cubicBezTo>
                      <a:pt x="2898" y="4241"/>
                      <a:pt x="2921" y="4127"/>
                      <a:pt x="2924" y="4013"/>
                    </a:cubicBezTo>
                    <a:cubicBezTo>
                      <a:pt x="2931" y="3360"/>
                      <a:pt x="2964" y="2707"/>
                      <a:pt x="2885" y="2058"/>
                    </a:cubicBezTo>
                    <a:cubicBezTo>
                      <a:pt x="2846" y="1741"/>
                      <a:pt x="2787" y="1427"/>
                      <a:pt x="2714" y="1118"/>
                    </a:cubicBezTo>
                    <a:cubicBezTo>
                      <a:pt x="2658" y="877"/>
                      <a:pt x="2525" y="667"/>
                      <a:pt x="2340" y="497"/>
                    </a:cubicBezTo>
                    <a:cubicBezTo>
                      <a:pt x="2052" y="235"/>
                      <a:pt x="1713" y="68"/>
                      <a:pt x="1324" y="12"/>
                    </a:cubicBezTo>
                    <a:cubicBezTo>
                      <a:pt x="1268" y="4"/>
                      <a:pt x="1213" y="0"/>
                      <a:pt x="1161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364;p36"/>
              <p:cNvSpPr/>
              <p:nvPr/>
            </p:nvSpPr>
            <p:spPr>
              <a:xfrm>
                <a:off x="238125" y="1917900"/>
                <a:ext cx="297575" cy="477925"/>
              </a:xfrm>
              <a:custGeom>
                <a:avLst/>
                <a:gdLst/>
                <a:ahLst/>
                <a:cxnLst/>
                <a:rect l="l" t="t" r="r" b="b"/>
                <a:pathLst>
                  <a:path w="11903" h="19117" extrusionOk="0">
                    <a:moveTo>
                      <a:pt x="9211" y="4028"/>
                    </a:moveTo>
                    <a:cubicBezTo>
                      <a:pt x="9263" y="4028"/>
                      <a:pt x="9318" y="4032"/>
                      <a:pt x="9375" y="4040"/>
                    </a:cubicBezTo>
                    <a:cubicBezTo>
                      <a:pt x="9762" y="4096"/>
                      <a:pt x="10101" y="4263"/>
                      <a:pt x="10389" y="4525"/>
                    </a:cubicBezTo>
                    <a:cubicBezTo>
                      <a:pt x="10574" y="4695"/>
                      <a:pt x="10707" y="4905"/>
                      <a:pt x="10764" y="5146"/>
                    </a:cubicBezTo>
                    <a:cubicBezTo>
                      <a:pt x="10836" y="5455"/>
                      <a:pt x="10895" y="5769"/>
                      <a:pt x="10934" y="6084"/>
                    </a:cubicBezTo>
                    <a:cubicBezTo>
                      <a:pt x="11013" y="6734"/>
                      <a:pt x="10980" y="7388"/>
                      <a:pt x="10973" y="8039"/>
                    </a:cubicBezTo>
                    <a:cubicBezTo>
                      <a:pt x="10971" y="8153"/>
                      <a:pt x="10949" y="8269"/>
                      <a:pt x="10931" y="8416"/>
                    </a:cubicBezTo>
                    <a:cubicBezTo>
                      <a:pt x="10692" y="8317"/>
                      <a:pt x="10475" y="8213"/>
                      <a:pt x="10242" y="8104"/>
                    </a:cubicBezTo>
                    <a:cubicBezTo>
                      <a:pt x="10255" y="7937"/>
                      <a:pt x="10276" y="7769"/>
                      <a:pt x="10278" y="7602"/>
                    </a:cubicBezTo>
                    <a:cubicBezTo>
                      <a:pt x="10284" y="7188"/>
                      <a:pt x="10279" y="6774"/>
                      <a:pt x="10360" y="6363"/>
                    </a:cubicBezTo>
                    <a:cubicBezTo>
                      <a:pt x="10387" y="6228"/>
                      <a:pt x="10377" y="6084"/>
                      <a:pt x="10344" y="5935"/>
                    </a:cubicBezTo>
                    <a:cubicBezTo>
                      <a:pt x="10321" y="6000"/>
                      <a:pt x="10297" y="6063"/>
                      <a:pt x="10261" y="6164"/>
                    </a:cubicBezTo>
                    <a:cubicBezTo>
                      <a:pt x="10201" y="5925"/>
                      <a:pt x="10149" y="5718"/>
                      <a:pt x="10096" y="5511"/>
                    </a:cubicBezTo>
                    <a:cubicBezTo>
                      <a:pt x="10078" y="5512"/>
                      <a:pt x="10060" y="5514"/>
                      <a:pt x="10042" y="5517"/>
                    </a:cubicBezTo>
                    <a:cubicBezTo>
                      <a:pt x="10039" y="5565"/>
                      <a:pt x="10026" y="5614"/>
                      <a:pt x="10036" y="5659"/>
                    </a:cubicBezTo>
                    <a:cubicBezTo>
                      <a:pt x="10216" y="6347"/>
                      <a:pt x="10180" y="7047"/>
                      <a:pt x="10155" y="7746"/>
                    </a:cubicBezTo>
                    <a:cubicBezTo>
                      <a:pt x="10152" y="7846"/>
                      <a:pt x="10122" y="7942"/>
                      <a:pt x="10101" y="8053"/>
                    </a:cubicBezTo>
                    <a:cubicBezTo>
                      <a:pt x="9882" y="8024"/>
                      <a:pt x="9739" y="7913"/>
                      <a:pt x="9586" y="7829"/>
                    </a:cubicBezTo>
                    <a:cubicBezTo>
                      <a:pt x="9366" y="7709"/>
                      <a:pt x="9147" y="7584"/>
                      <a:pt x="8922" y="7475"/>
                    </a:cubicBezTo>
                    <a:cubicBezTo>
                      <a:pt x="8852" y="7440"/>
                      <a:pt x="8790" y="7422"/>
                      <a:pt x="8735" y="7422"/>
                    </a:cubicBezTo>
                    <a:cubicBezTo>
                      <a:pt x="8632" y="7422"/>
                      <a:pt x="8553" y="7485"/>
                      <a:pt x="8489" y="7619"/>
                    </a:cubicBezTo>
                    <a:cubicBezTo>
                      <a:pt x="8425" y="7757"/>
                      <a:pt x="8393" y="7916"/>
                      <a:pt x="8378" y="8069"/>
                    </a:cubicBezTo>
                    <a:cubicBezTo>
                      <a:pt x="8336" y="8503"/>
                      <a:pt x="8414" y="8920"/>
                      <a:pt x="8608" y="9314"/>
                    </a:cubicBezTo>
                    <a:cubicBezTo>
                      <a:pt x="8633" y="9367"/>
                      <a:pt x="8653" y="9422"/>
                      <a:pt x="8688" y="9508"/>
                    </a:cubicBezTo>
                    <a:cubicBezTo>
                      <a:pt x="8530" y="9451"/>
                      <a:pt x="8434" y="9364"/>
                      <a:pt x="8387" y="9245"/>
                    </a:cubicBezTo>
                    <a:cubicBezTo>
                      <a:pt x="8302" y="9026"/>
                      <a:pt x="8201" y="8801"/>
                      <a:pt x="8173" y="8572"/>
                    </a:cubicBezTo>
                    <a:cubicBezTo>
                      <a:pt x="8110" y="8060"/>
                      <a:pt x="8063" y="7544"/>
                      <a:pt x="8056" y="7029"/>
                    </a:cubicBezTo>
                    <a:cubicBezTo>
                      <a:pt x="8051" y="6605"/>
                      <a:pt x="8116" y="6177"/>
                      <a:pt x="8143" y="5751"/>
                    </a:cubicBezTo>
                    <a:cubicBezTo>
                      <a:pt x="8165" y="5416"/>
                      <a:pt x="8227" y="5091"/>
                      <a:pt x="8336" y="4776"/>
                    </a:cubicBezTo>
                    <a:cubicBezTo>
                      <a:pt x="8363" y="4698"/>
                      <a:pt x="8389" y="4620"/>
                      <a:pt x="8425" y="4548"/>
                    </a:cubicBezTo>
                    <a:cubicBezTo>
                      <a:pt x="8592" y="4206"/>
                      <a:pt x="8859" y="4028"/>
                      <a:pt x="9211" y="4028"/>
                    </a:cubicBezTo>
                    <a:close/>
                    <a:moveTo>
                      <a:pt x="6632" y="135"/>
                    </a:moveTo>
                    <a:cubicBezTo>
                      <a:pt x="6828" y="135"/>
                      <a:pt x="6965" y="215"/>
                      <a:pt x="7046" y="415"/>
                    </a:cubicBezTo>
                    <a:cubicBezTo>
                      <a:pt x="7166" y="709"/>
                      <a:pt x="7283" y="1014"/>
                      <a:pt x="7339" y="1325"/>
                    </a:cubicBezTo>
                    <a:cubicBezTo>
                      <a:pt x="7472" y="2066"/>
                      <a:pt x="7552" y="2816"/>
                      <a:pt x="7687" y="3557"/>
                    </a:cubicBezTo>
                    <a:cubicBezTo>
                      <a:pt x="7804" y="4198"/>
                      <a:pt x="7823" y="4852"/>
                      <a:pt x="7987" y="5488"/>
                    </a:cubicBezTo>
                    <a:cubicBezTo>
                      <a:pt x="8033" y="5671"/>
                      <a:pt x="7987" y="5878"/>
                      <a:pt x="7979" y="6075"/>
                    </a:cubicBezTo>
                    <a:cubicBezTo>
                      <a:pt x="7943" y="6959"/>
                      <a:pt x="7904" y="7841"/>
                      <a:pt x="8083" y="8716"/>
                    </a:cubicBezTo>
                    <a:cubicBezTo>
                      <a:pt x="8113" y="8863"/>
                      <a:pt x="8150" y="9008"/>
                      <a:pt x="8204" y="9146"/>
                    </a:cubicBezTo>
                    <a:cubicBezTo>
                      <a:pt x="8306" y="9410"/>
                      <a:pt x="8467" y="9618"/>
                      <a:pt x="8769" y="9684"/>
                    </a:cubicBezTo>
                    <a:cubicBezTo>
                      <a:pt x="8835" y="9699"/>
                      <a:pt x="8895" y="9757"/>
                      <a:pt x="8952" y="9802"/>
                    </a:cubicBezTo>
                    <a:cubicBezTo>
                      <a:pt x="9148" y="9960"/>
                      <a:pt x="9331" y="10137"/>
                      <a:pt x="9540" y="10273"/>
                    </a:cubicBezTo>
                    <a:cubicBezTo>
                      <a:pt x="9817" y="10455"/>
                      <a:pt x="9951" y="10714"/>
                      <a:pt x="10030" y="11019"/>
                    </a:cubicBezTo>
                    <a:cubicBezTo>
                      <a:pt x="10039" y="11055"/>
                      <a:pt x="10042" y="11091"/>
                      <a:pt x="10054" y="11175"/>
                    </a:cubicBezTo>
                    <a:cubicBezTo>
                      <a:pt x="10107" y="11076"/>
                      <a:pt x="10135" y="11020"/>
                      <a:pt x="10168" y="10957"/>
                    </a:cubicBezTo>
                    <a:cubicBezTo>
                      <a:pt x="10337" y="11006"/>
                      <a:pt x="10392" y="11226"/>
                      <a:pt x="10595" y="11226"/>
                    </a:cubicBezTo>
                    <a:cubicBezTo>
                      <a:pt x="10600" y="11226"/>
                      <a:pt x="10606" y="11226"/>
                      <a:pt x="10611" y="11226"/>
                    </a:cubicBezTo>
                    <a:cubicBezTo>
                      <a:pt x="10433" y="11041"/>
                      <a:pt x="10252" y="10855"/>
                      <a:pt x="10074" y="10671"/>
                    </a:cubicBezTo>
                    <a:cubicBezTo>
                      <a:pt x="10075" y="10671"/>
                      <a:pt x="10076" y="10671"/>
                      <a:pt x="10077" y="10671"/>
                    </a:cubicBezTo>
                    <a:cubicBezTo>
                      <a:pt x="10274" y="10671"/>
                      <a:pt x="10408" y="10820"/>
                      <a:pt x="10598" y="10820"/>
                    </a:cubicBezTo>
                    <a:cubicBezTo>
                      <a:pt x="10612" y="10820"/>
                      <a:pt x="10626" y="10820"/>
                      <a:pt x="10641" y="10818"/>
                    </a:cubicBezTo>
                    <a:cubicBezTo>
                      <a:pt x="10568" y="10765"/>
                      <a:pt x="10496" y="10707"/>
                      <a:pt x="10416" y="10659"/>
                    </a:cubicBezTo>
                    <a:cubicBezTo>
                      <a:pt x="10225" y="10543"/>
                      <a:pt x="10021" y="10444"/>
                      <a:pt x="9838" y="10317"/>
                    </a:cubicBezTo>
                    <a:cubicBezTo>
                      <a:pt x="9580" y="10140"/>
                      <a:pt x="9330" y="9952"/>
                      <a:pt x="9090" y="9754"/>
                    </a:cubicBezTo>
                    <a:cubicBezTo>
                      <a:pt x="8745" y="9470"/>
                      <a:pt x="8600" y="9073"/>
                      <a:pt x="8542" y="8647"/>
                    </a:cubicBezTo>
                    <a:cubicBezTo>
                      <a:pt x="8510" y="8422"/>
                      <a:pt x="8464" y="8191"/>
                      <a:pt x="8524" y="7960"/>
                    </a:cubicBezTo>
                    <a:cubicBezTo>
                      <a:pt x="8602" y="7664"/>
                      <a:pt x="8663" y="7560"/>
                      <a:pt x="8769" y="7560"/>
                    </a:cubicBezTo>
                    <a:cubicBezTo>
                      <a:pt x="8844" y="7560"/>
                      <a:pt x="8941" y="7612"/>
                      <a:pt x="9084" y="7685"/>
                    </a:cubicBezTo>
                    <a:cubicBezTo>
                      <a:pt x="9421" y="7859"/>
                      <a:pt x="9745" y="8060"/>
                      <a:pt x="10075" y="8249"/>
                    </a:cubicBezTo>
                    <a:cubicBezTo>
                      <a:pt x="10098" y="8263"/>
                      <a:pt x="10120" y="8279"/>
                      <a:pt x="10146" y="8282"/>
                    </a:cubicBezTo>
                    <a:cubicBezTo>
                      <a:pt x="10763" y="8356"/>
                      <a:pt x="11166" y="8720"/>
                      <a:pt x="11436" y="9248"/>
                    </a:cubicBezTo>
                    <a:cubicBezTo>
                      <a:pt x="11550" y="9470"/>
                      <a:pt x="11627" y="9712"/>
                      <a:pt x="11712" y="9949"/>
                    </a:cubicBezTo>
                    <a:cubicBezTo>
                      <a:pt x="11792" y="10174"/>
                      <a:pt x="11781" y="10404"/>
                      <a:pt x="11705" y="10629"/>
                    </a:cubicBezTo>
                    <a:cubicBezTo>
                      <a:pt x="11625" y="10860"/>
                      <a:pt x="11544" y="11091"/>
                      <a:pt x="11459" y="11321"/>
                    </a:cubicBezTo>
                    <a:cubicBezTo>
                      <a:pt x="11378" y="11540"/>
                      <a:pt x="11255" y="11735"/>
                      <a:pt x="11093" y="11904"/>
                    </a:cubicBezTo>
                    <a:cubicBezTo>
                      <a:pt x="10838" y="12174"/>
                      <a:pt x="10644" y="12480"/>
                      <a:pt x="10517" y="12831"/>
                    </a:cubicBezTo>
                    <a:cubicBezTo>
                      <a:pt x="10387" y="13186"/>
                      <a:pt x="10138" y="13466"/>
                      <a:pt x="9846" y="13687"/>
                    </a:cubicBezTo>
                    <a:cubicBezTo>
                      <a:pt x="9570" y="13894"/>
                      <a:pt x="9259" y="14056"/>
                      <a:pt x="8958" y="14225"/>
                    </a:cubicBezTo>
                    <a:cubicBezTo>
                      <a:pt x="8767" y="14332"/>
                      <a:pt x="8563" y="14392"/>
                      <a:pt x="8338" y="14410"/>
                    </a:cubicBezTo>
                    <a:cubicBezTo>
                      <a:pt x="8125" y="14426"/>
                      <a:pt x="7915" y="14489"/>
                      <a:pt x="7694" y="14533"/>
                    </a:cubicBezTo>
                    <a:cubicBezTo>
                      <a:pt x="7716" y="14624"/>
                      <a:pt x="7767" y="14658"/>
                      <a:pt x="7835" y="14658"/>
                    </a:cubicBezTo>
                    <a:cubicBezTo>
                      <a:pt x="7853" y="14658"/>
                      <a:pt x="7872" y="14656"/>
                      <a:pt x="7892" y="14651"/>
                    </a:cubicBezTo>
                    <a:cubicBezTo>
                      <a:pt x="8315" y="14561"/>
                      <a:pt x="8757" y="14531"/>
                      <a:pt x="9138" y="14294"/>
                    </a:cubicBezTo>
                    <a:cubicBezTo>
                      <a:pt x="9181" y="14266"/>
                      <a:pt x="9234" y="14249"/>
                      <a:pt x="9298" y="14219"/>
                    </a:cubicBezTo>
                    <a:cubicBezTo>
                      <a:pt x="9309" y="14261"/>
                      <a:pt x="9321" y="14291"/>
                      <a:pt x="9321" y="14321"/>
                    </a:cubicBezTo>
                    <a:cubicBezTo>
                      <a:pt x="9321" y="14899"/>
                      <a:pt x="9328" y="15478"/>
                      <a:pt x="9313" y="16056"/>
                    </a:cubicBezTo>
                    <a:cubicBezTo>
                      <a:pt x="9294" y="16755"/>
                      <a:pt x="9255" y="17454"/>
                      <a:pt x="9223" y="18155"/>
                    </a:cubicBezTo>
                    <a:cubicBezTo>
                      <a:pt x="9223" y="18168"/>
                      <a:pt x="9223" y="18182"/>
                      <a:pt x="9222" y="18195"/>
                    </a:cubicBezTo>
                    <a:cubicBezTo>
                      <a:pt x="9205" y="18472"/>
                      <a:pt x="9172" y="18521"/>
                      <a:pt x="8911" y="18598"/>
                    </a:cubicBezTo>
                    <a:cubicBezTo>
                      <a:pt x="8133" y="18826"/>
                      <a:pt x="7348" y="18965"/>
                      <a:pt x="6551" y="18965"/>
                    </a:cubicBezTo>
                    <a:cubicBezTo>
                      <a:pt x="6231" y="18965"/>
                      <a:pt x="5910" y="18943"/>
                      <a:pt x="5586" y="18895"/>
                    </a:cubicBezTo>
                    <a:cubicBezTo>
                      <a:pt x="5238" y="18842"/>
                      <a:pt x="4882" y="18809"/>
                      <a:pt x="4561" y="18641"/>
                    </a:cubicBezTo>
                    <a:cubicBezTo>
                      <a:pt x="4509" y="18613"/>
                      <a:pt x="4456" y="18581"/>
                      <a:pt x="4401" y="18554"/>
                    </a:cubicBezTo>
                    <a:cubicBezTo>
                      <a:pt x="4257" y="18482"/>
                      <a:pt x="4183" y="18386"/>
                      <a:pt x="4185" y="18204"/>
                    </a:cubicBezTo>
                    <a:cubicBezTo>
                      <a:pt x="4189" y="17709"/>
                      <a:pt x="4158" y="17213"/>
                      <a:pt x="4152" y="16718"/>
                    </a:cubicBezTo>
                    <a:cubicBezTo>
                      <a:pt x="4143" y="15867"/>
                      <a:pt x="4143" y="15016"/>
                      <a:pt x="4140" y="14167"/>
                    </a:cubicBezTo>
                    <a:cubicBezTo>
                      <a:pt x="4140" y="14134"/>
                      <a:pt x="4143" y="14101"/>
                      <a:pt x="4147" y="14036"/>
                    </a:cubicBezTo>
                    <a:cubicBezTo>
                      <a:pt x="4698" y="14326"/>
                      <a:pt x="5253" y="14543"/>
                      <a:pt x="5864" y="14543"/>
                    </a:cubicBezTo>
                    <a:cubicBezTo>
                      <a:pt x="5870" y="14527"/>
                      <a:pt x="5876" y="14512"/>
                      <a:pt x="5882" y="14495"/>
                    </a:cubicBezTo>
                    <a:cubicBezTo>
                      <a:pt x="5852" y="14479"/>
                      <a:pt x="5823" y="14453"/>
                      <a:pt x="5792" y="14446"/>
                    </a:cubicBezTo>
                    <a:cubicBezTo>
                      <a:pt x="5699" y="14426"/>
                      <a:pt x="5604" y="14408"/>
                      <a:pt x="5510" y="14398"/>
                    </a:cubicBezTo>
                    <a:cubicBezTo>
                      <a:pt x="5059" y="14353"/>
                      <a:pt x="4659" y="14165"/>
                      <a:pt x="4276" y="13942"/>
                    </a:cubicBezTo>
                    <a:cubicBezTo>
                      <a:pt x="4129" y="13855"/>
                      <a:pt x="4005" y="13715"/>
                      <a:pt x="3900" y="13577"/>
                    </a:cubicBezTo>
                    <a:cubicBezTo>
                      <a:pt x="3341" y="12849"/>
                      <a:pt x="3067" y="12011"/>
                      <a:pt x="2984" y="11107"/>
                    </a:cubicBezTo>
                    <a:cubicBezTo>
                      <a:pt x="2942" y="10647"/>
                      <a:pt x="2938" y="10183"/>
                      <a:pt x="2893" y="9724"/>
                    </a:cubicBezTo>
                    <a:cubicBezTo>
                      <a:pt x="2857" y="9361"/>
                      <a:pt x="2788" y="8999"/>
                      <a:pt x="2728" y="8639"/>
                    </a:cubicBezTo>
                    <a:cubicBezTo>
                      <a:pt x="2668" y="8270"/>
                      <a:pt x="2599" y="7903"/>
                      <a:pt x="2533" y="7536"/>
                    </a:cubicBezTo>
                    <a:cubicBezTo>
                      <a:pt x="2515" y="7437"/>
                      <a:pt x="2506" y="7335"/>
                      <a:pt x="2378" y="7299"/>
                    </a:cubicBezTo>
                    <a:cubicBezTo>
                      <a:pt x="2342" y="7290"/>
                      <a:pt x="2318" y="7230"/>
                      <a:pt x="2296" y="7190"/>
                    </a:cubicBezTo>
                    <a:cubicBezTo>
                      <a:pt x="2246" y="7100"/>
                      <a:pt x="2201" y="7008"/>
                      <a:pt x="2156" y="6917"/>
                    </a:cubicBezTo>
                    <a:cubicBezTo>
                      <a:pt x="1694" y="5977"/>
                      <a:pt x="1154" y="5079"/>
                      <a:pt x="641" y="4166"/>
                    </a:cubicBezTo>
                    <a:cubicBezTo>
                      <a:pt x="471" y="3866"/>
                      <a:pt x="342" y="3542"/>
                      <a:pt x="204" y="3226"/>
                    </a:cubicBezTo>
                    <a:cubicBezTo>
                      <a:pt x="29" y="2827"/>
                      <a:pt x="366" y="2531"/>
                      <a:pt x="662" y="2512"/>
                    </a:cubicBezTo>
                    <a:cubicBezTo>
                      <a:pt x="699" y="2509"/>
                      <a:pt x="737" y="2508"/>
                      <a:pt x="774" y="2508"/>
                    </a:cubicBezTo>
                    <a:cubicBezTo>
                      <a:pt x="1054" y="2508"/>
                      <a:pt x="1316" y="2584"/>
                      <a:pt x="1545" y="2756"/>
                    </a:cubicBezTo>
                    <a:cubicBezTo>
                      <a:pt x="1975" y="3076"/>
                      <a:pt x="2336" y="3464"/>
                      <a:pt x="2609" y="3926"/>
                    </a:cubicBezTo>
                    <a:cubicBezTo>
                      <a:pt x="3047" y="4669"/>
                      <a:pt x="3478" y="5418"/>
                      <a:pt x="3910" y="6164"/>
                    </a:cubicBezTo>
                    <a:cubicBezTo>
                      <a:pt x="4116" y="6519"/>
                      <a:pt x="4392" y="6821"/>
                      <a:pt x="4665" y="7124"/>
                    </a:cubicBezTo>
                    <a:cubicBezTo>
                      <a:pt x="4686" y="7148"/>
                      <a:pt x="4716" y="7161"/>
                      <a:pt x="4774" y="7161"/>
                    </a:cubicBezTo>
                    <a:cubicBezTo>
                      <a:pt x="4753" y="7119"/>
                      <a:pt x="4741" y="7068"/>
                      <a:pt x="4710" y="7038"/>
                    </a:cubicBezTo>
                    <a:cubicBezTo>
                      <a:pt x="4467" y="6807"/>
                      <a:pt x="4384" y="6503"/>
                      <a:pt x="4282" y="6197"/>
                    </a:cubicBezTo>
                    <a:cubicBezTo>
                      <a:pt x="4093" y="5631"/>
                      <a:pt x="3880" y="5073"/>
                      <a:pt x="3667" y="4515"/>
                    </a:cubicBezTo>
                    <a:cubicBezTo>
                      <a:pt x="3425" y="3880"/>
                      <a:pt x="3169" y="3250"/>
                      <a:pt x="3004" y="2590"/>
                    </a:cubicBezTo>
                    <a:cubicBezTo>
                      <a:pt x="2939" y="2333"/>
                      <a:pt x="2906" y="2070"/>
                      <a:pt x="2866" y="1809"/>
                    </a:cubicBezTo>
                    <a:cubicBezTo>
                      <a:pt x="2845" y="1674"/>
                      <a:pt x="2837" y="1538"/>
                      <a:pt x="2827" y="1403"/>
                    </a:cubicBezTo>
                    <a:cubicBezTo>
                      <a:pt x="2806" y="1139"/>
                      <a:pt x="2879" y="905"/>
                      <a:pt x="3059" y="709"/>
                    </a:cubicBezTo>
                    <a:cubicBezTo>
                      <a:pt x="3190" y="569"/>
                      <a:pt x="3354" y="498"/>
                      <a:pt x="3528" y="498"/>
                    </a:cubicBezTo>
                    <a:cubicBezTo>
                      <a:pt x="3613" y="498"/>
                      <a:pt x="3700" y="515"/>
                      <a:pt x="3787" y="549"/>
                    </a:cubicBezTo>
                    <a:cubicBezTo>
                      <a:pt x="3997" y="631"/>
                      <a:pt x="4162" y="774"/>
                      <a:pt x="4287" y="956"/>
                    </a:cubicBezTo>
                    <a:cubicBezTo>
                      <a:pt x="4551" y="1343"/>
                      <a:pt x="4801" y="1743"/>
                      <a:pt x="4938" y="2196"/>
                    </a:cubicBezTo>
                    <a:cubicBezTo>
                      <a:pt x="5304" y="3412"/>
                      <a:pt x="5663" y="4630"/>
                      <a:pt x="6024" y="5847"/>
                    </a:cubicBezTo>
                    <a:cubicBezTo>
                      <a:pt x="6045" y="5919"/>
                      <a:pt x="6063" y="5992"/>
                      <a:pt x="6093" y="6060"/>
                    </a:cubicBezTo>
                    <a:cubicBezTo>
                      <a:pt x="6138" y="6161"/>
                      <a:pt x="6201" y="6251"/>
                      <a:pt x="6239" y="6353"/>
                    </a:cubicBezTo>
                    <a:cubicBezTo>
                      <a:pt x="6272" y="6446"/>
                      <a:pt x="6284" y="6546"/>
                      <a:pt x="6305" y="6644"/>
                    </a:cubicBezTo>
                    <a:cubicBezTo>
                      <a:pt x="6310" y="6644"/>
                      <a:pt x="6315" y="6644"/>
                      <a:pt x="6319" y="6644"/>
                    </a:cubicBezTo>
                    <a:cubicBezTo>
                      <a:pt x="6404" y="6644"/>
                      <a:pt x="6405" y="6581"/>
                      <a:pt x="6401" y="6525"/>
                    </a:cubicBezTo>
                    <a:cubicBezTo>
                      <a:pt x="6386" y="6302"/>
                      <a:pt x="6384" y="6075"/>
                      <a:pt x="6342" y="5856"/>
                    </a:cubicBezTo>
                    <a:cubicBezTo>
                      <a:pt x="6266" y="5443"/>
                      <a:pt x="6173" y="5032"/>
                      <a:pt x="6074" y="4623"/>
                    </a:cubicBezTo>
                    <a:cubicBezTo>
                      <a:pt x="5913" y="3968"/>
                      <a:pt x="5801" y="3307"/>
                      <a:pt x="5717" y="2641"/>
                    </a:cubicBezTo>
                    <a:cubicBezTo>
                      <a:pt x="5687" y="2403"/>
                      <a:pt x="5648" y="2169"/>
                      <a:pt x="5612" y="1935"/>
                    </a:cubicBezTo>
                    <a:cubicBezTo>
                      <a:pt x="5547" y="1520"/>
                      <a:pt x="5580" y="1122"/>
                      <a:pt x="5813" y="756"/>
                    </a:cubicBezTo>
                    <a:cubicBezTo>
                      <a:pt x="5864" y="676"/>
                      <a:pt x="5907" y="591"/>
                      <a:pt x="5954" y="508"/>
                    </a:cubicBezTo>
                    <a:cubicBezTo>
                      <a:pt x="6083" y="283"/>
                      <a:pt x="6281" y="169"/>
                      <a:pt x="6533" y="141"/>
                    </a:cubicBezTo>
                    <a:cubicBezTo>
                      <a:pt x="6567" y="137"/>
                      <a:pt x="6600" y="135"/>
                      <a:pt x="6632" y="135"/>
                    </a:cubicBezTo>
                    <a:close/>
                    <a:moveTo>
                      <a:pt x="6557" y="1"/>
                    </a:moveTo>
                    <a:cubicBezTo>
                      <a:pt x="6352" y="1"/>
                      <a:pt x="6151" y="82"/>
                      <a:pt x="6020" y="229"/>
                    </a:cubicBezTo>
                    <a:cubicBezTo>
                      <a:pt x="5609" y="691"/>
                      <a:pt x="5393" y="1229"/>
                      <a:pt x="5477" y="1859"/>
                    </a:cubicBezTo>
                    <a:cubicBezTo>
                      <a:pt x="5534" y="2276"/>
                      <a:pt x="5594" y="2693"/>
                      <a:pt x="5657" y="3110"/>
                    </a:cubicBezTo>
                    <a:cubicBezTo>
                      <a:pt x="5757" y="3769"/>
                      <a:pt x="5891" y="4420"/>
                      <a:pt x="6059" y="5065"/>
                    </a:cubicBezTo>
                    <a:cubicBezTo>
                      <a:pt x="6138" y="5365"/>
                      <a:pt x="6191" y="5673"/>
                      <a:pt x="6255" y="5977"/>
                    </a:cubicBezTo>
                    <a:cubicBezTo>
                      <a:pt x="6128" y="5901"/>
                      <a:pt x="6110" y="5779"/>
                      <a:pt x="6080" y="5665"/>
                    </a:cubicBezTo>
                    <a:cubicBezTo>
                      <a:pt x="6026" y="5455"/>
                      <a:pt x="5987" y="5239"/>
                      <a:pt x="5924" y="5032"/>
                    </a:cubicBezTo>
                    <a:cubicBezTo>
                      <a:pt x="5654" y="4141"/>
                      <a:pt x="5369" y="3256"/>
                      <a:pt x="5106" y="2363"/>
                    </a:cubicBezTo>
                    <a:cubicBezTo>
                      <a:pt x="4948" y="1826"/>
                      <a:pt x="4696" y="1343"/>
                      <a:pt x="4380" y="888"/>
                    </a:cubicBezTo>
                    <a:cubicBezTo>
                      <a:pt x="4254" y="705"/>
                      <a:pt x="4089" y="564"/>
                      <a:pt x="3892" y="465"/>
                    </a:cubicBezTo>
                    <a:cubicBezTo>
                      <a:pt x="3770" y="403"/>
                      <a:pt x="3651" y="373"/>
                      <a:pt x="3534" y="373"/>
                    </a:cubicBezTo>
                    <a:cubicBezTo>
                      <a:pt x="3374" y="373"/>
                      <a:pt x="3219" y="430"/>
                      <a:pt x="3071" y="547"/>
                    </a:cubicBezTo>
                    <a:cubicBezTo>
                      <a:pt x="2792" y="770"/>
                      <a:pt x="2689" y="1076"/>
                      <a:pt x="2705" y="1413"/>
                    </a:cubicBezTo>
                    <a:cubicBezTo>
                      <a:pt x="2746" y="2237"/>
                      <a:pt x="2968" y="3019"/>
                      <a:pt x="3262" y="3784"/>
                    </a:cubicBezTo>
                    <a:cubicBezTo>
                      <a:pt x="3546" y="4527"/>
                      <a:pt x="3829" y="5271"/>
                      <a:pt x="4110" y="6014"/>
                    </a:cubicBezTo>
                    <a:cubicBezTo>
                      <a:pt x="4141" y="6093"/>
                      <a:pt x="4161" y="6177"/>
                      <a:pt x="4185" y="6258"/>
                    </a:cubicBezTo>
                    <a:cubicBezTo>
                      <a:pt x="4170" y="6267"/>
                      <a:pt x="4155" y="6275"/>
                      <a:pt x="4141" y="6282"/>
                    </a:cubicBezTo>
                    <a:cubicBezTo>
                      <a:pt x="4095" y="6219"/>
                      <a:pt x="4044" y="6159"/>
                      <a:pt x="4006" y="6093"/>
                    </a:cubicBezTo>
                    <a:cubicBezTo>
                      <a:pt x="3798" y="5727"/>
                      <a:pt x="3598" y="5355"/>
                      <a:pt x="3385" y="4992"/>
                    </a:cubicBezTo>
                    <a:cubicBezTo>
                      <a:pt x="3124" y="4546"/>
                      <a:pt x="2860" y="4102"/>
                      <a:pt x="2584" y="3665"/>
                    </a:cubicBezTo>
                    <a:cubicBezTo>
                      <a:pt x="2363" y="3319"/>
                      <a:pt x="2072" y="3031"/>
                      <a:pt x="1766" y="2759"/>
                    </a:cubicBezTo>
                    <a:cubicBezTo>
                      <a:pt x="1491" y="2516"/>
                      <a:pt x="1163" y="2396"/>
                      <a:pt x="798" y="2378"/>
                    </a:cubicBezTo>
                    <a:cubicBezTo>
                      <a:pt x="778" y="2377"/>
                      <a:pt x="759" y="2376"/>
                      <a:pt x="740" y="2376"/>
                    </a:cubicBezTo>
                    <a:cubicBezTo>
                      <a:pt x="447" y="2376"/>
                      <a:pt x="218" y="2496"/>
                      <a:pt x="83" y="2780"/>
                    </a:cubicBezTo>
                    <a:cubicBezTo>
                      <a:pt x="63" y="2821"/>
                      <a:pt x="29" y="2854"/>
                      <a:pt x="0" y="2890"/>
                    </a:cubicBezTo>
                    <a:lnTo>
                      <a:pt x="0" y="3134"/>
                    </a:lnTo>
                    <a:cubicBezTo>
                      <a:pt x="38" y="3199"/>
                      <a:pt x="83" y="3260"/>
                      <a:pt x="110" y="3328"/>
                    </a:cubicBezTo>
                    <a:cubicBezTo>
                      <a:pt x="273" y="3754"/>
                      <a:pt x="485" y="4156"/>
                      <a:pt x="708" y="4554"/>
                    </a:cubicBezTo>
                    <a:cubicBezTo>
                      <a:pt x="1131" y="5305"/>
                      <a:pt x="1532" y="6072"/>
                      <a:pt x="1966" y="6818"/>
                    </a:cubicBezTo>
                    <a:cubicBezTo>
                      <a:pt x="2444" y="7638"/>
                      <a:pt x="2621" y="8540"/>
                      <a:pt x="2734" y="9460"/>
                    </a:cubicBezTo>
                    <a:cubicBezTo>
                      <a:pt x="2795" y="9960"/>
                      <a:pt x="2813" y="10464"/>
                      <a:pt x="2849" y="10965"/>
                    </a:cubicBezTo>
                    <a:cubicBezTo>
                      <a:pt x="2908" y="11813"/>
                      <a:pt x="3115" y="12614"/>
                      <a:pt x="3586" y="13333"/>
                    </a:cubicBezTo>
                    <a:cubicBezTo>
                      <a:pt x="3654" y="13435"/>
                      <a:pt x="3709" y="13546"/>
                      <a:pt x="3777" y="13648"/>
                    </a:cubicBezTo>
                    <a:cubicBezTo>
                      <a:pt x="3846" y="13754"/>
                      <a:pt x="3924" y="13855"/>
                      <a:pt x="3999" y="13961"/>
                    </a:cubicBezTo>
                    <a:cubicBezTo>
                      <a:pt x="3999" y="14434"/>
                      <a:pt x="3997" y="14917"/>
                      <a:pt x="3999" y="15400"/>
                    </a:cubicBezTo>
                    <a:cubicBezTo>
                      <a:pt x="4002" y="16330"/>
                      <a:pt x="3973" y="17262"/>
                      <a:pt x="4038" y="18192"/>
                    </a:cubicBezTo>
                    <a:cubicBezTo>
                      <a:pt x="4041" y="18233"/>
                      <a:pt x="4047" y="18278"/>
                      <a:pt x="4032" y="18313"/>
                    </a:cubicBezTo>
                    <a:cubicBezTo>
                      <a:pt x="4000" y="18392"/>
                      <a:pt x="4036" y="18446"/>
                      <a:pt x="4086" y="18494"/>
                    </a:cubicBezTo>
                    <a:cubicBezTo>
                      <a:pt x="4140" y="18545"/>
                      <a:pt x="4200" y="18592"/>
                      <a:pt x="4260" y="18635"/>
                    </a:cubicBezTo>
                    <a:cubicBezTo>
                      <a:pt x="4554" y="18850"/>
                      <a:pt x="4891" y="18940"/>
                      <a:pt x="5246" y="18995"/>
                    </a:cubicBezTo>
                    <a:cubicBezTo>
                      <a:pt x="5715" y="19071"/>
                      <a:pt x="6185" y="19117"/>
                      <a:pt x="6655" y="19117"/>
                    </a:cubicBezTo>
                    <a:cubicBezTo>
                      <a:pt x="7044" y="19117"/>
                      <a:pt x="7433" y="19085"/>
                      <a:pt x="7822" y="19013"/>
                    </a:cubicBezTo>
                    <a:cubicBezTo>
                      <a:pt x="8156" y="18952"/>
                      <a:pt x="8486" y="18871"/>
                      <a:pt x="8817" y="18793"/>
                    </a:cubicBezTo>
                    <a:cubicBezTo>
                      <a:pt x="8929" y="18766"/>
                      <a:pt x="9036" y="18721"/>
                      <a:pt x="9145" y="18685"/>
                    </a:cubicBezTo>
                    <a:cubicBezTo>
                      <a:pt x="9244" y="18652"/>
                      <a:pt x="9310" y="18592"/>
                      <a:pt x="9322" y="18484"/>
                    </a:cubicBezTo>
                    <a:cubicBezTo>
                      <a:pt x="9340" y="18322"/>
                      <a:pt x="9369" y="18161"/>
                      <a:pt x="9376" y="17997"/>
                    </a:cubicBezTo>
                    <a:cubicBezTo>
                      <a:pt x="9391" y="17720"/>
                      <a:pt x="9390" y="17441"/>
                      <a:pt x="9402" y="17162"/>
                    </a:cubicBezTo>
                    <a:cubicBezTo>
                      <a:pt x="9421" y="16707"/>
                      <a:pt x="9454" y="16252"/>
                      <a:pt x="9463" y="15798"/>
                    </a:cubicBezTo>
                    <a:cubicBezTo>
                      <a:pt x="9474" y="15247"/>
                      <a:pt x="9466" y="14698"/>
                      <a:pt x="9466" y="14141"/>
                    </a:cubicBezTo>
                    <a:cubicBezTo>
                      <a:pt x="9616" y="14032"/>
                      <a:pt x="9769" y="13921"/>
                      <a:pt x="9922" y="13807"/>
                    </a:cubicBezTo>
                    <a:cubicBezTo>
                      <a:pt x="10239" y="13570"/>
                      <a:pt x="10485" y="13268"/>
                      <a:pt x="10640" y="12908"/>
                    </a:cubicBezTo>
                    <a:cubicBezTo>
                      <a:pt x="10794" y="12548"/>
                      <a:pt x="10967" y="12206"/>
                      <a:pt x="11255" y="11933"/>
                    </a:cubicBezTo>
                    <a:cubicBezTo>
                      <a:pt x="11279" y="11909"/>
                      <a:pt x="11295" y="11877"/>
                      <a:pt x="11315" y="11850"/>
                    </a:cubicBezTo>
                    <a:cubicBezTo>
                      <a:pt x="11630" y="11439"/>
                      <a:pt x="11742" y="10945"/>
                      <a:pt x="11876" y="10461"/>
                    </a:cubicBezTo>
                    <a:cubicBezTo>
                      <a:pt x="11903" y="10360"/>
                      <a:pt x="11901" y="10242"/>
                      <a:pt x="11882" y="10137"/>
                    </a:cubicBezTo>
                    <a:cubicBezTo>
                      <a:pt x="11798" y="9693"/>
                      <a:pt x="11619" y="9283"/>
                      <a:pt x="11406" y="8887"/>
                    </a:cubicBezTo>
                    <a:cubicBezTo>
                      <a:pt x="11381" y="8840"/>
                      <a:pt x="11334" y="8804"/>
                      <a:pt x="11297" y="8765"/>
                    </a:cubicBezTo>
                    <a:cubicBezTo>
                      <a:pt x="11235" y="8702"/>
                      <a:pt x="11168" y="8644"/>
                      <a:pt x="11114" y="8576"/>
                    </a:cubicBezTo>
                    <a:cubicBezTo>
                      <a:pt x="11082" y="8537"/>
                      <a:pt x="11060" y="8480"/>
                      <a:pt x="11060" y="8431"/>
                    </a:cubicBezTo>
                    <a:cubicBezTo>
                      <a:pt x="11060" y="8200"/>
                      <a:pt x="11061" y="7969"/>
                      <a:pt x="11078" y="7737"/>
                    </a:cubicBezTo>
                    <a:cubicBezTo>
                      <a:pt x="11133" y="6941"/>
                      <a:pt x="11094" y="6150"/>
                      <a:pt x="10950" y="5362"/>
                    </a:cubicBezTo>
                    <a:cubicBezTo>
                      <a:pt x="10800" y="4531"/>
                      <a:pt x="10215" y="4052"/>
                      <a:pt x="9436" y="3922"/>
                    </a:cubicBezTo>
                    <a:cubicBezTo>
                      <a:pt x="9351" y="3908"/>
                      <a:pt x="9268" y="3899"/>
                      <a:pt x="9186" y="3899"/>
                    </a:cubicBezTo>
                    <a:cubicBezTo>
                      <a:pt x="8925" y="3899"/>
                      <a:pt x="8684" y="3983"/>
                      <a:pt x="8491" y="4214"/>
                    </a:cubicBezTo>
                    <a:cubicBezTo>
                      <a:pt x="8362" y="4369"/>
                      <a:pt x="8267" y="4537"/>
                      <a:pt x="8207" y="4728"/>
                    </a:cubicBezTo>
                    <a:cubicBezTo>
                      <a:pt x="8168" y="4852"/>
                      <a:pt x="8120" y="4974"/>
                      <a:pt x="8075" y="5097"/>
                    </a:cubicBezTo>
                    <a:cubicBezTo>
                      <a:pt x="8026" y="5032"/>
                      <a:pt x="8009" y="4974"/>
                      <a:pt x="8000" y="4915"/>
                    </a:cubicBezTo>
                    <a:cubicBezTo>
                      <a:pt x="7966" y="4653"/>
                      <a:pt x="7936" y="4389"/>
                      <a:pt x="7898" y="4126"/>
                    </a:cubicBezTo>
                    <a:cubicBezTo>
                      <a:pt x="7784" y="3332"/>
                      <a:pt x="7667" y="2540"/>
                      <a:pt x="7549" y="1746"/>
                    </a:cubicBezTo>
                    <a:cubicBezTo>
                      <a:pt x="7483" y="1302"/>
                      <a:pt x="7391" y="864"/>
                      <a:pt x="7219" y="445"/>
                    </a:cubicBezTo>
                    <a:cubicBezTo>
                      <a:pt x="7092" y="137"/>
                      <a:pt x="6822" y="1"/>
                      <a:pt x="65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365;p36"/>
              <p:cNvSpPr/>
              <p:nvPr/>
            </p:nvSpPr>
            <p:spPr>
              <a:xfrm>
                <a:off x="399825" y="2279750"/>
                <a:ext cx="10025" cy="3550"/>
              </a:xfrm>
              <a:custGeom>
                <a:avLst/>
                <a:gdLst/>
                <a:ahLst/>
                <a:cxnLst/>
                <a:rect l="l" t="t" r="r" b="b"/>
                <a:pathLst>
                  <a:path w="401" h="142" extrusionOk="0">
                    <a:moveTo>
                      <a:pt x="392" y="0"/>
                    </a:moveTo>
                    <a:lnTo>
                      <a:pt x="392" y="0"/>
                    </a:lnTo>
                    <a:cubicBezTo>
                      <a:pt x="359" y="9"/>
                      <a:pt x="327" y="11"/>
                      <a:pt x="294" y="11"/>
                    </a:cubicBezTo>
                    <a:cubicBezTo>
                      <a:pt x="271" y="11"/>
                      <a:pt x="247" y="10"/>
                      <a:pt x="224" y="10"/>
                    </a:cubicBezTo>
                    <a:cubicBezTo>
                      <a:pt x="150" y="10"/>
                      <a:pt x="75" y="20"/>
                      <a:pt x="0" y="102"/>
                    </a:cubicBezTo>
                    <a:cubicBezTo>
                      <a:pt x="85" y="124"/>
                      <a:pt x="158" y="141"/>
                      <a:pt x="227" y="141"/>
                    </a:cubicBezTo>
                    <a:cubicBezTo>
                      <a:pt x="284" y="141"/>
                      <a:pt x="337" y="129"/>
                      <a:pt x="390" y="96"/>
                    </a:cubicBezTo>
                    <a:cubicBezTo>
                      <a:pt x="401" y="90"/>
                      <a:pt x="392" y="50"/>
                      <a:pt x="3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0317D68-B443-354A-406A-20E34DD698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37" t="1955"/>
          <a:stretch/>
        </p:blipFill>
        <p:spPr>
          <a:xfrm>
            <a:off x="3823446" y="2030506"/>
            <a:ext cx="4611615" cy="26927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>
            <a:spLocks noGrp="1"/>
          </p:cNvSpPr>
          <p:nvPr>
            <p:ph type="title"/>
          </p:nvPr>
        </p:nvSpPr>
        <p:spPr>
          <a:xfrm>
            <a:off x="540900" y="1020155"/>
            <a:ext cx="40311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Model Selection</a:t>
            </a:r>
            <a:endParaRPr dirty="0"/>
          </a:p>
        </p:txBody>
      </p:sp>
      <p:sp>
        <p:nvSpPr>
          <p:cNvPr id="339" name="Google Shape;339;p35"/>
          <p:cNvSpPr/>
          <p:nvPr/>
        </p:nvSpPr>
        <p:spPr>
          <a:xfrm>
            <a:off x="7260291" y="43133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340" name="Google Shape;340;p35"/>
          <p:cNvGrpSpPr/>
          <p:nvPr/>
        </p:nvGrpSpPr>
        <p:grpSpPr>
          <a:xfrm>
            <a:off x="7478769" y="357139"/>
            <a:ext cx="824544" cy="1183289"/>
            <a:chOff x="-116227" y="2678401"/>
            <a:chExt cx="824544" cy="1183289"/>
          </a:xfrm>
        </p:grpSpPr>
        <p:sp>
          <p:nvSpPr>
            <p:cNvPr id="341" name="Google Shape;341;p35"/>
            <p:cNvSpPr/>
            <p:nvPr/>
          </p:nvSpPr>
          <p:spPr>
            <a:xfrm>
              <a:off x="-116227" y="2678474"/>
              <a:ext cx="824498" cy="1183216"/>
            </a:xfrm>
            <a:custGeom>
              <a:avLst/>
              <a:gdLst/>
              <a:ahLst/>
              <a:cxnLst/>
              <a:rect l="l" t="t" r="r" b="b"/>
              <a:pathLst>
                <a:path w="13497" h="19370" extrusionOk="0">
                  <a:moveTo>
                    <a:pt x="5756" y="1"/>
                  </a:moveTo>
                  <a:cubicBezTo>
                    <a:pt x="5739" y="13"/>
                    <a:pt x="5724" y="29"/>
                    <a:pt x="5706" y="35"/>
                  </a:cubicBezTo>
                  <a:cubicBezTo>
                    <a:pt x="5330" y="154"/>
                    <a:pt x="5193" y="443"/>
                    <a:pt x="5195" y="805"/>
                  </a:cubicBezTo>
                  <a:cubicBezTo>
                    <a:pt x="5196" y="1102"/>
                    <a:pt x="5220" y="1402"/>
                    <a:pt x="5256" y="1698"/>
                  </a:cubicBezTo>
                  <a:cubicBezTo>
                    <a:pt x="5319" y="2197"/>
                    <a:pt x="5405" y="2694"/>
                    <a:pt x="5472" y="3192"/>
                  </a:cubicBezTo>
                  <a:cubicBezTo>
                    <a:pt x="5519" y="3542"/>
                    <a:pt x="5543" y="3894"/>
                    <a:pt x="5588" y="4245"/>
                  </a:cubicBezTo>
                  <a:cubicBezTo>
                    <a:pt x="5636" y="4629"/>
                    <a:pt x="5729" y="5008"/>
                    <a:pt x="5709" y="5399"/>
                  </a:cubicBezTo>
                  <a:cubicBezTo>
                    <a:pt x="5705" y="5464"/>
                    <a:pt x="5700" y="5528"/>
                    <a:pt x="5691" y="5644"/>
                  </a:cubicBezTo>
                  <a:cubicBezTo>
                    <a:pt x="5592" y="5566"/>
                    <a:pt x="5534" y="5516"/>
                    <a:pt x="5471" y="5471"/>
                  </a:cubicBezTo>
                  <a:cubicBezTo>
                    <a:pt x="5318" y="5358"/>
                    <a:pt x="5162" y="5281"/>
                    <a:pt x="4988" y="5281"/>
                  </a:cubicBezTo>
                  <a:cubicBezTo>
                    <a:pt x="4907" y="5281"/>
                    <a:pt x="4823" y="5298"/>
                    <a:pt x="4732" y="5335"/>
                  </a:cubicBezTo>
                  <a:cubicBezTo>
                    <a:pt x="4441" y="5455"/>
                    <a:pt x="4143" y="5554"/>
                    <a:pt x="3997" y="5867"/>
                  </a:cubicBezTo>
                  <a:cubicBezTo>
                    <a:pt x="3907" y="5848"/>
                    <a:pt x="3834" y="5831"/>
                    <a:pt x="3762" y="5818"/>
                  </a:cubicBezTo>
                  <a:cubicBezTo>
                    <a:pt x="3664" y="5798"/>
                    <a:pt x="3568" y="5789"/>
                    <a:pt x="3474" y="5789"/>
                  </a:cubicBezTo>
                  <a:cubicBezTo>
                    <a:pt x="3097" y="5789"/>
                    <a:pt x="2768" y="5948"/>
                    <a:pt x="2603" y="6283"/>
                  </a:cubicBezTo>
                  <a:cubicBezTo>
                    <a:pt x="2564" y="6362"/>
                    <a:pt x="2510" y="6388"/>
                    <a:pt x="2434" y="6388"/>
                  </a:cubicBezTo>
                  <a:cubicBezTo>
                    <a:pt x="2419" y="6388"/>
                    <a:pt x="2404" y="6387"/>
                    <a:pt x="2387" y="6385"/>
                  </a:cubicBezTo>
                  <a:cubicBezTo>
                    <a:pt x="2299" y="6374"/>
                    <a:pt x="2212" y="6369"/>
                    <a:pt x="2126" y="6369"/>
                  </a:cubicBezTo>
                  <a:cubicBezTo>
                    <a:pt x="1722" y="6369"/>
                    <a:pt x="1339" y="6482"/>
                    <a:pt x="962" y="6647"/>
                  </a:cubicBezTo>
                  <a:cubicBezTo>
                    <a:pt x="588" y="6811"/>
                    <a:pt x="363" y="7090"/>
                    <a:pt x="252" y="7465"/>
                  </a:cubicBezTo>
                  <a:cubicBezTo>
                    <a:pt x="177" y="7711"/>
                    <a:pt x="137" y="7966"/>
                    <a:pt x="78" y="8218"/>
                  </a:cubicBezTo>
                  <a:cubicBezTo>
                    <a:pt x="54" y="8323"/>
                    <a:pt x="27" y="8428"/>
                    <a:pt x="0" y="8534"/>
                  </a:cubicBezTo>
                  <a:lnTo>
                    <a:pt x="0" y="8778"/>
                  </a:lnTo>
                  <a:cubicBezTo>
                    <a:pt x="24" y="8856"/>
                    <a:pt x="57" y="8931"/>
                    <a:pt x="72" y="9011"/>
                  </a:cubicBezTo>
                  <a:cubicBezTo>
                    <a:pt x="219" y="9815"/>
                    <a:pt x="471" y="10592"/>
                    <a:pt x="725" y="11366"/>
                  </a:cubicBezTo>
                  <a:cubicBezTo>
                    <a:pt x="858" y="11771"/>
                    <a:pt x="1028" y="12163"/>
                    <a:pt x="1271" y="12523"/>
                  </a:cubicBezTo>
                  <a:cubicBezTo>
                    <a:pt x="1396" y="12709"/>
                    <a:pt x="1531" y="12867"/>
                    <a:pt x="1702" y="13002"/>
                  </a:cubicBezTo>
                  <a:cubicBezTo>
                    <a:pt x="1813" y="13090"/>
                    <a:pt x="1918" y="13185"/>
                    <a:pt x="2003" y="13257"/>
                  </a:cubicBezTo>
                  <a:cubicBezTo>
                    <a:pt x="1996" y="13524"/>
                    <a:pt x="1984" y="13761"/>
                    <a:pt x="1982" y="13998"/>
                  </a:cubicBezTo>
                  <a:cubicBezTo>
                    <a:pt x="1973" y="15440"/>
                    <a:pt x="1969" y="16882"/>
                    <a:pt x="1955" y="18322"/>
                  </a:cubicBezTo>
                  <a:cubicBezTo>
                    <a:pt x="1954" y="18519"/>
                    <a:pt x="2030" y="18646"/>
                    <a:pt x="2194" y="18733"/>
                  </a:cubicBezTo>
                  <a:cubicBezTo>
                    <a:pt x="2314" y="18798"/>
                    <a:pt x="2429" y="18876"/>
                    <a:pt x="2557" y="18921"/>
                  </a:cubicBezTo>
                  <a:cubicBezTo>
                    <a:pt x="2837" y="19022"/>
                    <a:pt x="3126" y="19101"/>
                    <a:pt x="3409" y="19197"/>
                  </a:cubicBezTo>
                  <a:cubicBezTo>
                    <a:pt x="3773" y="19321"/>
                    <a:pt x="4145" y="19370"/>
                    <a:pt x="4522" y="19370"/>
                  </a:cubicBezTo>
                  <a:cubicBezTo>
                    <a:pt x="4634" y="19370"/>
                    <a:pt x="4746" y="19365"/>
                    <a:pt x="4859" y="19358"/>
                  </a:cubicBezTo>
                  <a:cubicBezTo>
                    <a:pt x="5439" y="19316"/>
                    <a:pt x="5994" y="19149"/>
                    <a:pt x="6553" y="18999"/>
                  </a:cubicBezTo>
                  <a:cubicBezTo>
                    <a:pt x="6754" y="18945"/>
                    <a:pt x="6929" y="18841"/>
                    <a:pt x="7091" y="18718"/>
                  </a:cubicBezTo>
                  <a:cubicBezTo>
                    <a:pt x="7240" y="18607"/>
                    <a:pt x="7361" y="18474"/>
                    <a:pt x="7363" y="18267"/>
                  </a:cubicBezTo>
                  <a:cubicBezTo>
                    <a:pt x="7366" y="18091"/>
                    <a:pt x="7400" y="17914"/>
                    <a:pt x="7397" y="17740"/>
                  </a:cubicBezTo>
                  <a:cubicBezTo>
                    <a:pt x="7376" y="16889"/>
                    <a:pt x="7381" y="16039"/>
                    <a:pt x="7433" y="15189"/>
                  </a:cubicBezTo>
                  <a:cubicBezTo>
                    <a:pt x="7468" y="14633"/>
                    <a:pt x="7484" y="14076"/>
                    <a:pt x="7501" y="13518"/>
                  </a:cubicBezTo>
                  <a:cubicBezTo>
                    <a:pt x="7502" y="13429"/>
                    <a:pt x="7537" y="13380"/>
                    <a:pt x="7604" y="13339"/>
                  </a:cubicBezTo>
                  <a:cubicBezTo>
                    <a:pt x="7703" y="13279"/>
                    <a:pt x="7813" y="13231"/>
                    <a:pt x="7897" y="13155"/>
                  </a:cubicBezTo>
                  <a:cubicBezTo>
                    <a:pt x="8138" y="12934"/>
                    <a:pt x="8340" y="12682"/>
                    <a:pt x="8517" y="12403"/>
                  </a:cubicBezTo>
                  <a:cubicBezTo>
                    <a:pt x="8805" y="11951"/>
                    <a:pt x="9118" y="11515"/>
                    <a:pt x="9429" y="11075"/>
                  </a:cubicBezTo>
                  <a:cubicBezTo>
                    <a:pt x="9502" y="10970"/>
                    <a:pt x="9595" y="10879"/>
                    <a:pt x="9687" y="10787"/>
                  </a:cubicBezTo>
                  <a:cubicBezTo>
                    <a:pt x="9943" y="10534"/>
                    <a:pt x="10199" y="10279"/>
                    <a:pt x="10464" y="10035"/>
                  </a:cubicBezTo>
                  <a:cubicBezTo>
                    <a:pt x="11061" y="9489"/>
                    <a:pt x="11666" y="8951"/>
                    <a:pt x="12341" y="8499"/>
                  </a:cubicBezTo>
                  <a:cubicBezTo>
                    <a:pt x="12605" y="8320"/>
                    <a:pt x="12854" y="8116"/>
                    <a:pt x="13096" y="7908"/>
                  </a:cubicBezTo>
                  <a:cubicBezTo>
                    <a:pt x="13455" y="7599"/>
                    <a:pt x="13497" y="7114"/>
                    <a:pt x="13183" y="6763"/>
                  </a:cubicBezTo>
                  <a:cubicBezTo>
                    <a:pt x="12913" y="6461"/>
                    <a:pt x="12566" y="6295"/>
                    <a:pt x="12181" y="6295"/>
                  </a:cubicBezTo>
                  <a:cubicBezTo>
                    <a:pt x="12113" y="6295"/>
                    <a:pt x="12043" y="6301"/>
                    <a:pt x="11972" y="6311"/>
                  </a:cubicBezTo>
                  <a:cubicBezTo>
                    <a:pt x="11565" y="6371"/>
                    <a:pt x="11198" y="6554"/>
                    <a:pt x="10920" y="6886"/>
                  </a:cubicBezTo>
                  <a:cubicBezTo>
                    <a:pt x="10662" y="7194"/>
                    <a:pt x="10388" y="7486"/>
                    <a:pt x="10131" y="7794"/>
                  </a:cubicBezTo>
                  <a:cubicBezTo>
                    <a:pt x="9897" y="8073"/>
                    <a:pt x="9606" y="8262"/>
                    <a:pt x="9288" y="8425"/>
                  </a:cubicBezTo>
                  <a:cubicBezTo>
                    <a:pt x="9131" y="8506"/>
                    <a:pt x="8976" y="8558"/>
                    <a:pt x="8819" y="8558"/>
                  </a:cubicBezTo>
                  <a:cubicBezTo>
                    <a:pt x="8706" y="8558"/>
                    <a:pt x="8592" y="8531"/>
                    <a:pt x="8475" y="8469"/>
                  </a:cubicBezTo>
                  <a:cubicBezTo>
                    <a:pt x="8445" y="8453"/>
                    <a:pt x="8410" y="8445"/>
                    <a:pt x="8377" y="8436"/>
                  </a:cubicBezTo>
                  <a:cubicBezTo>
                    <a:pt x="8231" y="8400"/>
                    <a:pt x="8158" y="8304"/>
                    <a:pt x="8108" y="8163"/>
                  </a:cubicBezTo>
                  <a:cubicBezTo>
                    <a:pt x="8000" y="7857"/>
                    <a:pt x="7964" y="7542"/>
                    <a:pt x="7946" y="7222"/>
                  </a:cubicBezTo>
                  <a:cubicBezTo>
                    <a:pt x="7901" y="6406"/>
                    <a:pt x="7814" y="5593"/>
                    <a:pt x="7810" y="4778"/>
                  </a:cubicBezTo>
                  <a:cubicBezTo>
                    <a:pt x="7802" y="3735"/>
                    <a:pt x="7694" y="2713"/>
                    <a:pt x="7384" y="1720"/>
                  </a:cubicBezTo>
                  <a:cubicBezTo>
                    <a:pt x="7150" y="973"/>
                    <a:pt x="6778" y="320"/>
                    <a:pt x="6000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2" name="Google Shape;342;p35"/>
            <p:cNvGrpSpPr/>
            <p:nvPr/>
          </p:nvGrpSpPr>
          <p:grpSpPr>
            <a:xfrm>
              <a:off x="-116181" y="2678401"/>
              <a:ext cx="824498" cy="1183216"/>
              <a:chOff x="1241375" y="1619025"/>
              <a:chExt cx="337425" cy="484250"/>
            </a:xfrm>
          </p:grpSpPr>
          <p:sp>
            <p:nvSpPr>
              <p:cNvPr id="343" name="Google Shape;343;p35"/>
              <p:cNvSpPr/>
              <p:nvPr/>
            </p:nvSpPr>
            <p:spPr>
              <a:xfrm>
                <a:off x="1307700" y="1766850"/>
                <a:ext cx="88350" cy="147750"/>
              </a:xfrm>
              <a:custGeom>
                <a:avLst/>
                <a:gdLst/>
                <a:ahLst/>
                <a:cxnLst/>
                <a:rect l="l" t="t" r="r" b="b"/>
                <a:pathLst>
                  <a:path w="3534" h="5910" extrusionOk="0">
                    <a:moveTo>
                      <a:pt x="811" y="1"/>
                    </a:moveTo>
                    <a:cubicBezTo>
                      <a:pt x="760" y="1"/>
                      <a:pt x="709" y="4"/>
                      <a:pt x="657" y="11"/>
                    </a:cubicBezTo>
                    <a:cubicBezTo>
                      <a:pt x="338" y="56"/>
                      <a:pt x="113" y="232"/>
                      <a:pt x="0" y="566"/>
                    </a:cubicBezTo>
                    <a:cubicBezTo>
                      <a:pt x="155" y="629"/>
                      <a:pt x="299" y="686"/>
                      <a:pt x="443" y="745"/>
                    </a:cubicBezTo>
                    <a:cubicBezTo>
                      <a:pt x="606" y="811"/>
                      <a:pt x="773" y="868"/>
                      <a:pt x="932" y="945"/>
                    </a:cubicBezTo>
                    <a:cubicBezTo>
                      <a:pt x="1426" y="1182"/>
                      <a:pt x="1798" y="1551"/>
                      <a:pt x="2051" y="2031"/>
                    </a:cubicBezTo>
                    <a:cubicBezTo>
                      <a:pt x="2261" y="2427"/>
                      <a:pt x="2332" y="2862"/>
                      <a:pt x="2336" y="3311"/>
                    </a:cubicBezTo>
                    <a:cubicBezTo>
                      <a:pt x="2341" y="3590"/>
                      <a:pt x="2353" y="3869"/>
                      <a:pt x="2384" y="4145"/>
                    </a:cubicBezTo>
                    <a:cubicBezTo>
                      <a:pt x="2446" y="4664"/>
                      <a:pt x="2498" y="5183"/>
                      <a:pt x="2498" y="5708"/>
                    </a:cubicBezTo>
                    <a:cubicBezTo>
                      <a:pt x="2498" y="5773"/>
                      <a:pt x="2510" y="5839"/>
                      <a:pt x="2516" y="5897"/>
                    </a:cubicBezTo>
                    <a:cubicBezTo>
                      <a:pt x="2568" y="5906"/>
                      <a:pt x="2618" y="5910"/>
                      <a:pt x="2668" y="5910"/>
                    </a:cubicBezTo>
                    <a:cubicBezTo>
                      <a:pt x="2971" y="5910"/>
                      <a:pt x="3231" y="5759"/>
                      <a:pt x="3381" y="5500"/>
                    </a:cubicBezTo>
                    <a:cubicBezTo>
                      <a:pt x="3493" y="5306"/>
                      <a:pt x="3534" y="5096"/>
                      <a:pt x="3528" y="4874"/>
                    </a:cubicBezTo>
                    <a:cubicBezTo>
                      <a:pt x="3523" y="4630"/>
                      <a:pt x="3519" y="4385"/>
                      <a:pt x="3519" y="4140"/>
                    </a:cubicBezTo>
                    <a:cubicBezTo>
                      <a:pt x="3519" y="3465"/>
                      <a:pt x="3466" y="2798"/>
                      <a:pt x="3339" y="2134"/>
                    </a:cubicBezTo>
                    <a:cubicBezTo>
                      <a:pt x="3279" y="1818"/>
                      <a:pt x="3163" y="1534"/>
                      <a:pt x="2937" y="1303"/>
                    </a:cubicBezTo>
                    <a:cubicBezTo>
                      <a:pt x="2779" y="1143"/>
                      <a:pt x="2637" y="966"/>
                      <a:pt x="2459" y="829"/>
                    </a:cubicBezTo>
                    <a:cubicBezTo>
                      <a:pt x="2101" y="550"/>
                      <a:pt x="1804" y="179"/>
                      <a:pt x="1321" y="73"/>
                    </a:cubicBezTo>
                    <a:cubicBezTo>
                      <a:pt x="1150" y="36"/>
                      <a:pt x="981" y="1"/>
                      <a:pt x="811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5"/>
              <p:cNvSpPr/>
              <p:nvPr/>
            </p:nvSpPr>
            <p:spPr>
              <a:xfrm>
                <a:off x="1244525" y="1622425"/>
                <a:ext cx="331700" cy="476800"/>
              </a:xfrm>
              <a:custGeom>
                <a:avLst/>
                <a:gdLst/>
                <a:ahLst/>
                <a:cxnLst/>
                <a:rect l="l" t="t" r="r" b="b"/>
                <a:pathLst>
                  <a:path w="13268" h="19072" extrusionOk="0">
                    <a:moveTo>
                      <a:pt x="4818" y="14006"/>
                    </a:moveTo>
                    <a:cubicBezTo>
                      <a:pt x="4787" y="14029"/>
                      <a:pt x="4755" y="14041"/>
                      <a:pt x="4723" y="14041"/>
                    </a:cubicBezTo>
                    <a:cubicBezTo>
                      <a:pt x="4690" y="14041"/>
                      <a:pt x="4657" y="14029"/>
                      <a:pt x="4623" y="14006"/>
                    </a:cubicBezTo>
                    <a:close/>
                    <a:moveTo>
                      <a:pt x="5714" y="1"/>
                    </a:moveTo>
                    <a:cubicBezTo>
                      <a:pt x="5388" y="1"/>
                      <a:pt x="5177" y="297"/>
                      <a:pt x="5185" y="666"/>
                    </a:cubicBezTo>
                    <a:cubicBezTo>
                      <a:pt x="5195" y="1170"/>
                      <a:pt x="5248" y="1668"/>
                      <a:pt x="5318" y="2166"/>
                    </a:cubicBezTo>
                    <a:cubicBezTo>
                      <a:pt x="5467" y="3235"/>
                      <a:pt x="5665" y="4298"/>
                      <a:pt x="5680" y="5382"/>
                    </a:cubicBezTo>
                    <a:cubicBezTo>
                      <a:pt x="5680" y="5436"/>
                      <a:pt x="5686" y="5493"/>
                      <a:pt x="5705" y="5542"/>
                    </a:cubicBezTo>
                    <a:cubicBezTo>
                      <a:pt x="5734" y="5616"/>
                      <a:pt x="5767" y="5692"/>
                      <a:pt x="5818" y="5751"/>
                    </a:cubicBezTo>
                    <a:cubicBezTo>
                      <a:pt x="6008" y="5971"/>
                      <a:pt x="6202" y="6192"/>
                      <a:pt x="6407" y="6400"/>
                    </a:cubicBezTo>
                    <a:cubicBezTo>
                      <a:pt x="6820" y="6822"/>
                      <a:pt x="7018" y="7340"/>
                      <a:pt x="7104" y="7910"/>
                    </a:cubicBezTo>
                    <a:cubicBezTo>
                      <a:pt x="7219" y="8681"/>
                      <a:pt x="7200" y="9457"/>
                      <a:pt x="7168" y="10231"/>
                    </a:cubicBezTo>
                    <a:cubicBezTo>
                      <a:pt x="7151" y="10661"/>
                      <a:pt x="6826" y="10938"/>
                      <a:pt x="6410" y="10938"/>
                    </a:cubicBezTo>
                    <a:cubicBezTo>
                      <a:pt x="6357" y="10938"/>
                      <a:pt x="6303" y="10934"/>
                      <a:pt x="6247" y="10924"/>
                    </a:cubicBezTo>
                    <a:cubicBezTo>
                      <a:pt x="6244" y="10924"/>
                      <a:pt x="6240" y="10924"/>
                      <a:pt x="6237" y="10924"/>
                    </a:cubicBezTo>
                    <a:cubicBezTo>
                      <a:pt x="6221" y="10924"/>
                      <a:pt x="6204" y="10929"/>
                      <a:pt x="6193" y="10930"/>
                    </a:cubicBezTo>
                    <a:cubicBezTo>
                      <a:pt x="6182" y="10936"/>
                      <a:pt x="6173" y="10939"/>
                      <a:pt x="6172" y="10944"/>
                    </a:cubicBezTo>
                    <a:cubicBezTo>
                      <a:pt x="6142" y="11020"/>
                      <a:pt x="6115" y="11097"/>
                      <a:pt x="6086" y="11172"/>
                    </a:cubicBezTo>
                    <a:cubicBezTo>
                      <a:pt x="5938" y="11569"/>
                      <a:pt x="5603" y="11820"/>
                      <a:pt x="5191" y="11820"/>
                    </a:cubicBezTo>
                    <a:cubicBezTo>
                      <a:pt x="5046" y="11821"/>
                      <a:pt x="4967" y="11873"/>
                      <a:pt x="4910" y="11999"/>
                    </a:cubicBezTo>
                    <a:cubicBezTo>
                      <a:pt x="4809" y="12229"/>
                      <a:pt x="4584" y="12350"/>
                      <a:pt x="4352" y="12350"/>
                    </a:cubicBezTo>
                    <a:cubicBezTo>
                      <a:pt x="4203" y="12350"/>
                      <a:pt x="4051" y="12300"/>
                      <a:pt x="3926" y="12197"/>
                    </a:cubicBezTo>
                    <a:cubicBezTo>
                      <a:pt x="3672" y="11987"/>
                      <a:pt x="3473" y="11739"/>
                      <a:pt x="3386" y="11422"/>
                    </a:cubicBezTo>
                    <a:cubicBezTo>
                      <a:pt x="3277" y="11037"/>
                      <a:pt x="3184" y="10648"/>
                      <a:pt x="3105" y="10255"/>
                    </a:cubicBezTo>
                    <a:cubicBezTo>
                      <a:pt x="2989" y="9695"/>
                      <a:pt x="2737" y="9191"/>
                      <a:pt x="2485" y="8687"/>
                    </a:cubicBezTo>
                    <a:cubicBezTo>
                      <a:pt x="2470" y="8656"/>
                      <a:pt x="2455" y="8626"/>
                      <a:pt x="2449" y="8614"/>
                    </a:cubicBezTo>
                    <a:cubicBezTo>
                      <a:pt x="2214" y="8680"/>
                      <a:pt x="2035" y="8714"/>
                      <a:pt x="1894" y="8714"/>
                    </a:cubicBezTo>
                    <a:cubicBezTo>
                      <a:pt x="1708" y="8714"/>
                      <a:pt x="1590" y="8654"/>
                      <a:pt x="1501" y="8530"/>
                    </a:cubicBezTo>
                    <a:lnTo>
                      <a:pt x="1501" y="8530"/>
                    </a:lnTo>
                    <a:cubicBezTo>
                      <a:pt x="1636" y="8555"/>
                      <a:pt x="1753" y="8585"/>
                      <a:pt x="1870" y="8597"/>
                    </a:cubicBezTo>
                    <a:cubicBezTo>
                      <a:pt x="1909" y="8601"/>
                      <a:pt x="1948" y="8605"/>
                      <a:pt x="1988" y="8605"/>
                    </a:cubicBezTo>
                    <a:cubicBezTo>
                      <a:pt x="2067" y="8605"/>
                      <a:pt x="2145" y="8586"/>
                      <a:pt x="2211" y="8498"/>
                    </a:cubicBezTo>
                    <a:cubicBezTo>
                      <a:pt x="1854" y="8362"/>
                      <a:pt x="1496" y="8247"/>
                      <a:pt x="1217" y="7994"/>
                    </a:cubicBezTo>
                    <a:cubicBezTo>
                      <a:pt x="1225" y="7976"/>
                      <a:pt x="1232" y="7956"/>
                      <a:pt x="1241" y="7938"/>
                    </a:cubicBezTo>
                    <a:cubicBezTo>
                      <a:pt x="1288" y="7955"/>
                      <a:pt x="1342" y="7962"/>
                      <a:pt x="1382" y="7991"/>
                    </a:cubicBezTo>
                    <a:cubicBezTo>
                      <a:pt x="1642" y="8172"/>
                      <a:pt x="1927" y="8289"/>
                      <a:pt x="2233" y="8372"/>
                    </a:cubicBezTo>
                    <a:cubicBezTo>
                      <a:pt x="2401" y="8419"/>
                      <a:pt x="2539" y="8528"/>
                      <a:pt x="2616" y="8690"/>
                    </a:cubicBezTo>
                    <a:cubicBezTo>
                      <a:pt x="2848" y="9179"/>
                      <a:pt x="3094" y="9667"/>
                      <a:pt x="3195" y="10209"/>
                    </a:cubicBezTo>
                    <a:cubicBezTo>
                      <a:pt x="3240" y="10455"/>
                      <a:pt x="3295" y="10701"/>
                      <a:pt x="3348" y="10947"/>
                    </a:cubicBezTo>
                    <a:cubicBezTo>
                      <a:pt x="3423" y="11296"/>
                      <a:pt x="3548" y="11626"/>
                      <a:pt x="3789" y="11897"/>
                    </a:cubicBezTo>
                    <a:cubicBezTo>
                      <a:pt x="3878" y="11997"/>
                      <a:pt x="3986" y="12089"/>
                      <a:pt x="4101" y="12152"/>
                    </a:cubicBezTo>
                    <a:cubicBezTo>
                      <a:pt x="4183" y="12195"/>
                      <a:pt x="4267" y="12215"/>
                      <a:pt x="4349" y="12215"/>
                    </a:cubicBezTo>
                    <a:cubicBezTo>
                      <a:pt x="4530" y="12215"/>
                      <a:pt x="4697" y="12114"/>
                      <a:pt x="4802" y="11936"/>
                    </a:cubicBezTo>
                    <a:cubicBezTo>
                      <a:pt x="4923" y="11725"/>
                      <a:pt x="4940" y="11500"/>
                      <a:pt x="4920" y="11266"/>
                    </a:cubicBezTo>
                    <a:cubicBezTo>
                      <a:pt x="4883" y="10819"/>
                      <a:pt x="4851" y="10371"/>
                      <a:pt x="4818" y="9923"/>
                    </a:cubicBezTo>
                    <a:cubicBezTo>
                      <a:pt x="4790" y="9538"/>
                      <a:pt x="4778" y="9151"/>
                      <a:pt x="4737" y="8765"/>
                    </a:cubicBezTo>
                    <a:cubicBezTo>
                      <a:pt x="4626" y="7743"/>
                      <a:pt x="4047" y="7082"/>
                      <a:pt x="3115" y="6702"/>
                    </a:cubicBezTo>
                    <a:cubicBezTo>
                      <a:pt x="2895" y="6612"/>
                      <a:pt x="2674" y="6525"/>
                      <a:pt x="2446" y="6457"/>
                    </a:cubicBezTo>
                    <a:cubicBezTo>
                      <a:pt x="2288" y="6409"/>
                      <a:pt x="2121" y="6367"/>
                      <a:pt x="1958" y="6367"/>
                    </a:cubicBezTo>
                    <a:cubicBezTo>
                      <a:pt x="1955" y="6367"/>
                      <a:pt x="1952" y="6367"/>
                      <a:pt x="1950" y="6367"/>
                    </a:cubicBezTo>
                    <a:cubicBezTo>
                      <a:pt x="1528" y="6370"/>
                      <a:pt x="1141" y="6522"/>
                      <a:pt x="763" y="6701"/>
                    </a:cubicBezTo>
                    <a:cubicBezTo>
                      <a:pt x="520" y="6815"/>
                      <a:pt x="353" y="6987"/>
                      <a:pt x="280" y="7245"/>
                    </a:cubicBezTo>
                    <a:cubicBezTo>
                      <a:pt x="220" y="7454"/>
                      <a:pt x="167" y="7665"/>
                      <a:pt x="112" y="7875"/>
                    </a:cubicBezTo>
                    <a:cubicBezTo>
                      <a:pt x="11" y="8256"/>
                      <a:pt x="1" y="8641"/>
                      <a:pt x="95" y="9023"/>
                    </a:cubicBezTo>
                    <a:cubicBezTo>
                      <a:pt x="209" y="9478"/>
                      <a:pt x="331" y="9932"/>
                      <a:pt x="449" y="10384"/>
                    </a:cubicBezTo>
                    <a:cubicBezTo>
                      <a:pt x="590" y="10918"/>
                      <a:pt x="740" y="11449"/>
                      <a:pt x="1012" y="11933"/>
                    </a:cubicBezTo>
                    <a:cubicBezTo>
                      <a:pt x="1144" y="12168"/>
                      <a:pt x="1277" y="12414"/>
                      <a:pt x="1459" y="12608"/>
                    </a:cubicBezTo>
                    <a:cubicBezTo>
                      <a:pt x="1686" y="12849"/>
                      <a:pt x="1954" y="13055"/>
                      <a:pt x="2221" y="13254"/>
                    </a:cubicBezTo>
                    <a:cubicBezTo>
                      <a:pt x="2620" y="13551"/>
                      <a:pt x="3048" y="13802"/>
                      <a:pt x="3555" y="13879"/>
                    </a:cubicBezTo>
                    <a:cubicBezTo>
                      <a:pt x="3590" y="13883"/>
                      <a:pt x="3620" y="13909"/>
                      <a:pt x="3669" y="13934"/>
                    </a:cubicBezTo>
                    <a:cubicBezTo>
                      <a:pt x="3609" y="13972"/>
                      <a:pt x="3552" y="13985"/>
                      <a:pt x="3498" y="13985"/>
                    </a:cubicBezTo>
                    <a:cubicBezTo>
                      <a:pt x="3414" y="13985"/>
                      <a:pt x="3336" y="13952"/>
                      <a:pt x="3261" y="13927"/>
                    </a:cubicBezTo>
                    <a:cubicBezTo>
                      <a:pt x="2911" y="13811"/>
                      <a:pt x="2584" y="13648"/>
                      <a:pt x="2277" y="13442"/>
                    </a:cubicBezTo>
                    <a:cubicBezTo>
                      <a:pt x="2197" y="13388"/>
                      <a:pt x="2104" y="13353"/>
                      <a:pt x="1981" y="13292"/>
                    </a:cubicBezTo>
                    <a:cubicBezTo>
                      <a:pt x="1981" y="13688"/>
                      <a:pt x="1980" y="14042"/>
                      <a:pt x="1981" y="14395"/>
                    </a:cubicBezTo>
                    <a:cubicBezTo>
                      <a:pt x="1981" y="15646"/>
                      <a:pt x="1986" y="16897"/>
                      <a:pt x="1981" y="18149"/>
                    </a:cubicBezTo>
                    <a:cubicBezTo>
                      <a:pt x="1981" y="18321"/>
                      <a:pt x="2044" y="18417"/>
                      <a:pt x="2194" y="18500"/>
                    </a:cubicBezTo>
                    <a:cubicBezTo>
                      <a:pt x="2551" y="18696"/>
                      <a:pt x="2940" y="18788"/>
                      <a:pt x="3322" y="18905"/>
                    </a:cubicBezTo>
                    <a:cubicBezTo>
                      <a:pt x="3680" y="19016"/>
                      <a:pt x="4040" y="19071"/>
                      <a:pt x="4402" y="19071"/>
                    </a:cubicBezTo>
                    <a:cubicBezTo>
                      <a:pt x="4606" y="19071"/>
                      <a:pt x="4811" y="19054"/>
                      <a:pt x="5016" y="19019"/>
                    </a:cubicBezTo>
                    <a:cubicBezTo>
                      <a:pt x="5390" y="18955"/>
                      <a:pt x="5759" y="18856"/>
                      <a:pt x="6130" y="18773"/>
                    </a:cubicBezTo>
                    <a:cubicBezTo>
                      <a:pt x="6385" y="18716"/>
                      <a:pt x="6622" y="18623"/>
                      <a:pt x="6838" y="18470"/>
                    </a:cubicBezTo>
                    <a:cubicBezTo>
                      <a:pt x="6985" y="18365"/>
                      <a:pt x="7083" y="18234"/>
                      <a:pt x="7093" y="18051"/>
                    </a:cubicBezTo>
                    <a:cubicBezTo>
                      <a:pt x="7107" y="17801"/>
                      <a:pt x="7132" y="17549"/>
                      <a:pt x="7119" y="17300"/>
                    </a:cubicBezTo>
                    <a:cubicBezTo>
                      <a:pt x="7075" y="16570"/>
                      <a:pt x="7122" y="15844"/>
                      <a:pt x="7156" y="15118"/>
                    </a:cubicBezTo>
                    <a:cubicBezTo>
                      <a:pt x="7174" y="14731"/>
                      <a:pt x="7212" y="14345"/>
                      <a:pt x="7234" y="13958"/>
                    </a:cubicBezTo>
                    <a:cubicBezTo>
                      <a:pt x="7243" y="13786"/>
                      <a:pt x="7236" y="13612"/>
                      <a:pt x="7236" y="13412"/>
                    </a:cubicBezTo>
                    <a:lnTo>
                      <a:pt x="7236" y="13412"/>
                    </a:lnTo>
                    <a:cubicBezTo>
                      <a:pt x="7080" y="13503"/>
                      <a:pt x="6957" y="13583"/>
                      <a:pt x="6826" y="13652"/>
                    </a:cubicBezTo>
                    <a:cubicBezTo>
                      <a:pt x="6688" y="13724"/>
                      <a:pt x="6544" y="13789"/>
                      <a:pt x="6400" y="13847"/>
                    </a:cubicBezTo>
                    <a:cubicBezTo>
                      <a:pt x="6262" y="13904"/>
                      <a:pt x="6121" y="13955"/>
                      <a:pt x="5978" y="13999"/>
                    </a:cubicBezTo>
                    <a:cubicBezTo>
                      <a:pt x="5850" y="14040"/>
                      <a:pt x="5726" y="14099"/>
                      <a:pt x="5589" y="14099"/>
                    </a:cubicBezTo>
                    <a:cubicBezTo>
                      <a:pt x="5576" y="14099"/>
                      <a:pt x="5563" y="14099"/>
                      <a:pt x="5549" y="14098"/>
                    </a:cubicBezTo>
                    <a:cubicBezTo>
                      <a:pt x="5578" y="14072"/>
                      <a:pt x="5606" y="14057"/>
                      <a:pt x="5638" y="14047"/>
                    </a:cubicBezTo>
                    <a:cubicBezTo>
                      <a:pt x="6325" y="13831"/>
                      <a:pt x="6969" y="13532"/>
                      <a:pt x="7510" y="13043"/>
                    </a:cubicBezTo>
                    <a:cubicBezTo>
                      <a:pt x="7555" y="13002"/>
                      <a:pt x="7605" y="12966"/>
                      <a:pt x="7656" y="12930"/>
                    </a:cubicBezTo>
                    <a:cubicBezTo>
                      <a:pt x="7932" y="12734"/>
                      <a:pt x="8139" y="12477"/>
                      <a:pt x="8307" y="12185"/>
                    </a:cubicBezTo>
                    <a:cubicBezTo>
                      <a:pt x="8582" y="11706"/>
                      <a:pt x="8901" y="11257"/>
                      <a:pt x="9251" y="10830"/>
                    </a:cubicBezTo>
                    <a:cubicBezTo>
                      <a:pt x="9635" y="10359"/>
                      <a:pt x="10094" y="9964"/>
                      <a:pt x="10552" y="9566"/>
                    </a:cubicBezTo>
                    <a:cubicBezTo>
                      <a:pt x="11068" y="9115"/>
                      <a:pt x="11563" y="8638"/>
                      <a:pt x="12147" y="8267"/>
                    </a:cubicBezTo>
                    <a:cubicBezTo>
                      <a:pt x="12405" y="8105"/>
                      <a:pt x="12640" y="7905"/>
                      <a:pt x="12868" y="7701"/>
                    </a:cubicBezTo>
                    <a:cubicBezTo>
                      <a:pt x="13267" y="7343"/>
                      <a:pt x="13248" y="6905"/>
                      <a:pt x="12820" y="6576"/>
                    </a:cubicBezTo>
                    <a:cubicBezTo>
                      <a:pt x="12550" y="6370"/>
                      <a:pt x="12267" y="6274"/>
                      <a:pt x="11988" y="6274"/>
                    </a:cubicBezTo>
                    <a:cubicBezTo>
                      <a:pt x="11612" y="6274"/>
                      <a:pt x="11244" y="6448"/>
                      <a:pt x="10925" y="6761"/>
                    </a:cubicBezTo>
                    <a:cubicBezTo>
                      <a:pt x="10601" y="7079"/>
                      <a:pt x="10324" y="7445"/>
                      <a:pt x="10029" y="7793"/>
                    </a:cubicBezTo>
                    <a:cubicBezTo>
                      <a:pt x="9882" y="7965"/>
                      <a:pt x="9717" y="8112"/>
                      <a:pt x="9512" y="8214"/>
                    </a:cubicBezTo>
                    <a:cubicBezTo>
                      <a:pt x="9407" y="8267"/>
                      <a:pt x="9311" y="8339"/>
                      <a:pt x="9212" y="8402"/>
                    </a:cubicBezTo>
                    <a:cubicBezTo>
                      <a:pt x="9216" y="8414"/>
                      <a:pt x="9222" y="8426"/>
                      <a:pt x="9228" y="8438"/>
                    </a:cubicBezTo>
                    <a:cubicBezTo>
                      <a:pt x="9413" y="8411"/>
                      <a:pt x="9597" y="8386"/>
                      <a:pt x="9807" y="8356"/>
                    </a:cubicBezTo>
                    <a:lnTo>
                      <a:pt x="9807" y="8356"/>
                    </a:lnTo>
                    <a:cubicBezTo>
                      <a:pt x="9774" y="8396"/>
                      <a:pt x="9764" y="8420"/>
                      <a:pt x="9749" y="8425"/>
                    </a:cubicBezTo>
                    <a:cubicBezTo>
                      <a:pt x="9495" y="8489"/>
                      <a:pt x="9242" y="8566"/>
                      <a:pt x="8980" y="8566"/>
                    </a:cubicBezTo>
                    <a:cubicBezTo>
                      <a:pt x="8936" y="8566"/>
                      <a:pt x="8893" y="8564"/>
                      <a:pt x="8849" y="8560"/>
                    </a:cubicBezTo>
                    <a:cubicBezTo>
                      <a:pt x="8688" y="8542"/>
                      <a:pt x="8532" y="8488"/>
                      <a:pt x="8374" y="8453"/>
                    </a:cubicBezTo>
                    <a:cubicBezTo>
                      <a:pt x="8311" y="8441"/>
                      <a:pt x="8245" y="8438"/>
                      <a:pt x="8154" y="8428"/>
                    </a:cubicBezTo>
                    <a:lnTo>
                      <a:pt x="8154" y="8428"/>
                    </a:lnTo>
                    <a:cubicBezTo>
                      <a:pt x="8203" y="8548"/>
                      <a:pt x="8239" y="8636"/>
                      <a:pt x="8275" y="8726"/>
                    </a:cubicBezTo>
                    <a:cubicBezTo>
                      <a:pt x="8182" y="8663"/>
                      <a:pt x="8107" y="8588"/>
                      <a:pt x="8070" y="8500"/>
                    </a:cubicBezTo>
                    <a:cubicBezTo>
                      <a:pt x="7968" y="8255"/>
                      <a:pt x="7860" y="8010"/>
                      <a:pt x="7798" y="7755"/>
                    </a:cubicBezTo>
                    <a:cubicBezTo>
                      <a:pt x="7651" y="7139"/>
                      <a:pt x="7641" y="6502"/>
                      <a:pt x="7600" y="5872"/>
                    </a:cubicBezTo>
                    <a:cubicBezTo>
                      <a:pt x="7566" y="5331"/>
                      <a:pt x="7573" y="4786"/>
                      <a:pt x="7543" y="4243"/>
                    </a:cubicBezTo>
                    <a:cubicBezTo>
                      <a:pt x="7516" y="3761"/>
                      <a:pt x="7489" y="3278"/>
                      <a:pt x="7416" y="2802"/>
                    </a:cubicBezTo>
                    <a:cubicBezTo>
                      <a:pt x="7347" y="2363"/>
                      <a:pt x="7248" y="1920"/>
                      <a:pt x="7102" y="1500"/>
                    </a:cubicBezTo>
                    <a:cubicBezTo>
                      <a:pt x="6960" y="1090"/>
                      <a:pt x="6737" y="708"/>
                      <a:pt x="6439" y="385"/>
                    </a:cubicBezTo>
                    <a:cubicBezTo>
                      <a:pt x="6343" y="282"/>
                      <a:pt x="6223" y="198"/>
                      <a:pt x="6101" y="124"/>
                    </a:cubicBezTo>
                    <a:cubicBezTo>
                      <a:pt x="5961" y="39"/>
                      <a:pt x="5830" y="1"/>
                      <a:pt x="5714" y="1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5"/>
              <p:cNvSpPr/>
              <p:nvPr/>
            </p:nvSpPr>
            <p:spPr>
              <a:xfrm>
                <a:off x="1344575" y="1753575"/>
                <a:ext cx="78125" cy="139225"/>
              </a:xfrm>
              <a:custGeom>
                <a:avLst/>
                <a:gdLst/>
                <a:ahLst/>
                <a:cxnLst/>
                <a:rect l="l" t="t" r="r" b="b"/>
                <a:pathLst>
                  <a:path w="3125" h="5569" extrusionOk="0">
                    <a:moveTo>
                      <a:pt x="841" y="0"/>
                    </a:moveTo>
                    <a:cubicBezTo>
                      <a:pt x="779" y="0"/>
                      <a:pt x="716" y="15"/>
                      <a:pt x="653" y="46"/>
                    </a:cubicBezTo>
                    <a:cubicBezTo>
                      <a:pt x="524" y="107"/>
                      <a:pt x="390" y="160"/>
                      <a:pt x="266" y="227"/>
                    </a:cubicBezTo>
                    <a:cubicBezTo>
                      <a:pt x="195" y="265"/>
                      <a:pt x="126" y="316"/>
                      <a:pt x="72" y="376"/>
                    </a:cubicBezTo>
                    <a:cubicBezTo>
                      <a:pt x="0" y="455"/>
                      <a:pt x="20" y="515"/>
                      <a:pt x="114" y="568"/>
                    </a:cubicBezTo>
                    <a:cubicBezTo>
                      <a:pt x="186" y="605"/>
                      <a:pt x="260" y="640"/>
                      <a:pt x="326" y="686"/>
                    </a:cubicBezTo>
                    <a:cubicBezTo>
                      <a:pt x="767" y="997"/>
                      <a:pt x="1178" y="1339"/>
                      <a:pt x="1540" y="1741"/>
                    </a:cubicBezTo>
                    <a:cubicBezTo>
                      <a:pt x="1717" y="1939"/>
                      <a:pt x="1844" y="2155"/>
                      <a:pt x="1907" y="2412"/>
                    </a:cubicBezTo>
                    <a:cubicBezTo>
                      <a:pt x="2023" y="2890"/>
                      <a:pt x="2078" y="3377"/>
                      <a:pt x="2108" y="3864"/>
                    </a:cubicBezTo>
                    <a:cubicBezTo>
                      <a:pt x="2140" y="4359"/>
                      <a:pt x="2149" y="4855"/>
                      <a:pt x="2165" y="5351"/>
                    </a:cubicBezTo>
                    <a:cubicBezTo>
                      <a:pt x="2171" y="5512"/>
                      <a:pt x="2191" y="5536"/>
                      <a:pt x="2350" y="5561"/>
                    </a:cubicBezTo>
                    <a:cubicBezTo>
                      <a:pt x="2382" y="5566"/>
                      <a:pt x="2414" y="5569"/>
                      <a:pt x="2446" y="5569"/>
                    </a:cubicBezTo>
                    <a:cubicBezTo>
                      <a:pt x="2717" y="5569"/>
                      <a:pt x="2957" y="5383"/>
                      <a:pt x="3019" y="5102"/>
                    </a:cubicBezTo>
                    <a:cubicBezTo>
                      <a:pt x="3102" y="4734"/>
                      <a:pt x="3111" y="4362"/>
                      <a:pt x="3124" y="3984"/>
                    </a:cubicBezTo>
                    <a:cubicBezTo>
                      <a:pt x="3075" y="3498"/>
                      <a:pt x="3039" y="3012"/>
                      <a:pt x="2973" y="2529"/>
                    </a:cubicBezTo>
                    <a:cubicBezTo>
                      <a:pt x="2931" y="2218"/>
                      <a:pt x="2841" y="1915"/>
                      <a:pt x="2651" y="1656"/>
                    </a:cubicBezTo>
                    <a:cubicBezTo>
                      <a:pt x="2249" y="1103"/>
                      <a:pt x="1783" y="611"/>
                      <a:pt x="1255" y="178"/>
                    </a:cubicBezTo>
                    <a:cubicBezTo>
                      <a:pt x="1187" y="122"/>
                      <a:pt x="1105" y="85"/>
                      <a:pt x="1026" y="46"/>
                    </a:cubicBezTo>
                    <a:cubicBezTo>
                      <a:pt x="965" y="15"/>
                      <a:pt x="903" y="0"/>
                      <a:pt x="841" y="0"/>
                    </a:cubicBezTo>
                    <a:close/>
                  </a:path>
                </a:pathLst>
              </a:custGeom>
              <a:solidFill>
                <a:srgbClr val="EA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5"/>
              <p:cNvSpPr/>
              <p:nvPr/>
            </p:nvSpPr>
            <p:spPr>
              <a:xfrm>
                <a:off x="1241375" y="1619025"/>
                <a:ext cx="337425" cy="484250"/>
              </a:xfrm>
              <a:custGeom>
                <a:avLst/>
                <a:gdLst/>
                <a:ahLst/>
                <a:cxnLst/>
                <a:rect l="l" t="t" r="r" b="b"/>
                <a:pathLst>
                  <a:path w="13497" h="19370" extrusionOk="0">
                    <a:moveTo>
                      <a:pt x="4970" y="5382"/>
                    </a:moveTo>
                    <a:cubicBezTo>
                      <a:pt x="5032" y="5382"/>
                      <a:pt x="5093" y="5397"/>
                      <a:pt x="5154" y="5426"/>
                    </a:cubicBezTo>
                    <a:cubicBezTo>
                      <a:pt x="5233" y="5467"/>
                      <a:pt x="5315" y="5504"/>
                      <a:pt x="5383" y="5560"/>
                    </a:cubicBezTo>
                    <a:cubicBezTo>
                      <a:pt x="5911" y="5992"/>
                      <a:pt x="6377" y="6485"/>
                      <a:pt x="6779" y="7038"/>
                    </a:cubicBezTo>
                    <a:cubicBezTo>
                      <a:pt x="6969" y="7297"/>
                      <a:pt x="7059" y="7600"/>
                      <a:pt x="7101" y="7911"/>
                    </a:cubicBezTo>
                    <a:cubicBezTo>
                      <a:pt x="7165" y="8392"/>
                      <a:pt x="7203" y="8880"/>
                      <a:pt x="7252" y="9366"/>
                    </a:cubicBezTo>
                    <a:cubicBezTo>
                      <a:pt x="7239" y="9743"/>
                      <a:pt x="7230" y="10116"/>
                      <a:pt x="7147" y="10484"/>
                    </a:cubicBezTo>
                    <a:cubicBezTo>
                      <a:pt x="7085" y="10765"/>
                      <a:pt x="6845" y="10951"/>
                      <a:pt x="6574" y="10951"/>
                    </a:cubicBezTo>
                    <a:cubicBezTo>
                      <a:pt x="6542" y="10951"/>
                      <a:pt x="6510" y="10948"/>
                      <a:pt x="6478" y="10943"/>
                    </a:cubicBezTo>
                    <a:cubicBezTo>
                      <a:pt x="6319" y="10918"/>
                      <a:pt x="6299" y="10892"/>
                      <a:pt x="6293" y="10733"/>
                    </a:cubicBezTo>
                    <a:cubicBezTo>
                      <a:pt x="6277" y="10237"/>
                      <a:pt x="6268" y="9741"/>
                      <a:pt x="6236" y="9246"/>
                    </a:cubicBezTo>
                    <a:cubicBezTo>
                      <a:pt x="6206" y="8759"/>
                      <a:pt x="6151" y="8272"/>
                      <a:pt x="6035" y="7794"/>
                    </a:cubicBezTo>
                    <a:cubicBezTo>
                      <a:pt x="5972" y="7537"/>
                      <a:pt x="5845" y="7320"/>
                      <a:pt x="5668" y="7123"/>
                    </a:cubicBezTo>
                    <a:cubicBezTo>
                      <a:pt x="5306" y="6721"/>
                      <a:pt x="4895" y="6379"/>
                      <a:pt x="4454" y="6068"/>
                    </a:cubicBezTo>
                    <a:cubicBezTo>
                      <a:pt x="4388" y="6022"/>
                      <a:pt x="4314" y="5987"/>
                      <a:pt x="4242" y="5948"/>
                    </a:cubicBezTo>
                    <a:cubicBezTo>
                      <a:pt x="4148" y="5897"/>
                      <a:pt x="4128" y="5837"/>
                      <a:pt x="4202" y="5756"/>
                    </a:cubicBezTo>
                    <a:cubicBezTo>
                      <a:pt x="4254" y="5698"/>
                      <a:pt x="4323" y="5647"/>
                      <a:pt x="4394" y="5609"/>
                    </a:cubicBezTo>
                    <a:cubicBezTo>
                      <a:pt x="4518" y="5542"/>
                      <a:pt x="4652" y="5489"/>
                      <a:pt x="4781" y="5428"/>
                    </a:cubicBezTo>
                    <a:cubicBezTo>
                      <a:pt x="4844" y="5397"/>
                      <a:pt x="4907" y="5382"/>
                      <a:pt x="4970" y="5382"/>
                    </a:cubicBezTo>
                    <a:close/>
                    <a:moveTo>
                      <a:pt x="3464" y="5914"/>
                    </a:moveTo>
                    <a:cubicBezTo>
                      <a:pt x="3634" y="5914"/>
                      <a:pt x="3803" y="5949"/>
                      <a:pt x="3975" y="5986"/>
                    </a:cubicBezTo>
                    <a:cubicBezTo>
                      <a:pt x="4457" y="6092"/>
                      <a:pt x="4754" y="6463"/>
                      <a:pt x="5112" y="6742"/>
                    </a:cubicBezTo>
                    <a:cubicBezTo>
                      <a:pt x="5290" y="6879"/>
                      <a:pt x="5432" y="7056"/>
                      <a:pt x="5590" y="7216"/>
                    </a:cubicBezTo>
                    <a:cubicBezTo>
                      <a:pt x="5816" y="7447"/>
                      <a:pt x="5932" y="7731"/>
                      <a:pt x="5992" y="8046"/>
                    </a:cubicBezTo>
                    <a:cubicBezTo>
                      <a:pt x="6119" y="8711"/>
                      <a:pt x="6172" y="9378"/>
                      <a:pt x="6172" y="10052"/>
                    </a:cubicBezTo>
                    <a:cubicBezTo>
                      <a:pt x="6172" y="10297"/>
                      <a:pt x="6176" y="10543"/>
                      <a:pt x="6181" y="10787"/>
                    </a:cubicBezTo>
                    <a:cubicBezTo>
                      <a:pt x="6187" y="11009"/>
                      <a:pt x="6148" y="11219"/>
                      <a:pt x="6035" y="11413"/>
                    </a:cubicBezTo>
                    <a:cubicBezTo>
                      <a:pt x="5884" y="11672"/>
                      <a:pt x="5624" y="11823"/>
                      <a:pt x="5321" y="11823"/>
                    </a:cubicBezTo>
                    <a:cubicBezTo>
                      <a:pt x="5271" y="11823"/>
                      <a:pt x="5221" y="11819"/>
                      <a:pt x="5169" y="11810"/>
                    </a:cubicBezTo>
                    <a:cubicBezTo>
                      <a:pt x="5163" y="11752"/>
                      <a:pt x="5151" y="11686"/>
                      <a:pt x="5151" y="11621"/>
                    </a:cubicBezTo>
                    <a:cubicBezTo>
                      <a:pt x="5153" y="11096"/>
                      <a:pt x="5099" y="10577"/>
                      <a:pt x="5037" y="10058"/>
                    </a:cubicBezTo>
                    <a:cubicBezTo>
                      <a:pt x="5006" y="9782"/>
                      <a:pt x="4994" y="9501"/>
                      <a:pt x="4989" y="9224"/>
                    </a:cubicBezTo>
                    <a:cubicBezTo>
                      <a:pt x="4985" y="8775"/>
                      <a:pt x="4914" y="8340"/>
                      <a:pt x="4704" y="7942"/>
                    </a:cubicBezTo>
                    <a:cubicBezTo>
                      <a:pt x="4451" y="7462"/>
                      <a:pt x="4079" y="7095"/>
                      <a:pt x="3585" y="6858"/>
                    </a:cubicBezTo>
                    <a:cubicBezTo>
                      <a:pt x="3427" y="6781"/>
                      <a:pt x="3259" y="6723"/>
                      <a:pt x="3096" y="6656"/>
                    </a:cubicBezTo>
                    <a:cubicBezTo>
                      <a:pt x="2952" y="6599"/>
                      <a:pt x="2808" y="6541"/>
                      <a:pt x="2653" y="6479"/>
                    </a:cubicBezTo>
                    <a:cubicBezTo>
                      <a:pt x="2766" y="6145"/>
                      <a:pt x="2991" y="5969"/>
                      <a:pt x="3310" y="5924"/>
                    </a:cubicBezTo>
                    <a:cubicBezTo>
                      <a:pt x="3362" y="5917"/>
                      <a:pt x="3413" y="5914"/>
                      <a:pt x="3464" y="5914"/>
                    </a:cubicBezTo>
                    <a:close/>
                    <a:moveTo>
                      <a:pt x="5839" y="137"/>
                    </a:moveTo>
                    <a:cubicBezTo>
                      <a:pt x="5955" y="137"/>
                      <a:pt x="6086" y="174"/>
                      <a:pt x="6227" y="260"/>
                    </a:cubicBezTo>
                    <a:cubicBezTo>
                      <a:pt x="6349" y="332"/>
                      <a:pt x="6469" y="418"/>
                      <a:pt x="6565" y="520"/>
                    </a:cubicBezTo>
                    <a:cubicBezTo>
                      <a:pt x="6863" y="842"/>
                      <a:pt x="7086" y="1226"/>
                      <a:pt x="7228" y="1635"/>
                    </a:cubicBezTo>
                    <a:cubicBezTo>
                      <a:pt x="7374" y="2056"/>
                      <a:pt x="7473" y="2497"/>
                      <a:pt x="7542" y="2938"/>
                    </a:cubicBezTo>
                    <a:cubicBezTo>
                      <a:pt x="7615" y="3414"/>
                      <a:pt x="7642" y="3897"/>
                      <a:pt x="7669" y="4379"/>
                    </a:cubicBezTo>
                    <a:cubicBezTo>
                      <a:pt x="7699" y="4920"/>
                      <a:pt x="7692" y="5467"/>
                      <a:pt x="7726" y="6008"/>
                    </a:cubicBezTo>
                    <a:cubicBezTo>
                      <a:pt x="7767" y="6638"/>
                      <a:pt x="7777" y="7275"/>
                      <a:pt x="7924" y="7890"/>
                    </a:cubicBezTo>
                    <a:cubicBezTo>
                      <a:pt x="7986" y="8145"/>
                      <a:pt x="8094" y="8389"/>
                      <a:pt x="8196" y="8634"/>
                    </a:cubicBezTo>
                    <a:cubicBezTo>
                      <a:pt x="8233" y="8724"/>
                      <a:pt x="8308" y="8799"/>
                      <a:pt x="8401" y="8862"/>
                    </a:cubicBezTo>
                    <a:cubicBezTo>
                      <a:pt x="8365" y="8772"/>
                      <a:pt x="8329" y="8682"/>
                      <a:pt x="8280" y="8564"/>
                    </a:cubicBezTo>
                    <a:lnTo>
                      <a:pt x="8280" y="8564"/>
                    </a:lnTo>
                    <a:cubicBezTo>
                      <a:pt x="8371" y="8574"/>
                      <a:pt x="8437" y="8576"/>
                      <a:pt x="8500" y="8589"/>
                    </a:cubicBezTo>
                    <a:cubicBezTo>
                      <a:pt x="8658" y="8624"/>
                      <a:pt x="8814" y="8678"/>
                      <a:pt x="8975" y="8696"/>
                    </a:cubicBezTo>
                    <a:cubicBezTo>
                      <a:pt x="9019" y="8700"/>
                      <a:pt x="9062" y="8702"/>
                      <a:pt x="9106" y="8702"/>
                    </a:cubicBezTo>
                    <a:cubicBezTo>
                      <a:pt x="9368" y="8702"/>
                      <a:pt x="9621" y="8625"/>
                      <a:pt x="9875" y="8559"/>
                    </a:cubicBezTo>
                    <a:cubicBezTo>
                      <a:pt x="9890" y="8556"/>
                      <a:pt x="9900" y="8531"/>
                      <a:pt x="9933" y="8492"/>
                    </a:cubicBezTo>
                    <a:lnTo>
                      <a:pt x="9933" y="8492"/>
                    </a:lnTo>
                    <a:cubicBezTo>
                      <a:pt x="9723" y="8522"/>
                      <a:pt x="9539" y="8547"/>
                      <a:pt x="9354" y="8574"/>
                    </a:cubicBezTo>
                    <a:cubicBezTo>
                      <a:pt x="9348" y="8562"/>
                      <a:pt x="9342" y="8550"/>
                      <a:pt x="9338" y="8538"/>
                    </a:cubicBezTo>
                    <a:cubicBezTo>
                      <a:pt x="9437" y="8475"/>
                      <a:pt x="9533" y="8403"/>
                      <a:pt x="9638" y="8350"/>
                    </a:cubicBezTo>
                    <a:cubicBezTo>
                      <a:pt x="9843" y="8248"/>
                      <a:pt x="10008" y="8101"/>
                      <a:pt x="10155" y="7929"/>
                    </a:cubicBezTo>
                    <a:cubicBezTo>
                      <a:pt x="10450" y="7581"/>
                      <a:pt x="10726" y="7213"/>
                      <a:pt x="11050" y="6897"/>
                    </a:cubicBezTo>
                    <a:cubicBezTo>
                      <a:pt x="11369" y="6584"/>
                      <a:pt x="11738" y="6410"/>
                      <a:pt x="12114" y="6410"/>
                    </a:cubicBezTo>
                    <a:cubicBezTo>
                      <a:pt x="12394" y="6410"/>
                      <a:pt x="12677" y="6506"/>
                      <a:pt x="12946" y="6712"/>
                    </a:cubicBezTo>
                    <a:cubicBezTo>
                      <a:pt x="13375" y="7039"/>
                      <a:pt x="13393" y="7477"/>
                      <a:pt x="12994" y="7837"/>
                    </a:cubicBezTo>
                    <a:cubicBezTo>
                      <a:pt x="12766" y="8041"/>
                      <a:pt x="12529" y="8241"/>
                      <a:pt x="12273" y="8403"/>
                    </a:cubicBezTo>
                    <a:cubicBezTo>
                      <a:pt x="11689" y="8774"/>
                      <a:pt x="11194" y="9251"/>
                      <a:pt x="10678" y="9701"/>
                    </a:cubicBezTo>
                    <a:cubicBezTo>
                      <a:pt x="10220" y="10098"/>
                      <a:pt x="9762" y="10495"/>
                      <a:pt x="9377" y="10966"/>
                    </a:cubicBezTo>
                    <a:cubicBezTo>
                      <a:pt x="9027" y="11392"/>
                      <a:pt x="8708" y="11840"/>
                      <a:pt x="8433" y="12319"/>
                    </a:cubicBezTo>
                    <a:cubicBezTo>
                      <a:pt x="8265" y="12613"/>
                      <a:pt x="8059" y="12870"/>
                      <a:pt x="7782" y="13066"/>
                    </a:cubicBezTo>
                    <a:cubicBezTo>
                      <a:pt x="7732" y="13102"/>
                      <a:pt x="7681" y="13138"/>
                      <a:pt x="7636" y="13179"/>
                    </a:cubicBezTo>
                    <a:cubicBezTo>
                      <a:pt x="7095" y="13668"/>
                      <a:pt x="6451" y="13965"/>
                      <a:pt x="5765" y="14183"/>
                    </a:cubicBezTo>
                    <a:cubicBezTo>
                      <a:pt x="5732" y="14193"/>
                      <a:pt x="5704" y="14208"/>
                      <a:pt x="5675" y="14234"/>
                    </a:cubicBezTo>
                    <a:cubicBezTo>
                      <a:pt x="5688" y="14235"/>
                      <a:pt x="5702" y="14235"/>
                      <a:pt x="5715" y="14235"/>
                    </a:cubicBezTo>
                    <a:cubicBezTo>
                      <a:pt x="5852" y="14235"/>
                      <a:pt x="5977" y="14174"/>
                      <a:pt x="6104" y="14135"/>
                    </a:cubicBezTo>
                    <a:cubicBezTo>
                      <a:pt x="6247" y="14090"/>
                      <a:pt x="6388" y="14040"/>
                      <a:pt x="6526" y="13983"/>
                    </a:cubicBezTo>
                    <a:cubicBezTo>
                      <a:pt x="6670" y="13925"/>
                      <a:pt x="6814" y="13860"/>
                      <a:pt x="6952" y="13787"/>
                    </a:cubicBezTo>
                    <a:cubicBezTo>
                      <a:pt x="7083" y="13719"/>
                      <a:pt x="7207" y="13639"/>
                      <a:pt x="7362" y="13548"/>
                    </a:cubicBezTo>
                    <a:lnTo>
                      <a:pt x="7362" y="13548"/>
                    </a:lnTo>
                    <a:cubicBezTo>
                      <a:pt x="7362" y="13748"/>
                      <a:pt x="7369" y="13920"/>
                      <a:pt x="7360" y="14094"/>
                    </a:cubicBezTo>
                    <a:cubicBezTo>
                      <a:pt x="7338" y="14481"/>
                      <a:pt x="7300" y="14867"/>
                      <a:pt x="7282" y="15254"/>
                    </a:cubicBezTo>
                    <a:cubicBezTo>
                      <a:pt x="7248" y="15980"/>
                      <a:pt x="7201" y="16706"/>
                      <a:pt x="7245" y="17436"/>
                    </a:cubicBezTo>
                    <a:cubicBezTo>
                      <a:pt x="7258" y="17685"/>
                      <a:pt x="7233" y="17937"/>
                      <a:pt x="7219" y="18187"/>
                    </a:cubicBezTo>
                    <a:cubicBezTo>
                      <a:pt x="7209" y="18369"/>
                      <a:pt x="7111" y="18501"/>
                      <a:pt x="6964" y="18606"/>
                    </a:cubicBezTo>
                    <a:cubicBezTo>
                      <a:pt x="6748" y="18759"/>
                      <a:pt x="6511" y="18852"/>
                      <a:pt x="6256" y="18907"/>
                    </a:cubicBezTo>
                    <a:cubicBezTo>
                      <a:pt x="5885" y="18990"/>
                      <a:pt x="5518" y="19091"/>
                      <a:pt x="5142" y="19154"/>
                    </a:cubicBezTo>
                    <a:cubicBezTo>
                      <a:pt x="4937" y="19189"/>
                      <a:pt x="4731" y="19206"/>
                      <a:pt x="4527" y="19206"/>
                    </a:cubicBezTo>
                    <a:cubicBezTo>
                      <a:pt x="4165" y="19206"/>
                      <a:pt x="3806" y="19151"/>
                      <a:pt x="3448" y="19041"/>
                    </a:cubicBezTo>
                    <a:cubicBezTo>
                      <a:pt x="3066" y="18924"/>
                      <a:pt x="2677" y="18831"/>
                      <a:pt x="2320" y="18636"/>
                    </a:cubicBezTo>
                    <a:cubicBezTo>
                      <a:pt x="2170" y="18552"/>
                      <a:pt x="2107" y="18457"/>
                      <a:pt x="2107" y="18285"/>
                    </a:cubicBezTo>
                    <a:cubicBezTo>
                      <a:pt x="2112" y="17033"/>
                      <a:pt x="2107" y="15782"/>
                      <a:pt x="2107" y="14531"/>
                    </a:cubicBezTo>
                    <a:cubicBezTo>
                      <a:pt x="2106" y="14178"/>
                      <a:pt x="2107" y="13824"/>
                      <a:pt x="2107" y="13428"/>
                    </a:cubicBezTo>
                    <a:cubicBezTo>
                      <a:pt x="2230" y="13489"/>
                      <a:pt x="2323" y="13524"/>
                      <a:pt x="2403" y="13578"/>
                    </a:cubicBezTo>
                    <a:cubicBezTo>
                      <a:pt x="2710" y="13784"/>
                      <a:pt x="3039" y="13946"/>
                      <a:pt x="3388" y="14063"/>
                    </a:cubicBezTo>
                    <a:cubicBezTo>
                      <a:pt x="3462" y="14088"/>
                      <a:pt x="3539" y="14120"/>
                      <a:pt x="3622" y="14120"/>
                    </a:cubicBezTo>
                    <a:cubicBezTo>
                      <a:pt x="3677" y="14120"/>
                      <a:pt x="3734" y="14106"/>
                      <a:pt x="3795" y="14069"/>
                    </a:cubicBezTo>
                    <a:cubicBezTo>
                      <a:pt x="3746" y="14045"/>
                      <a:pt x="3716" y="14019"/>
                      <a:pt x="3681" y="14013"/>
                    </a:cubicBezTo>
                    <a:cubicBezTo>
                      <a:pt x="3174" y="13938"/>
                      <a:pt x="2748" y="13687"/>
                      <a:pt x="2347" y="13389"/>
                    </a:cubicBezTo>
                    <a:cubicBezTo>
                      <a:pt x="2080" y="13191"/>
                      <a:pt x="1812" y="12985"/>
                      <a:pt x="1585" y="12744"/>
                    </a:cubicBezTo>
                    <a:cubicBezTo>
                      <a:pt x="1403" y="12550"/>
                      <a:pt x="1271" y="12304"/>
                      <a:pt x="1138" y="12069"/>
                    </a:cubicBezTo>
                    <a:cubicBezTo>
                      <a:pt x="866" y="11584"/>
                      <a:pt x="716" y="11053"/>
                      <a:pt x="575" y="10520"/>
                    </a:cubicBezTo>
                    <a:cubicBezTo>
                      <a:pt x="457" y="10067"/>
                      <a:pt x="335" y="9614"/>
                      <a:pt x="221" y="9159"/>
                    </a:cubicBezTo>
                    <a:cubicBezTo>
                      <a:pt x="127" y="8777"/>
                      <a:pt x="137" y="8392"/>
                      <a:pt x="238" y="8010"/>
                    </a:cubicBezTo>
                    <a:cubicBezTo>
                      <a:pt x="293" y="7800"/>
                      <a:pt x="346" y="7590"/>
                      <a:pt x="406" y="7381"/>
                    </a:cubicBezTo>
                    <a:cubicBezTo>
                      <a:pt x="479" y="7123"/>
                      <a:pt x="646" y="6951"/>
                      <a:pt x="889" y="6835"/>
                    </a:cubicBezTo>
                    <a:cubicBezTo>
                      <a:pt x="1267" y="6658"/>
                      <a:pt x="1654" y="6506"/>
                      <a:pt x="2076" y="6503"/>
                    </a:cubicBezTo>
                    <a:cubicBezTo>
                      <a:pt x="2078" y="6503"/>
                      <a:pt x="2081" y="6503"/>
                      <a:pt x="2084" y="6503"/>
                    </a:cubicBezTo>
                    <a:cubicBezTo>
                      <a:pt x="2248" y="6503"/>
                      <a:pt x="2414" y="6545"/>
                      <a:pt x="2572" y="6592"/>
                    </a:cubicBezTo>
                    <a:cubicBezTo>
                      <a:pt x="2800" y="6661"/>
                      <a:pt x="3021" y="6748"/>
                      <a:pt x="3241" y="6838"/>
                    </a:cubicBezTo>
                    <a:cubicBezTo>
                      <a:pt x="4173" y="7216"/>
                      <a:pt x="4752" y="7878"/>
                      <a:pt x="4863" y="8901"/>
                    </a:cubicBezTo>
                    <a:cubicBezTo>
                      <a:pt x="4904" y="9287"/>
                      <a:pt x="4916" y="9674"/>
                      <a:pt x="4944" y="10059"/>
                    </a:cubicBezTo>
                    <a:cubicBezTo>
                      <a:pt x="4977" y="10507"/>
                      <a:pt x="5009" y="10954"/>
                      <a:pt x="5046" y="11401"/>
                    </a:cubicBezTo>
                    <a:cubicBezTo>
                      <a:pt x="5067" y="11636"/>
                      <a:pt x="5049" y="11861"/>
                      <a:pt x="4928" y="12072"/>
                    </a:cubicBezTo>
                    <a:cubicBezTo>
                      <a:pt x="4824" y="12249"/>
                      <a:pt x="4657" y="12351"/>
                      <a:pt x="4476" y="12351"/>
                    </a:cubicBezTo>
                    <a:cubicBezTo>
                      <a:pt x="4394" y="12351"/>
                      <a:pt x="4310" y="12330"/>
                      <a:pt x="4227" y="12286"/>
                    </a:cubicBezTo>
                    <a:cubicBezTo>
                      <a:pt x="4112" y="12225"/>
                      <a:pt x="4004" y="12132"/>
                      <a:pt x="3915" y="12033"/>
                    </a:cubicBezTo>
                    <a:cubicBezTo>
                      <a:pt x="3675" y="11762"/>
                      <a:pt x="3551" y="11432"/>
                      <a:pt x="3474" y="11081"/>
                    </a:cubicBezTo>
                    <a:cubicBezTo>
                      <a:pt x="3421" y="10837"/>
                      <a:pt x="3366" y="10591"/>
                      <a:pt x="3321" y="10343"/>
                    </a:cubicBezTo>
                    <a:cubicBezTo>
                      <a:pt x="3220" y="9801"/>
                      <a:pt x="2974" y="9315"/>
                      <a:pt x="2742" y="8825"/>
                    </a:cubicBezTo>
                    <a:cubicBezTo>
                      <a:pt x="2665" y="8664"/>
                      <a:pt x="2527" y="8555"/>
                      <a:pt x="2359" y="8508"/>
                    </a:cubicBezTo>
                    <a:cubicBezTo>
                      <a:pt x="2053" y="8425"/>
                      <a:pt x="1768" y="8308"/>
                      <a:pt x="1508" y="8127"/>
                    </a:cubicBezTo>
                    <a:cubicBezTo>
                      <a:pt x="1468" y="8098"/>
                      <a:pt x="1414" y="8091"/>
                      <a:pt x="1367" y="8074"/>
                    </a:cubicBezTo>
                    <a:cubicBezTo>
                      <a:pt x="1358" y="8092"/>
                      <a:pt x="1351" y="8110"/>
                      <a:pt x="1343" y="8130"/>
                    </a:cubicBezTo>
                    <a:cubicBezTo>
                      <a:pt x="1622" y="8382"/>
                      <a:pt x="1980" y="8496"/>
                      <a:pt x="2337" y="8634"/>
                    </a:cubicBezTo>
                    <a:cubicBezTo>
                      <a:pt x="2271" y="8721"/>
                      <a:pt x="2194" y="8740"/>
                      <a:pt x="2116" y="8740"/>
                    </a:cubicBezTo>
                    <a:cubicBezTo>
                      <a:pt x="2076" y="8740"/>
                      <a:pt x="2035" y="8735"/>
                      <a:pt x="1996" y="8732"/>
                    </a:cubicBezTo>
                    <a:cubicBezTo>
                      <a:pt x="1879" y="8721"/>
                      <a:pt x="1762" y="8691"/>
                      <a:pt x="1627" y="8666"/>
                    </a:cubicBezTo>
                    <a:lnTo>
                      <a:pt x="1627" y="8666"/>
                    </a:lnTo>
                    <a:cubicBezTo>
                      <a:pt x="1716" y="8790"/>
                      <a:pt x="1834" y="8850"/>
                      <a:pt x="2021" y="8850"/>
                    </a:cubicBezTo>
                    <a:cubicBezTo>
                      <a:pt x="2161" y="8850"/>
                      <a:pt x="2341" y="8816"/>
                      <a:pt x="2575" y="8750"/>
                    </a:cubicBezTo>
                    <a:cubicBezTo>
                      <a:pt x="2581" y="8762"/>
                      <a:pt x="2596" y="8792"/>
                      <a:pt x="2611" y="8823"/>
                    </a:cubicBezTo>
                    <a:cubicBezTo>
                      <a:pt x="2863" y="9327"/>
                      <a:pt x="3115" y="9830"/>
                      <a:pt x="3231" y="10391"/>
                    </a:cubicBezTo>
                    <a:cubicBezTo>
                      <a:pt x="3310" y="10783"/>
                      <a:pt x="3405" y="11173"/>
                      <a:pt x="3512" y="11558"/>
                    </a:cubicBezTo>
                    <a:cubicBezTo>
                      <a:pt x="3600" y="11875"/>
                      <a:pt x="3798" y="12123"/>
                      <a:pt x="4052" y="12333"/>
                    </a:cubicBezTo>
                    <a:cubicBezTo>
                      <a:pt x="4177" y="12435"/>
                      <a:pt x="4329" y="12485"/>
                      <a:pt x="4478" y="12485"/>
                    </a:cubicBezTo>
                    <a:cubicBezTo>
                      <a:pt x="4710" y="12485"/>
                      <a:pt x="4935" y="12365"/>
                      <a:pt x="5036" y="12135"/>
                    </a:cubicBezTo>
                    <a:cubicBezTo>
                      <a:pt x="5093" y="12007"/>
                      <a:pt x="5172" y="11957"/>
                      <a:pt x="5317" y="11956"/>
                    </a:cubicBezTo>
                    <a:cubicBezTo>
                      <a:pt x="5729" y="11954"/>
                      <a:pt x="6064" y="11705"/>
                      <a:pt x="6212" y="11308"/>
                    </a:cubicBezTo>
                    <a:cubicBezTo>
                      <a:pt x="6241" y="11231"/>
                      <a:pt x="6268" y="11156"/>
                      <a:pt x="6298" y="11080"/>
                    </a:cubicBezTo>
                    <a:cubicBezTo>
                      <a:pt x="6299" y="11075"/>
                      <a:pt x="6308" y="11072"/>
                      <a:pt x="6319" y="11065"/>
                    </a:cubicBezTo>
                    <a:cubicBezTo>
                      <a:pt x="6330" y="11064"/>
                      <a:pt x="6346" y="11059"/>
                      <a:pt x="6362" y="11059"/>
                    </a:cubicBezTo>
                    <a:cubicBezTo>
                      <a:pt x="6366" y="11059"/>
                      <a:pt x="6369" y="11060"/>
                      <a:pt x="6373" y="11060"/>
                    </a:cubicBezTo>
                    <a:cubicBezTo>
                      <a:pt x="6429" y="11070"/>
                      <a:pt x="6483" y="11074"/>
                      <a:pt x="6536" y="11074"/>
                    </a:cubicBezTo>
                    <a:cubicBezTo>
                      <a:pt x="6952" y="11074"/>
                      <a:pt x="7277" y="10796"/>
                      <a:pt x="7294" y="10366"/>
                    </a:cubicBezTo>
                    <a:cubicBezTo>
                      <a:pt x="7326" y="9593"/>
                      <a:pt x="7345" y="8816"/>
                      <a:pt x="7230" y="8046"/>
                    </a:cubicBezTo>
                    <a:cubicBezTo>
                      <a:pt x="7144" y="7476"/>
                      <a:pt x="6946" y="6958"/>
                      <a:pt x="6533" y="6535"/>
                    </a:cubicBezTo>
                    <a:cubicBezTo>
                      <a:pt x="6328" y="6326"/>
                      <a:pt x="6134" y="6107"/>
                      <a:pt x="5944" y="5887"/>
                    </a:cubicBezTo>
                    <a:cubicBezTo>
                      <a:pt x="5893" y="5828"/>
                      <a:pt x="5860" y="5750"/>
                      <a:pt x="5831" y="5677"/>
                    </a:cubicBezTo>
                    <a:cubicBezTo>
                      <a:pt x="5812" y="5629"/>
                      <a:pt x="5806" y="5572"/>
                      <a:pt x="5806" y="5518"/>
                    </a:cubicBezTo>
                    <a:cubicBezTo>
                      <a:pt x="5791" y="4434"/>
                      <a:pt x="5593" y="3371"/>
                      <a:pt x="5444" y="2302"/>
                    </a:cubicBezTo>
                    <a:cubicBezTo>
                      <a:pt x="5374" y="1804"/>
                      <a:pt x="5321" y="1306"/>
                      <a:pt x="5311" y="802"/>
                    </a:cubicBezTo>
                    <a:cubicBezTo>
                      <a:pt x="5303" y="433"/>
                      <a:pt x="5513" y="137"/>
                      <a:pt x="5839" y="137"/>
                    </a:cubicBezTo>
                    <a:close/>
                    <a:moveTo>
                      <a:pt x="5756" y="1"/>
                    </a:moveTo>
                    <a:cubicBezTo>
                      <a:pt x="5740" y="13"/>
                      <a:pt x="5726" y="29"/>
                      <a:pt x="5707" y="35"/>
                    </a:cubicBezTo>
                    <a:cubicBezTo>
                      <a:pt x="5330" y="155"/>
                      <a:pt x="5193" y="443"/>
                      <a:pt x="5195" y="805"/>
                    </a:cubicBezTo>
                    <a:cubicBezTo>
                      <a:pt x="5196" y="1103"/>
                      <a:pt x="5221" y="1402"/>
                      <a:pt x="5257" y="1698"/>
                    </a:cubicBezTo>
                    <a:cubicBezTo>
                      <a:pt x="5320" y="2197"/>
                      <a:pt x="5405" y="2694"/>
                      <a:pt x="5473" y="3192"/>
                    </a:cubicBezTo>
                    <a:cubicBezTo>
                      <a:pt x="5519" y="3542"/>
                      <a:pt x="5543" y="3896"/>
                      <a:pt x="5588" y="4245"/>
                    </a:cubicBezTo>
                    <a:cubicBezTo>
                      <a:pt x="5635" y="4629"/>
                      <a:pt x="5729" y="5008"/>
                      <a:pt x="5708" y="5399"/>
                    </a:cubicBezTo>
                    <a:cubicBezTo>
                      <a:pt x="5705" y="5464"/>
                      <a:pt x="5701" y="5528"/>
                      <a:pt x="5692" y="5644"/>
                    </a:cubicBezTo>
                    <a:cubicBezTo>
                      <a:pt x="5593" y="5566"/>
                      <a:pt x="5533" y="5516"/>
                      <a:pt x="5471" y="5471"/>
                    </a:cubicBezTo>
                    <a:cubicBezTo>
                      <a:pt x="5318" y="5358"/>
                      <a:pt x="5162" y="5282"/>
                      <a:pt x="4988" y="5282"/>
                    </a:cubicBezTo>
                    <a:cubicBezTo>
                      <a:pt x="4907" y="5282"/>
                      <a:pt x="4823" y="5298"/>
                      <a:pt x="4733" y="5335"/>
                    </a:cubicBezTo>
                    <a:cubicBezTo>
                      <a:pt x="4440" y="5455"/>
                      <a:pt x="4143" y="5554"/>
                      <a:pt x="3998" y="5867"/>
                    </a:cubicBezTo>
                    <a:cubicBezTo>
                      <a:pt x="3906" y="5848"/>
                      <a:pt x="3834" y="5831"/>
                      <a:pt x="3762" y="5818"/>
                    </a:cubicBezTo>
                    <a:cubicBezTo>
                      <a:pt x="3664" y="5798"/>
                      <a:pt x="3568" y="5789"/>
                      <a:pt x="3475" y="5789"/>
                    </a:cubicBezTo>
                    <a:cubicBezTo>
                      <a:pt x="3097" y="5789"/>
                      <a:pt x="2769" y="5948"/>
                      <a:pt x="2604" y="6283"/>
                    </a:cubicBezTo>
                    <a:cubicBezTo>
                      <a:pt x="2565" y="6362"/>
                      <a:pt x="2510" y="6388"/>
                      <a:pt x="2434" y="6388"/>
                    </a:cubicBezTo>
                    <a:cubicBezTo>
                      <a:pt x="2419" y="6388"/>
                      <a:pt x="2404" y="6387"/>
                      <a:pt x="2388" y="6385"/>
                    </a:cubicBezTo>
                    <a:cubicBezTo>
                      <a:pt x="2299" y="6374"/>
                      <a:pt x="2212" y="6369"/>
                      <a:pt x="2126" y="6369"/>
                    </a:cubicBezTo>
                    <a:cubicBezTo>
                      <a:pt x="1722" y="6369"/>
                      <a:pt x="1340" y="6482"/>
                      <a:pt x="962" y="6647"/>
                    </a:cubicBezTo>
                    <a:cubicBezTo>
                      <a:pt x="589" y="6811"/>
                      <a:pt x="364" y="7090"/>
                      <a:pt x="251" y="7464"/>
                    </a:cubicBezTo>
                    <a:cubicBezTo>
                      <a:pt x="178" y="7711"/>
                      <a:pt x="136" y="7966"/>
                      <a:pt x="79" y="8218"/>
                    </a:cubicBezTo>
                    <a:cubicBezTo>
                      <a:pt x="55" y="8323"/>
                      <a:pt x="28" y="8428"/>
                      <a:pt x="0" y="8534"/>
                    </a:cubicBezTo>
                    <a:lnTo>
                      <a:pt x="0" y="8778"/>
                    </a:lnTo>
                    <a:cubicBezTo>
                      <a:pt x="25" y="8855"/>
                      <a:pt x="58" y="8931"/>
                      <a:pt x="73" y="9011"/>
                    </a:cubicBezTo>
                    <a:cubicBezTo>
                      <a:pt x="220" y="9815"/>
                      <a:pt x="472" y="10591"/>
                      <a:pt x="725" y="11366"/>
                    </a:cubicBezTo>
                    <a:cubicBezTo>
                      <a:pt x="859" y="11771"/>
                      <a:pt x="1028" y="12163"/>
                      <a:pt x="1271" y="12523"/>
                    </a:cubicBezTo>
                    <a:cubicBezTo>
                      <a:pt x="1396" y="12709"/>
                      <a:pt x="1531" y="12867"/>
                      <a:pt x="1702" y="13002"/>
                    </a:cubicBezTo>
                    <a:cubicBezTo>
                      <a:pt x="1812" y="13090"/>
                      <a:pt x="1918" y="13185"/>
                      <a:pt x="2004" y="13257"/>
                    </a:cubicBezTo>
                    <a:cubicBezTo>
                      <a:pt x="1995" y="13524"/>
                      <a:pt x="1984" y="13761"/>
                      <a:pt x="1983" y="13998"/>
                    </a:cubicBezTo>
                    <a:cubicBezTo>
                      <a:pt x="1974" y="15440"/>
                      <a:pt x="1969" y="16882"/>
                      <a:pt x="1956" y="18322"/>
                    </a:cubicBezTo>
                    <a:cubicBezTo>
                      <a:pt x="1954" y="18519"/>
                      <a:pt x="2031" y="18646"/>
                      <a:pt x="2194" y="18733"/>
                    </a:cubicBezTo>
                    <a:cubicBezTo>
                      <a:pt x="2314" y="18798"/>
                      <a:pt x="2430" y="18876"/>
                      <a:pt x="2557" y="18921"/>
                    </a:cubicBezTo>
                    <a:cubicBezTo>
                      <a:pt x="2838" y="19022"/>
                      <a:pt x="3126" y="19101"/>
                      <a:pt x="3409" y="19197"/>
                    </a:cubicBezTo>
                    <a:cubicBezTo>
                      <a:pt x="3770" y="19320"/>
                      <a:pt x="4140" y="19369"/>
                      <a:pt x="4515" y="19369"/>
                    </a:cubicBezTo>
                    <a:cubicBezTo>
                      <a:pt x="4629" y="19369"/>
                      <a:pt x="4744" y="19365"/>
                      <a:pt x="4859" y="19356"/>
                    </a:cubicBezTo>
                    <a:cubicBezTo>
                      <a:pt x="5440" y="19316"/>
                      <a:pt x="5995" y="19149"/>
                      <a:pt x="6553" y="18999"/>
                    </a:cubicBezTo>
                    <a:cubicBezTo>
                      <a:pt x="6754" y="18945"/>
                      <a:pt x="6929" y="18841"/>
                      <a:pt x="7092" y="18718"/>
                    </a:cubicBezTo>
                    <a:cubicBezTo>
                      <a:pt x="7240" y="18607"/>
                      <a:pt x="7362" y="18474"/>
                      <a:pt x="7363" y="18267"/>
                    </a:cubicBezTo>
                    <a:cubicBezTo>
                      <a:pt x="7366" y="18091"/>
                      <a:pt x="7401" y="17914"/>
                      <a:pt x="7398" y="17739"/>
                    </a:cubicBezTo>
                    <a:cubicBezTo>
                      <a:pt x="7377" y="16888"/>
                      <a:pt x="7381" y="16039"/>
                      <a:pt x="7434" y="15189"/>
                    </a:cubicBezTo>
                    <a:cubicBezTo>
                      <a:pt x="7468" y="14633"/>
                      <a:pt x="7483" y="14076"/>
                      <a:pt x="7501" y="13518"/>
                    </a:cubicBezTo>
                    <a:cubicBezTo>
                      <a:pt x="7503" y="13429"/>
                      <a:pt x="7537" y="13380"/>
                      <a:pt x="7605" y="13339"/>
                    </a:cubicBezTo>
                    <a:cubicBezTo>
                      <a:pt x="7704" y="13279"/>
                      <a:pt x="7813" y="13231"/>
                      <a:pt x="7897" y="13155"/>
                    </a:cubicBezTo>
                    <a:cubicBezTo>
                      <a:pt x="8139" y="12934"/>
                      <a:pt x="8340" y="12682"/>
                      <a:pt x="8517" y="12403"/>
                    </a:cubicBezTo>
                    <a:cubicBezTo>
                      <a:pt x="8805" y="11951"/>
                      <a:pt x="9119" y="11515"/>
                      <a:pt x="9429" y="11075"/>
                    </a:cubicBezTo>
                    <a:cubicBezTo>
                      <a:pt x="9503" y="10970"/>
                      <a:pt x="9594" y="10877"/>
                      <a:pt x="9686" y="10787"/>
                    </a:cubicBezTo>
                    <a:cubicBezTo>
                      <a:pt x="9944" y="10534"/>
                      <a:pt x="10199" y="10279"/>
                      <a:pt x="10465" y="10035"/>
                    </a:cubicBezTo>
                    <a:cubicBezTo>
                      <a:pt x="11062" y="9489"/>
                      <a:pt x="11666" y="8951"/>
                      <a:pt x="12342" y="8498"/>
                    </a:cubicBezTo>
                    <a:cubicBezTo>
                      <a:pt x="12606" y="8320"/>
                      <a:pt x="12855" y="8116"/>
                      <a:pt x="13096" y="7908"/>
                    </a:cubicBezTo>
                    <a:cubicBezTo>
                      <a:pt x="13455" y="7599"/>
                      <a:pt x="13497" y="7113"/>
                      <a:pt x="13183" y="6763"/>
                    </a:cubicBezTo>
                    <a:cubicBezTo>
                      <a:pt x="12913" y="6461"/>
                      <a:pt x="12566" y="6295"/>
                      <a:pt x="12181" y="6295"/>
                    </a:cubicBezTo>
                    <a:cubicBezTo>
                      <a:pt x="12113" y="6295"/>
                      <a:pt x="12043" y="6301"/>
                      <a:pt x="11972" y="6311"/>
                    </a:cubicBezTo>
                    <a:cubicBezTo>
                      <a:pt x="11564" y="6370"/>
                      <a:pt x="11197" y="6554"/>
                      <a:pt x="10921" y="6885"/>
                    </a:cubicBezTo>
                    <a:lnTo>
                      <a:pt x="10921" y="6886"/>
                    </a:lnTo>
                    <a:cubicBezTo>
                      <a:pt x="10663" y="7194"/>
                      <a:pt x="10388" y="7486"/>
                      <a:pt x="10131" y="7794"/>
                    </a:cubicBezTo>
                    <a:cubicBezTo>
                      <a:pt x="9899" y="8073"/>
                      <a:pt x="9606" y="8262"/>
                      <a:pt x="9288" y="8425"/>
                    </a:cubicBezTo>
                    <a:cubicBezTo>
                      <a:pt x="9131" y="8506"/>
                      <a:pt x="8976" y="8558"/>
                      <a:pt x="8819" y="8558"/>
                    </a:cubicBezTo>
                    <a:cubicBezTo>
                      <a:pt x="8706" y="8558"/>
                      <a:pt x="8592" y="8531"/>
                      <a:pt x="8475" y="8469"/>
                    </a:cubicBezTo>
                    <a:cubicBezTo>
                      <a:pt x="8445" y="8453"/>
                      <a:pt x="8410" y="8445"/>
                      <a:pt x="8379" y="8436"/>
                    </a:cubicBezTo>
                    <a:cubicBezTo>
                      <a:pt x="8233" y="8400"/>
                      <a:pt x="8158" y="8304"/>
                      <a:pt x="8109" y="8163"/>
                    </a:cubicBezTo>
                    <a:cubicBezTo>
                      <a:pt x="8001" y="7857"/>
                      <a:pt x="7965" y="7542"/>
                      <a:pt x="7947" y="7222"/>
                    </a:cubicBezTo>
                    <a:cubicBezTo>
                      <a:pt x="7902" y="6406"/>
                      <a:pt x="7816" y="5593"/>
                      <a:pt x="7810" y="4778"/>
                    </a:cubicBezTo>
                    <a:cubicBezTo>
                      <a:pt x="7803" y="3737"/>
                      <a:pt x="7695" y="2713"/>
                      <a:pt x="7384" y="1720"/>
                    </a:cubicBezTo>
                    <a:cubicBezTo>
                      <a:pt x="7150" y="974"/>
                      <a:pt x="6778" y="320"/>
                      <a:pt x="60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5"/>
              <p:cNvSpPr/>
              <p:nvPr/>
            </p:nvSpPr>
            <p:spPr>
              <a:xfrm>
                <a:off x="1360100" y="1972575"/>
                <a:ext cx="4900" cy="875"/>
              </a:xfrm>
              <a:custGeom>
                <a:avLst/>
                <a:gdLst/>
                <a:ahLst/>
                <a:cxnLst/>
                <a:rect l="l" t="t" r="r" b="b"/>
                <a:pathLst>
                  <a:path w="196" h="35" extrusionOk="0">
                    <a:moveTo>
                      <a:pt x="0" y="0"/>
                    </a:moveTo>
                    <a:cubicBezTo>
                      <a:pt x="34" y="23"/>
                      <a:pt x="68" y="35"/>
                      <a:pt x="100" y="35"/>
                    </a:cubicBezTo>
                    <a:cubicBezTo>
                      <a:pt x="133" y="35"/>
                      <a:pt x="165" y="23"/>
                      <a:pt x="1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323;p35">
            <a:extLst>
              <a:ext uri="{FF2B5EF4-FFF2-40B4-BE49-F238E27FC236}">
                <a16:creationId xmlns:a16="http://schemas.microsoft.com/office/drawing/2014/main" id="{D4AEEE3B-4B6F-DF6E-29B3-E2EC45AD3188}"/>
              </a:ext>
            </a:extLst>
          </p:cNvPr>
          <p:cNvSpPr txBox="1">
            <a:spLocks/>
          </p:cNvSpPr>
          <p:nvPr/>
        </p:nvSpPr>
        <p:spPr>
          <a:xfrm>
            <a:off x="540900" y="2571750"/>
            <a:ext cx="40311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22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sz="2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Model Training</a:t>
            </a:r>
          </a:p>
        </p:txBody>
      </p:sp>
      <p:sp>
        <p:nvSpPr>
          <p:cNvPr id="6" name="Google Shape;354;p36">
            <a:extLst>
              <a:ext uri="{FF2B5EF4-FFF2-40B4-BE49-F238E27FC236}">
                <a16:creationId xmlns:a16="http://schemas.microsoft.com/office/drawing/2014/main" id="{BD6EA665-B27D-36BC-5881-23ED81404E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73016" y="1614515"/>
            <a:ext cx="6365495" cy="456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 A Convolutional Neural Network (CNN) was selected for handling the gesture image classification task.</a:t>
            </a:r>
            <a:endParaRPr sz="1400" dirty="0"/>
          </a:p>
        </p:txBody>
      </p:sp>
      <p:sp>
        <p:nvSpPr>
          <p:cNvPr id="9" name="Google Shape;354;p36">
            <a:extLst>
              <a:ext uri="{FF2B5EF4-FFF2-40B4-BE49-F238E27FC236}">
                <a16:creationId xmlns:a16="http://schemas.microsoft.com/office/drawing/2014/main" id="{D4CD311F-9464-068B-3E53-4C9729825055}"/>
              </a:ext>
            </a:extLst>
          </p:cNvPr>
          <p:cNvSpPr txBox="1">
            <a:spLocks/>
          </p:cNvSpPr>
          <p:nvPr/>
        </p:nvSpPr>
        <p:spPr>
          <a:xfrm>
            <a:off x="540900" y="3072095"/>
            <a:ext cx="4248457" cy="168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 algn="l"/>
            <a:r>
              <a:rPr lang="en-GB" sz="1400" dirty="0"/>
              <a:t>Optimizer: Adam with learning rate 0.0008</a:t>
            </a:r>
            <a:endParaRPr lang="ar-EG" sz="1400" dirty="0"/>
          </a:p>
          <a:p>
            <a:pPr marL="139700" indent="0" algn="l"/>
            <a:r>
              <a:rPr lang="en-GB" sz="1400" dirty="0"/>
              <a:t>Loss function: Categorical </a:t>
            </a:r>
            <a:r>
              <a:rPr lang="en-GB" sz="1400" dirty="0" err="1"/>
              <a:t>Crossentropy</a:t>
            </a:r>
            <a:endParaRPr lang="ar-EG" sz="1400" dirty="0"/>
          </a:p>
          <a:p>
            <a:pPr marL="139700" indent="0" algn="l"/>
            <a:r>
              <a:rPr lang="en-GB" sz="1400" dirty="0"/>
              <a:t>Metrics: Accuracy</a:t>
            </a:r>
            <a:endParaRPr lang="ar-EG" sz="1400" dirty="0"/>
          </a:p>
          <a:p>
            <a:pPr marL="139700" indent="0" algn="l"/>
            <a:r>
              <a:rPr lang="en-GB" sz="1400" dirty="0"/>
              <a:t>Epochs: 15</a:t>
            </a:r>
            <a:endParaRPr lang="ar-EG" sz="1400" dirty="0"/>
          </a:p>
          <a:p>
            <a:pPr marL="139700" indent="0" algn="l"/>
            <a:r>
              <a:rPr lang="en-GB" sz="1400" dirty="0"/>
              <a:t>Batch size: 64</a:t>
            </a:r>
            <a:r>
              <a:rPr lang="en-US" sz="1400" dirty="0"/>
              <a:t> </a:t>
            </a:r>
          </a:p>
          <a:p>
            <a:pPr marL="139700" indent="0" algn="l"/>
            <a:r>
              <a:rPr lang="en-US" sz="1400" dirty="0"/>
              <a:t>Data Augmentation: rotation, zoom, width/height shift, shear, horizontal flip</a:t>
            </a:r>
          </a:p>
          <a:p>
            <a:pPr marL="139700" indent="0" algn="l"/>
            <a:endParaRPr lang="en-GB" sz="1400" dirty="0"/>
          </a:p>
        </p:txBody>
      </p:sp>
      <p:sp>
        <p:nvSpPr>
          <p:cNvPr id="10" name="Google Shape;354;p36">
            <a:extLst>
              <a:ext uri="{FF2B5EF4-FFF2-40B4-BE49-F238E27FC236}">
                <a16:creationId xmlns:a16="http://schemas.microsoft.com/office/drawing/2014/main" id="{993219DA-C3F0-268C-8407-1F55C6AE643B}"/>
              </a:ext>
            </a:extLst>
          </p:cNvPr>
          <p:cNvSpPr txBox="1">
            <a:spLocks/>
          </p:cNvSpPr>
          <p:nvPr/>
        </p:nvSpPr>
        <p:spPr>
          <a:xfrm>
            <a:off x="4789357" y="3106944"/>
            <a:ext cx="4248457" cy="168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Albert Sans"/>
              <a:buNone/>
              <a:defRPr sz="2500" b="0" i="0" u="none" strike="noStrike" cap="none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 algn="l"/>
            <a:r>
              <a:rPr lang="en-GB" sz="1400" dirty="0"/>
              <a:t>Callbacks: </a:t>
            </a:r>
            <a:r>
              <a:rPr lang="en-GB" sz="1400" dirty="0" err="1"/>
              <a:t>EarlyStopping</a:t>
            </a:r>
            <a:r>
              <a:rPr lang="en-GB" sz="1400" dirty="0"/>
              <a:t> (patience=7, restore best weights), </a:t>
            </a:r>
            <a:r>
              <a:rPr lang="en-GB" sz="1400" dirty="0" err="1"/>
              <a:t>ReduceLROnPlateau</a:t>
            </a:r>
            <a:r>
              <a:rPr lang="en-GB" sz="1400" dirty="0"/>
              <a:t> (patience=3, factor=0.3, </a:t>
            </a:r>
            <a:r>
              <a:rPr lang="en-GB" sz="1400" dirty="0" err="1"/>
              <a:t>min_lr</a:t>
            </a:r>
            <a:r>
              <a:rPr lang="en-GB" sz="1400" dirty="0"/>
              <a:t>=1e-6)</a:t>
            </a:r>
          </a:p>
          <a:p>
            <a:pPr marL="139700" indent="0" algn="l"/>
            <a:r>
              <a:rPr lang="en-GB" sz="1400" dirty="0"/>
              <a:t>Validation: monitored on validation set during training</a:t>
            </a:r>
          </a:p>
          <a:p>
            <a:pPr marL="139700" indent="0" algn="l"/>
            <a:r>
              <a:rPr lang="en-GB" sz="1400" dirty="0"/>
              <a:t>Output: trained CNN model ready for evaluation</a:t>
            </a:r>
          </a:p>
          <a:p>
            <a:pPr marL="139700" indent="0" algn="l"/>
            <a:endParaRPr lang="en-GB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0"/>
          <p:cNvSpPr txBox="1">
            <a:spLocks noGrp="1"/>
          </p:cNvSpPr>
          <p:nvPr>
            <p:ph type="title"/>
          </p:nvPr>
        </p:nvSpPr>
        <p:spPr>
          <a:xfrm>
            <a:off x="715050" y="325125"/>
            <a:ext cx="771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3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Model Architecture</a:t>
            </a:r>
            <a:br>
              <a:rPr lang="en-GB" sz="32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48523F-1F2B-F836-E568-CBAEB8C41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034111"/>
              </p:ext>
            </p:extLst>
          </p:nvPr>
        </p:nvGraphicFramePr>
        <p:xfrm>
          <a:off x="483432" y="1161735"/>
          <a:ext cx="8177135" cy="3656640"/>
        </p:xfrm>
        <a:graphic>
          <a:graphicData uri="http://schemas.openxmlformats.org/drawingml/2006/table">
            <a:tbl>
              <a:tblPr firstRow="1" firstCol="1" bandRow="1">
                <a:tableStyleId>{1EA37785-ADA3-437F-86A3-51C4BC62C69E}</a:tableStyleId>
              </a:tblPr>
              <a:tblGrid>
                <a:gridCol w="1635427">
                  <a:extLst>
                    <a:ext uri="{9D8B030D-6E8A-4147-A177-3AD203B41FA5}">
                      <a16:colId xmlns:a16="http://schemas.microsoft.com/office/drawing/2014/main" val="1402937020"/>
                    </a:ext>
                  </a:extLst>
                </a:gridCol>
                <a:gridCol w="1635427">
                  <a:extLst>
                    <a:ext uri="{9D8B030D-6E8A-4147-A177-3AD203B41FA5}">
                      <a16:colId xmlns:a16="http://schemas.microsoft.com/office/drawing/2014/main" val="192291736"/>
                    </a:ext>
                  </a:extLst>
                </a:gridCol>
                <a:gridCol w="1635427">
                  <a:extLst>
                    <a:ext uri="{9D8B030D-6E8A-4147-A177-3AD203B41FA5}">
                      <a16:colId xmlns:a16="http://schemas.microsoft.com/office/drawing/2014/main" val="3879418818"/>
                    </a:ext>
                  </a:extLst>
                </a:gridCol>
                <a:gridCol w="1635427">
                  <a:extLst>
                    <a:ext uri="{9D8B030D-6E8A-4147-A177-3AD203B41FA5}">
                      <a16:colId xmlns:a16="http://schemas.microsoft.com/office/drawing/2014/main" val="2988315646"/>
                    </a:ext>
                  </a:extLst>
                </a:gridCol>
                <a:gridCol w="1635427">
                  <a:extLst>
                    <a:ext uri="{9D8B030D-6E8A-4147-A177-3AD203B41FA5}">
                      <a16:colId xmlns:a16="http://schemas.microsoft.com/office/drawing/2014/main" val="3036509460"/>
                    </a:ext>
                  </a:extLst>
                </a:gridCol>
              </a:tblGrid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rgbClr val="121259"/>
                          </a:solidFill>
                          <a:effectLst/>
                        </a:rPr>
                        <a:t>Layer Type</a:t>
                      </a:r>
                      <a:endParaRPr lang="en-GB" sz="1400" kern="100" dirty="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Filters / Units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Kernel / Size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Activation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Dropout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978146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Conv2D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32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3x3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0.25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197772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Conv2D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32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3x3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769682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MaxPooling2D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2x2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965558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Conv2D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64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3x3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0.30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280560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Conv2D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64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3x3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633068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MaxPooling2D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2x2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601112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Conv2D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128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3x3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0.40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852326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Conv2D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128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3x3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628779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MaxPooling2D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2x2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489794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Dense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256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ReLU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0.50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775700"/>
                  </a:ext>
                </a:extLst>
              </a:tr>
              <a:tr h="3047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Dense (Output)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num_classes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121259"/>
                          </a:solidFill>
                          <a:effectLst/>
                        </a:rPr>
                        <a:t>Softmax</a:t>
                      </a:r>
                      <a:endParaRPr lang="en-GB" sz="1400" kern="10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rgbClr val="121259"/>
                          </a:solidFill>
                          <a:effectLst/>
                        </a:rPr>
                        <a:t>-</a:t>
                      </a:r>
                      <a:endParaRPr lang="en-GB" sz="1400" kern="100" dirty="0">
                        <a:solidFill>
                          <a:srgbClr val="121259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2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55579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>
          <a:extLst>
            <a:ext uri="{FF2B5EF4-FFF2-40B4-BE49-F238E27FC236}">
              <a16:creationId xmlns:a16="http://schemas.microsoft.com/office/drawing/2014/main" id="{C87D02AB-C411-0DED-2620-3058FC238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1AF2597-63C7-EDF2-973C-12B10078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49" y="145224"/>
            <a:ext cx="7713900" cy="547800"/>
          </a:xfrm>
        </p:spPr>
        <p:txBody>
          <a:bodyPr/>
          <a:lstStyle/>
          <a:p>
            <a:r>
              <a:rPr lang="en-GB" dirty="0"/>
              <a:t>Confusion matrix to show correct and incorrect predictions</a:t>
            </a:r>
            <a:br>
              <a:rPr lang="en-GB" dirty="0"/>
            </a:br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8" r="13050"/>
          <a:stretch/>
        </p:blipFill>
        <p:spPr>
          <a:xfrm>
            <a:off x="1501588" y="1210236"/>
            <a:ext cx="6140822" cy="361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6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4D4C7238-DDD8-5FDE-2CC6-5FAACDB52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>
            <a:extLst>
              <a:ext uri="{FF2B5EF4-FFF2-40B4-BE49-F238E27FC236}">
                <a16:creationId xmlns:a16="http://schemas.microsoft.com/office/drawing/2014/main" id="{A93408E5-6846-1311-4FD9-BE8721C1B2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1915008"/>
            <a:ext cx="9112947" cy="9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Real-Time Demo &amp; Applications</a:t>
            </a:r>
          </a:p>
        </p:txBody>
      </p:sp>
      <p:sp>
        <p:nvSpPr>
          <p:cNvPr id="256" name="Google Shape;256;p33">
            <a:extLst>
              <a:ext uri="{FF2B5EF4-FFF2-40B4-BE49-F238E27FC236}">
                <a16:creationId xmlns:a16="http://schemas.microsoft.com/office/drawing/2014/main" id="{A87D7B19-1E94-3903-FA82-E5939CCE621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376373" y="862454"/>
            <a:ext cx="4360200" cy="11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258" name="Google Shape;258;p33">
            <a:extLst>
              <a:ext uri="{FF2B5EF4-FFF2-40B4-BE49-F238E27FC236}">
                <a16:creationId xmlns:a16="http://schemas.microsoft.com/office/drawing/2014/main" id="{BD3096E6-79EA-9403-E642-1C4EFBF9380C}"/>
              </a:ext>
            </a:extLst>
          </p:cNvPr>
          <p:cNvSpPr/>
          <p:nvPr/>
        </p:nvSpPr>
        <p:spPr>
          <a:xfrm>
            <a:off x="900169" y="775675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59" name="Google Shape;259;p33">
            <a:extLst>
              <a:ext uri="{FF2B5EF4-FFF2-40B4-BE49-F238E27FC236}">
                <a16:creationId xmlns:a16="http://schemas.microsoft.com/office/drawing/2014/main" id="{B29C89FD-1369-7BCD-D56B-AA7B5384F28E}"/>
              </a:ext>
            </a:extLst>
          </p:cNvPr>
          <p:cNvGrpSpPr/>
          <p:nvPr/>
        </p:nvGrpSpPr>
        <p:grpSpPr>
          <a:xfrm>
            <a:off x="1099784" y="754905"/>
            <a:ext cx="709869" cy="1150641"/>
            <a:chOff x="2824954" y="566857"/>
            <a:chExt cx="840579" cy="1362512"/>
          </a:xfrm>
        </p:grpSpPr>
        <p:sp>
          <p:nvSpPr>
            <p:cNvPr id="260" name="Google Shape;260;p33">
              <a:extLst>
                <a:ext uri="{FF2B5EF4-FFF2-40B4-BE49-F238E27FC236}">
                  <a16:creationId xmlns:a16="http://schemas.microsoft.com/office/drawing/2014/main" id="{00CDFEAD-5B30-218D-445A-89FE17734DD5}"/>
                </a:ext>
              </a:extLst>
            </p:cNvPr>
            <p:cNvSpPr/>
            <p:nvPr/>
          </p:nvSpPr>
          <p:spPr>
            <a:xfrm>
              <a:off x="2824954" y="566873"/>
              <a:ext cx="840579" cy="1362495"/>
            </a:xfrm>
            <a:custGeom>
              <a:avLst/>
              <a:gdLst/>
              <a:ahLst/>
              <a:cxnLst/>
              <a:rect l="l" t="t" r="r" b="b"/>
              <a:pathLst>
                <a:path w="11894" h="19279" extrusionOk="0">
                  <a:moveTo>
                    <a:pt x="6832" y="0"/>
                  </a:moveTo>
                  <a:cubicBezTo>
                    <a:pt x="6498" y="0"/>
                    <a:pt x="6204" y="90"/>
                    <a:pt x="5968" y="349"/>
                  </a:cubicBezTo>
                  <a:cubicBezTo>
                    <a:pt x="5961" y="358"/>
                    <a:pt x="5944" y="358"/>
                    <a:pt x="5923" y="364"/>
                  </a:cubicBezTo>
                  <a:cubicBezTo>
                    <a:pt x="5845" y="313"/>
                    <a:pt x="5767" y="245"/>
                    <a:pt x="5678" y="206"/>
                  </a:cubicBezTo>
                  <a:cubicBezTo>
                    <a:pt x="5522" y="136"/>
                    <a:pt x="5363" y="41"/>
                    <a:pt x="5200" y="29"/>
                  </a:cubicBezTo>
                  <a:cubicBezTo>
                    <a:pt x="5030" y="16"/>
                    <a:pt x="4858" y="5"/>
                    <a:pt x="4687" y="5"/>
                  </a:cubicBezTo>
                  <a:cubicBezTo>
                    <a:pt x="4494" y="5"/>
                    <a:pt x="4301" y="19"/>
                    <a:pt x="4111" y="59"/>
                  </a:cubicBezTo>
                  <a:cubicBezTo>
                    <a:pt x="3731" y="142"/>
                    <a:pt x="3357" y="241"/>
                    <a:pt x="3141" y="614"/>
                  </a:cubicBezTo>
                  <a:cubicBezTo>
                    <a:pt x="3108" y="672"/>
                    <a:pt x="3061" y="694"/>
                    <a:pt x="3006" y="694"/>
                  </a:cubicBezTo>
                  <a:cubicBezTo>
                    <a:pt x="2983" y="694"/>
                    <a:pt x="2959" y="690"/>
                    <a:pt x="2934" y="683"/>
                  </a:cubicBezTo>
                  <a:cubicBezTo>
                    <a:pt x="2889" y="671"/>
                    <a:pt x="2846" y="653"/>
                    <a:pt x="2802" y="638"/>
                  </a:cubicBezTo>
                  <a:cubicBezTo>
                    <a:pt x="2506" y="539"/>
                    <a:pt x="2211" y="489"/>
                    <a:pt x="1916" y="489"/>
                  </a:cubicBezTo>
                  <a:cubicBezTo>
                    <a:pt x="1619" y="489"/>
                    <a:pt x="1323" y="539"/>
                    <a:pt x="1026" y="638"/>
                  </a:cubicBezTo>
                  <a:cubicBezTo>
                    <a:pt x="694" y="749"/>
                    <a:pt x="299" y="1276"/>
                    <a:pt x="289" y="1624"/>
                  </a:cubicBezTo>
                  <a:cubicBezTo>
                    <a:pt x="287" y="1663"/>
                    <a:pt x="304" y="1702"/>
                    <a:pt x="302" y="1741"/>
                  </a:cubicBezTo>
                  <a:cubicBezTo>
                    <a:pt x="299" y="1881"/>
                    <a:pt x="308" y="2020"/>
                    <a:pt x="286" y="2155"/>
                  </a:cubicBezTo>
                  <a:cubicBezTo>
                    <a:pt x="223" y="2535"/>
                    <a:pt x="148" y="2911"/>
                    <a:pt x="76" y="3288"/>
                  </a:cubicBezTo>
                  <a:cubicBezTo>
                    <a:pt x="14" y="3599"/>
                    <a:pt x="32" y="3908"/>
                    <a:pt x="98" y="4215"/>
                  </a:cubicBezTo>
                  <a:cubicBezTo>
                    <a:pt x="179" y="4589"/>
                    <a:pt x="170" y="4964"/>
                    <a:pt x="142" y="5344"/>
                  </a:cubicBezTo>
                  <a:cubicBezTo>
                    <a:pt x="86" y="6089"/>
                    <a:pt x="34" y="6838"/>
                    <a:pt x="13" y="7585"/>
                  </a:cubicBezTo>
                  <a:cubicBezTo>
                    <a:pt x="1" y="7975"/>
                    <a:pt x="25" y="8372"/>
                    <a:pt x="92" y="8754"/>
                  </a:cubicBezTo>
                  <a:cubicBezTo>
                    <a:pt x="263" y="9723"/>
                    <a:pt x="565" y="10657"/>
                    <a:pt x="967" y="11555"/>
                  </a:cubicBezTo>
                  <a:cubicBezTo>
                    <a:pt x="1104" y="11860"/>
                    <a:pt x="1248" y="12159"/>
                    <a:pt x="1566" y="12315"/>
                  </a:cubicBezTo>
                  <a:lnTo>
                    <a:pt x="1566" y="12408"/>
                  </a:lnTo>
                  <a:cubicBezTo>
                    <a:pt x="1549" y="13555"/>
                    <a:pt x="1519" y="14702"/>
                    <a:pt x="1524" y="15848"/>
                  </a:cubicBezTo>
                  <a:cubicBezTo>
                    <a:pt x="1527" y="16666"/>
                    <a:pt x="1459" y="17476"/>
                    <a:pt x="1402" y="18289"/>
                  </a:cubicBezTo>
                  <a:cubicBezTo>
                    <a:pt x="1398" y="18337"/>
                    <a:pt x="1429" y="18409"/>
                    <a:pt x="1468" y="18438"/>
                  </a:cubicBezTo>
                  <a:cubicBezTo>
                    <a:pt x="1612" y="18544"/>
                    <a:pt x="1756" y="18660"/>
                    <a:pt x="1917" y="18726"/>
                  </a:cubicBezTo>
                  <a:cubicBezTo>
                    <a:pt x="2179" y="18836"/>
                    <a:pt x="2451" y="18938"/>
                    <a:pt x="2729" y="18990"/>
                  </a:cubicBezTo>
                  <a:cubicBezTo>
                    <a:pt x="3275" y="19092"/>
                    <a:pt x="3827" y="19164"/>
                    <a:pt x="4378" y="19238"/>
                  </a:cubicBezTo>
                  <a:cubicBezTo>
                    <a:pt x="4577" y="19265"/>
                    <a:pt x="4778" y="19278"/>
                    <a:pt x="4978" y="19278"/>
                  </a:cubicBezTo>
                  <a:cubicBezTo>
                    <a:pt x="5242" y="19278"/>
                    <a:pt x="5505" y="19255"/>
                    <a:pt x="5765" y="19211"/>
                  </a:cubicBezTo>
                  <a:cubicBezTo>
                    <a:pt x="6255" y="19127"/>
                    <a:pt x="6738" y="19011"/>
                    <a:pt x="7221" y="18894"/>
                  </a:cubicBezTo>
                  <a:cubicBezTo>
                    <a:pt x="7528" y="18819"/>
                    <a:pt x="7832" y="18720"/>
                    <a:pt x="8135" y="18625"/>
                  </a:cubicBezTo>
                  <a:cubicBezTo>
                    <a:pt x="8403" y="18541"/>
                    <a:pt x="8562" y="18373"/>
                    <a:pt x="8553" y="18073"/>
                  </a:cubicBezTo>
                  <a:cubicBezTo>
                    <a:pt x="8550" y="18001"/>
                    <a:pt x="8576" y="17929"/>
                    <a:pt x="8577" y="17857"/>
                  </a:cubicBezTo>
                  <a:cubicBezTo>
                    <a:pt x="8594" y="16969"/>
                    <a:pt x="8613" y="16081"/>
                    <a:pt x="8621" y="15192"/>
                  </a:cubicBezTo>
                  <a:cubicBezTo>
                    <a:pt x="8625" y="14636"/>
                    <a:pt x="8615" y="14079"/>
                    <a:pt x="8606" y="13521"/>
                  </a:cubicBezTo>
                  <a:cubicBezTo>
                    <a:pt x="8598" y="13011"/>
                    <a:pt x="8583" y="12501"/>
                    <a:pt x="8570" y="11991"/>
                  </a:cubicBezTo>
                  <a:cubicBezTo>
                    <a:pt x="8567" y="11911"/>
                    <a:pt x="8598" y="11859"/>
                    <a:pt x="8652" y="11801"/>
                  </a:cubicBezTo>
                  <a:cubicBezTo>
                    <a:pt x="8774" y="11671"/>
                    <a:pt x="8885" y="11530"/>
                    <a:pt x="8993" y="11387"/>
                  </a:cubicBezTo>
                  <a:cubicBezTo>
                    <a:pt x="9239" y="11059"/>
                    <a:pt x="9463" y="10712"/>
                    <a:pt x="9725" y="10399"/>
                  </a:cubicBezTo>
                  <a:cubicBezTo>
                    <a:pt x="10099" y="9959"/>
                    <a:pt x="10499" y="9542"/>
                    <a:pt x="10889" y="9117"/>
                  </a:cubicBezTo>
                  <a:cubicBezTo>
                    <a:pt x="11311" y="8658"/>
                    <a:pt x="11635" y="8137"/>
                    <a:pt x="11860" y="7558"/>
                  </a:cubicBezTo>
                  <a:cubicBezTo>
                    <a:pt x="11878" y="7515"/>
                    <a:pt x="11893" y="7468"/>
                    <a:pt x="11893" y="7423"/>
                  </a:cubicBezTo>
                  <a:cubicBezTo>
                    <a:pt x="11884" y="7080"/>
                    <a:pt x="11893" y="6738"/>
                    <a:pt x="11790" y="6400"/>
                  </a:cubicBezTo>
                  <a:cubicBezTo>
                    <a:pt x="11641" y="5912"/>
                    <a:pt x="11509" y="5419"/>
                    <a:pt x="11398" y="4922"/>
                  </a:cubicBezTo>
                  <a:cubicBezTo>
                    <a:pt x="11325" y="4587"/>
                    <a:pt x="11295" y="4242"/>
                    <a:pt x="11254" y="3900"/>
                  </a:cubicBezTo>
                  <a:cubicBezTo>
                    <a:pt x="11229" y="3680"/>
                    <a:pt x="11136" y="3527"/>
                    <a:pt x="10907" y="3474"/>
                  </a:cubicBezTo>
                  <a:cubicBezTo>
                    <a:pt x="10856" y="3462"/>
                    <a:pt x="10808" y="3437"/>
                    <a:pt x="10760" y="3416"/>
                  </a:cubicBezTo>
                  <a:cubicBezTo>
                    <a:pt x="10677" y="3380"/>
                    <a:pt x="10596" y="3363"/>
                    <a:pt x="10517" y="3363"/>
                  </a:cubicBezTo>
                  <a:cubicBezTo>
                    <a:pt x="10391" y="3363"/>
                    <a:pt x="10271" y="3405"/>
                    <a:pt x="10154" y="3482"/>
                  </a:cubicBezTo>
                  <a:cubicBezTo>
                    <a:pt x="10096" y="3522"/>
                    <a:pt x="10037" y="3564"/>
                    <a:pt x="9958" y="3621"/>
                  </a:cubicBezTo>
                  <a:cubicBezTo>
                    <a:pt x="9851" y="3387"/>
                    <a:pt x="9926" y="3188"/>
                    <a:pt x="9979" y="2983"/>
                  </a:cubicBezTo>
                  <a:cubicBezTo>
                    <a:pt x="10012" y="2851"/>
                    <a:pt x="10133" y="2850"/>
                    <a:pt x="10220" y="2802"/>
                  </a:cubicBezTo>
                  <a:cubicBezTo>
                    <a:pt x="10450" y="2677"/>
                    <a:pt x="10676" y="2209"/>
                    <a:pt x="10628" y="1951"/>
                  </a:cubicBezTo>
                  <a:cubicBezTo>
                    <a:pt x="10622" y="1926"/>
                    <a:pt x="10616" y="1899"/>
                    <a:pt x="10607" y="1875"/>
                  </a:cubicBezTo>
                  <a:cubicBezTo>
                    <a:pt x="10463" y="1542"/>
                    <a:pt x="10270" y="1243"/>
                    <a:pt x="9986" y="1012"/>
                  </a:cubicBezTo>
                  <a:cubicBezTo>
                    <a:pt x="9797" y="856"/>
                    <a:pt x="9582" y="779"/>
                    <a:pt x="9347" y="779"/>
                  </a:cubicBezTo>
                  <a:cubicBezTo>
                    <a:pt x="9301" y="779"/>
                    <a:pt x="9254" y="782"/>
                    <a:pt x="9206" y="788"/>
                  </a:cubicBezTo>
                  <a:cubicBezTo>
                    <a:pt x="9129" y="797"/>
                    <a:pt x="9051" y="800"/>
                    <a:pt x="8981" y="805"/>
                  </a:cubicBezTo>
                  <a:cubicBezTo>
                    <a:pt x="8961" y="772"/>
                    <a:pt x="8946" y="757"/>
                    <a:pt x="8940" y="739"/>
                  </a:cubicBezTo>
                  <a:cubicBezTo>
                    <a:pt x="8867" y="484"/>
                    <a:pt x="8679" y="362"/>
                    <a:pt x="8441" y="274"/>
                  </a:cubicBezTo>
                  <a:cubicBezTo>
                    <a:pt x="7949" y="92"/>
                    <a:pt x="7441" y="25"/>
                    <a:pt x="6921" y="2"/>
                  </a:cubicBezTo>
                  <a:cubicBezTo>
                    <a:pt x="6891" y="1"/>
                    <a:pt x="6861" y="0"/>
                    <a:pt x="6832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33">
              <a:extLst>
                <a:ext uri="{FF2B5EF4-FFF2-40B4-BE49-F238E27FC236}">
                  <a16:creationId xmlns:a16="http://schemas.microsoft.com/office/drawing/2014/main" id="{970FC5AE-9BA7-73BC-0E71-6A4BD3D27D77}"/>
                </a:ext>
              </a:extLst>
            </p:cNvPr>
            <p:cNvGrpSpPr/>
            <p:nvPr/>
          </p:nvGrpSpPr>
          <p:grpSpPr>
            <a:xfrm>
              <a:off x="2824967" y="566857"/>
              <a:ext cx="840508" cy="1362495"/>
              <a:chOff x="1683825" y="1246400"/>
              <a:chExt cx="297325" cy="481975"/>
            </a:xfrm>
          </p:grpSpPr>
          <p:sp>
            <p:nvSpPr>
              <p:cNvPr id="262" name="Google Shape;262;p33">
                <a:extLst>
                  <a:ext uri="{FF2B5EF4-FFF2-40B4-BE49-F238E27FC236}">
                    <a16:creationId xmlns:a16="http://schemas.microsoft.com/office/drawing/2014/main" id="{9851EFF9-058E-772C-E4E0-254770B375C7}"/>
                  </a:ext>
                </a:extLst>
              </p:cNvPr>
              <p:cNvSpPr/>
              <p:nvPr/>
            </p:nvSpPr>
            <p:spPr>
              <a:xfrm>
                <a:off x="1834525" y="1250625"/>
                <a:ext cx="73150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1877" extrusionOk="0">
                    <a:moveTo>
                      <a:pt x="995" y="0"/>
                    </a:moveTo>
                    <a:cubicBezTo>
                      <a:pt x="969" y="0"/>
                      <a:pt x="943" y="1"/>
                      <a:pt x="916" y="1"/>
                    </a:cubicBezTo>
                    <a:cubicBezTo>
                      <a:pt x="854" y="1"/>
                      <a:pt x="792" y="3"/>
                      <a:pt x="731" y="3"/>
                    </a:cubicBezTo>
                    <a:cubicBezTo>
                      <a:pt x="700" y="3"/>
                      <a:pt x="669" y="2"/>
                      <a:pt x="639" y="1"/>
                    </a:cubicBezTo>
                    <a:cubicBezTo>
                      <a:pt x="631" y="1"/>
                      <a:pt x="623" y="1"/>
                      <a:pt x="616" y="1"/>
                    </a:cubicBezTo>
                    <a:cubicBezTo>
                      <a:pt x="405" y="1"/>
                      <a:pt x="240" y="101"/>
                      <a:pt x="94" y="244"/>
                    </a:cubicBezTo>
                    <a:cubicBezTo>
                      <a:pt x="19" y="319"/>
                      <a:pt x="1" y="388"/>
                      <a:pt x="40" y="492"/>
                    </a:cubicBezTo>
                    <a:cubicBezTo>
                      <a:pt x="127" y="724"/>
                      <a:pt x="152" y="964"/>
                      <a:pt x="100" y="1214"/>
                    </a:cubicBezTo>
                    <a:cubicBezTo>
                      <a:pt x="58" y="1416"/>
                      <a:pt x="88" y="1470"/>
                      <a:pt x="294" y="1535"/>
                    </a:cubicBezTo>
                    <a:cubicBezTo>
                      <a:pt x="609" y="1634"/>
                      <a:pt x="931" y="1707"/>
                      <a:pt x="1248" y="1803"/>
                    </a:cubicBezTo>
                    <a:cubicBezTo>
                      <a:pt x="1417" y="1856"/>
                      <a:pt x="1586" y="1877"/>
                      <a:pt x="1755" y="1877"/>
                    </a:cubicBezTo>
                    <a:cubicBezTo>
                      <a:pt x="1952" y="1877"/>
                      <a:pt x="2149" y="1848"/>
                      <a:pt x="2346" y="1808"/>
                    </a:cubicBezTo>
                    <a:cubicBezTo>
                      <a:pt x="2462" y="1784"/>
                      <a:pt x="2561" y="1728"/>
                      <a:pt x="2616" y="1623"/>
                    </a:cubicBezTo>
                    <a:cubicBezTo>
                      <a:pt x="2688" y="1484"/>
                      <a:pt x="2769" y="1343"/>
                      <a:pt x="2808" y="1193"/>
                    </a:cubicBezTo>
                    <a:cubicBezTo>
                      <a:pt x="2925" y="745"/>
                      <a:pt x="2712" y="379"/>
                      <a:pt x="2277" y="232"/>
                    </a:cubicBezTo>
                    <a:cubicBezTo>
                      <a:pt x="1861" y="93"/>
                      <a:pt x="1437" y="0"/>
                      <a:pt x="995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3">
                <a:extLst>
                  <a:ext uri="{FF2B5EF4-FFF2-40B4-BE49-F238E27FC236}">
                    <a16:creationId xmlns:a16="http://schemas.microsoft.com/office/drawing/2014/main" id="{E274DE3F-C6A5-2891-D266-E17A7B644246}"/>
                  </a:ext>
                </a:extLst>
              </p:cNvPr>
              <p:cNvSpPr/>
              <p:nvPr/>
            </p:nvSpPr>
            <p:spPr>
              <a:xfrm>
                <a:off x="1894175" y="1269575"/>
                <a:ext cx="5310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820" extrusionOk="0">
                    <a:moveTo>
                      <a:pt x="906" y="1"/>
                    </a:moveTo>
                    <a:cubicBezTo>
                      <a:pt x="899" y="1"/>
                      <a:pt x="892" y="1"/>
                      <a:pt x="884" y="1"/>
                    </a:cubicBezTo>
                    <a:cubicBezTo>
                      <a:pt x="659" y="7"/>
                      <a:pt x="635" y="46"/>
                      <a:pt x="607" y="266"/>
                    </a:cubicBezTo>
                    <a:cubicBezTo>
                      <a:pt x="563" y="619"/>
                      <a:pt x="455" y="940"/>
                      <a:pt x="136" y="1146"/>
                    </a:cubicBezTo>
                    <a:cubicBezTo>
                      <a:pt x="103" y="1167"/>
                      <a:pt x="71" y="1191"/>
                      <a:pt x="1" y="1240"/>
                    </a:cubicBezTo>
                    <a:cubicBezTo>
                      <a:pt x="98" y="1320"/>
                      <a:pt x="152" y="1377"/>
                      <a:pt x="217" y="1414"/>
                    </a:cubicBezTo>
                    <a:cubicBezTo>
                      <a:pt x="359" y="1498"/>
                      <a:pt x="508" y="1572"/>
                      <a:pt x="653" y="1650"/>
                    </a:cubicBezTo>
                    <a:cubicBezTo>
                      <a:pt x="864" y="1765"/>
                      <a:pt x="1083" y="1820"/>
                      <a:pt x="1320" y="1820"/>
                    </a:cubicBezTo>
                    <a:cubicBezTo>
                      <a:pt x="1346" y="1820"/>
                      <a:pt x="1372" y="1819"/>
                      <a:pt x="1399" y="1818"/>
                    </a:cubicBezTo>
                    <a:cubicBezTo>
                      <a:pt x="1650" y="1807"/>
                      <a:pt x="1852" y="1728"/>
                      <a:pt x="1971" y="1495"/>
                    </a:cubicBezTo>
                    <a:cubicBezTo>
                      <a:pt x="2100" y="1248"/>
                      <a:pt x="2124" y="1005"/>
                      <a:pt x="1951" y="766"/>
                    </a:cubicBezTo>
                    <a:cubicBezTo>
                      <a:pt x="1897" y="691"/>
                      <a:pt x="1852" y="609"/>
                      <a:pt x="1803" y="531"/>
                    </a:cubicBezTo>
                    <a:cubicBezTo>
                      <a:pt x="1671" y="323"/>
                      <a:pt x="1497" y="158"/>
                      <a:pt x="1270" y="68"/>
                    </a:cubicBezTo>
                    <a:cubicBezTo>
                      <a:pt x="1157" y="24"/>
                      <a:pt x="1029" y="1"/>
                      <a:pt x="906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3">
                <a:extLst>
                  <a:ext uri="{FF2B5EF4-FFF2-40B4-BE49-F238E27FC236}">
                    <a16:creationId xmlns:a16="http://schemas.microsoft.com/office/drawing/2014/main" id="{C12D0B21-A66B-5C7A-A704-0A721B612D34}"/>
                  </a:ext>
                </a:extLst>
              </p:cNvPr>
              <p:cNvSpPr/>
              <p:nvPr/>
            </p:nvSpPr>
            <p:spPr>
              <a:xfrm>
                <a:off x="1686900" y="1291450"/>
                <a:ext cx="290500" cy="432775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7311" extrusionOk="0">
                    <a:moveTo>
                      <a:pt x="2096" y="521"/>
                    </a:moveTo>
                    <a:lnTo>
                      <a:pt x="2096" y="521"/>
                    </a:lnTo>
                    <a:cubicBezTo>
                      <a:pt x="1951" y="672"/>
                      <a:pt x="1723" y="754"/>
                      <a:pt x="1509" y="754"/>
                    </a:cubicBezTo>
                    <a:cubicBezTo>
                      <a:pt x="1343" y="754"/>
                      <a:pt x="1185" y="705"/>
                      <a:pt x="1082" y="601"/>
                    </a:cubicBezTo>
                    <a:lnTo>
                      <a:pt x="1082" y="601"/>
                    </a:lnTo>
                    <a:cubicBezTo>
                      <a:pt x="1220" y="615"/>
                      <a:pt x="1358" y="627"/>
                      <a:pt x="1494" y="627"/>
                    </a:cubicBezTo>
                    <a:cubicBezTo>
                      <a:pt x="1698" y="627"/>
                      <a:pt x="1899" y="601"/>
                      <a:pt x="2096" y="521"/>
                    </a:cubicBezTo>
                    <a:close/>
                    <a:moveTo>
                      <a:pt x="4372" y="907"/>
                    </a:moveTo>
                    <a:cubicBezTo>
                      <a:pt x="4412" y="910"/>
                      <a:pt x="4451" y="913"/>
                      <a:pt x="4491" y="916"/>
                    </a:cubicBezTo>
                    <a:lnTo>
                      <a:pt x="4491" y="949"/>
                    </a:lnTo>
                    <a:cubicBezTo>
                      <a:pt x="4451" y="950"/>
                      <a:pt x="4410" y="952"/>
                      <a:pt x="4369" y="953"/>
                    </a:cubicBezTo>
                    <a:cubicBezTo>
                      <a:pt x="4369" y="938"/>
                      <a:pt x="4371" y="922"/>
                      <a:pt x="4372" y="907"/>
                    </a:cubicBezTo>
                    <a:close/>
                    <a:moveTo>
                      <a:pt x="5376" y="2687"/>
                    </a:moveTo>
                    <a:cubicBezTo>
                      <a:pt x="5419" y="2687"/>
                      <a:pt x="5463" y="2691"/>
                      <a:pt x="5507" y="2698"/>
                    </a:cubicBezTo>
                    <a:cubicBezTo>
                      <a:pt x="5370" y="2765"/>
                      <a:pt x="5224" y="2783"/>
                      <a:pt x="5076" y="2783"/>
                    </a:cubicBezTo>
                    <a:cubicBezTo>
                      <a:pt x="5045" y="2783"/>
                      <a:pt x="5013" y="2782"/>
                      <a:pt x="4982" y="2781"/>
                    </a:cubicBezTo>
                    <a:cubicBezTo>
                      <a:pt x="5109" y="2723"/>
                      <a:pt x="5240" y="2687"/>
                      <a:pt x="5376" y="2687"/>
                    </a:cubicBezTo>
                    <a:close/>
                    <a:moveTo>
                      <a:pt x="5888" y="2339"/>
                    </a:moveTo>
                    <a:cubicBezTo>
                      <a:pt x="5984" y="2339"/>
                      <a:pt x="6079" y="2340"/>
                      <a:pt x="6175" y="2340"/>
                    </a:cubicBezTo>
                    <a:cubicBezTo>
                      <a:pt x="6260" y="2340"/>
                      <a:pt x="6346" y="2370"/>
                      <a:pt x="6464" y="2392"/>
                    </a:cubicBezTo>
                    <a:cubicBezTo>
                      <a:pt x="5991" y="2418"/>
                      <a:pt x="5555" y="2427"/>
                      <a:pt x="5123" y="2470"/>
                    </a:cubicBezTo>
                    <a:cubicBezTo>
                      <a:pt x="4692" y="2514"/>
                      <a:pt x="4266" y="2610"/>
                      <a:pt x="3838" y="2814"/>
                    </a:cubicBezTo>
                    <a:cubicBezTo>
                      <a:pt x="3880" y="2658"/>
                      <a:pt x="3975" y="2628"/>
                      <a:pt x="4063" y="2595"/>
                    </a:cubicBezTo>
                    <a:cubicBezTo>
                      <a:pt x="4407" y="2472"/>
                      <a:pt x="4761" y="2385"/>
                      <a:pt x="5124" y="2359"/>
                    </a:cubicBezTo>
                    <a:cubicBezTo>
                      <a:pt x="5377" y="2342"/>
                      <a:pt x="5633" y="2339"/>
                      <a:pt x="5888" y="2339"/>
                    </a:cubicBezTo>
                    <a:close/>
                    <a:moveTo>
                      <a:pt x="5645" y="1735"/>
                    </a:moveTo>
                    <a:cubicBezTo>
                      <a:pt x="5802" y="1735"/>
                      <a:pt x="5959" y="1741"/>
                      <a:pt x="6118" y="1756"/>
                    </a:cubicBezTo>
                    <a:cubicBezTo>
                      <a:pt x="6397" y="1782"/>
                      <a:pt x="6955" y="1911"/>
                      <a:pt x="7172" y="2032"/>
                    </a:cubicBezTo>
                    <a:cubicBezTo>
                      <a:pt x="7030" y="2005"/>
                      <a:pt x="6886" y="1989"/>
                      <a:pt x="6746" y="1951"/>
                    </a:cubicBezTo>
                    <a:cubicBezTo>
                      <a:pt x="6412" y="1858"/>
                      <a:pt x="6073" y="1816"/>
                      <a:pt x="5729" y="1816"/>
                    </a:cubicBezTo>
                    <a:cubicBezTo>
                      <a:pt x="5695" y="1816"/>
                      <a:pt x="5661" y="1817"/>
                      <a:pt x="5627" y="1818"/>
                    </a:cubicBezTo>
                    <a:cubicBezTo>
                      <a:pt x="4869" y="1836"/>
                      <a:pt x="4123" y="1936"/>
                      <a:pt x="3403" y="2182"/>
                    </a:cubicBezTo>
                    <a:cubicBezTo>
                      <a:pt x="2994" y="2320"/>
                      <a:pt x="2611" y="2514"/>
                      <a:pt x="2252" y="2755"/>
                    </a:cubicBezTo>
                    <a:cubicBezTo>
                      <a:pt x="2210" y="2782"/>
                      <a:pt x="2165" y="2805"/>
                      <a:pt x="2120" y="2832"/>
                    </a:cubicBezTo>
                    <a:cubicBezTo>
                      <a:pt x="2074" y="2746"/>
                      <a:pt x="2120" y="2703"/>
                      <a:pt x="2168" y="2668"/>
                    </a:cubicBezTo>
                    <a:cubicBezTo>
                      <a:pt x="2263" y="2598"/>
                      <a:pt x="2359" y="2526"/>
                      <a:pt x="2462" y="2467"/>
                    </a:cubicBezTo>
                    <a:cubicBezTo>
                      <a:pt x="2974" y="2178"/>
                      <a:pt x="3526" y="2004"/>
                      <a:pt x="4104" y="1900"/>
                    </a:cubicBezTo>
                    <a:cubicBezTo>
                      <a:pt x="4615" y="1807"/>
                      <a:pt x="5127" y="1735"/>
                      <a:pt x="5645" y="1735"/>
                    </a:cubicBezTo>
                    <a:close/>
                    <a:moveTo>
                      <a:pt x="5828" y="1"/>
                    </a:moveTo>
                    <a:cubicBezTo>
                      <a:pt x="5682" y="101"/>
                      <a:pt x="5550" y="202"/>
                      <a:pt x="5408" y="286"/>
                    </a:cubicBezTo>
                    <a:cubicBezTo>
                      <a:pt x="5226" y="394"/>
                      <a:pt x="5039" y="493"/>
                      <a:pt x="4851" y="589"/>
                    </a:cubicBezTo>
                    <a:cubicBezTo>
                      <a:pt x="4641" y="696"/>
                      <a:pt x="4424" y="778"/>
                      <a:pt x="4192" y="778"/>
                    </a:cubicBezTo>
                    <a:cubicBezTo>
                      <a:pt x="4126" y="778"/>
                      <a:pt x="4060" y="771"/>
                      <a:pt x="3991" y="757"/>
                    </a:cubicBezTo>
                    <a:cubicBezTo>
                      <a:pt x="3952" y="749"/>
                      <a:pt x="3919" y="721"/>
                      <a:pt x="3844" y="680"/>
                    </a:cubicBezTo>
                    <a:cubicBezTo>
                      <a:pt x="3934" y="649"/>
                      <a:pt x="4012" y="643"/>
                      <a:pt x="4083" y="643"/>
                    </a:cubicBezTo>
                    <a:cubicBezTo>
                      <a:pt x="4130" y="643"/>
                      <a:pt x="4174" y="645"/>
                      <a:pt x="4218" y="645"/>
                    </a:cubicBezTo>
                    <a:cubicBezTo>
                      <a:pt x="4231" y="645"/>
                      <a:pt x="4244" y="645"/>
                      <a:pt x="4257" y="644"/>
                    </a:cubicBezTo>
                    <a:cubicBezTo>
                      <a:pt x="4386" y="638"/>
                      <a:pt x="4514" y="638"/>
                      <a:pt x="4622" y="533"/>
                    </a:cubicBezTo>
                    <a:lnTo>
                      <a:pt x="4622" y="533"/>
                    </a:lnTo>
                    <a:cubicBezTo>
                      <a:pt x="4574" y="538"/>
                      <a:pt x="4526" y="540"/>
                      <a:pt x="4480" y="540"/>
                    </a:cubicBezTo>
                    <a:cubicBezTo>
                      <a:pt x="3965" y="540"/>
                      <a:pt x="3515" y="297"/>
                      <a:pt x="3043" y="119"/>
                    </a:cubicBezTo>
                    <a:cubicBezTo>
                      <a:pt x="3030" y="163"/>
                      <a:pt x="3018" y="187"/>
                      <a:pt x="3015" y="212"/>
                    </a:cubicBezTo>
                    <a:cubicBezTo>
                      <a:pt x="2973" y="553"/>
                      <a:pt x="2932" y="895"/>
                      <a:pt x="2887" y="1235"/>
                    </a:cubicBezTo>
                    <a:cubicBezTo>
                      <a:pt x="2868" y="1390"/>
                      <a:pt x="2869" y="1539"/>
                      <a:pt x="2928" y="1686"/>
                    </a:cubicBezTo>
                    <a:cubicBezTo>
                      <a:pt x="2943" y="1726"/>
                      <a:pt x="2929" y="1777"/>
                      <a:pt x="2929" y="1854"/>
                    </a:cubicBezTo>
                    <a:cubicBezTo>
                      <a:pt x="2820" y="1762"/>
                      <a:pt x="2794" y="1662"/>
                      <a:pt x="2785" y="1569"/>
                    </a:cubicBezTo>
                    <a:cubicBezTo>
                      <a:pt x="2770" y="1413"/>
                      <a:pt x="2769" y="1251"/>
                      <a:pt x="2781" y="1093"/>
                    </a:cubicBezTo>
                    <a:cubicBezTo>
                      <a:pt x="2803" y="809"/>
                      <a:pt x="2842" y="527"/>
                      <a:pt x="2869" y="244"/>
                    </a:cubicBezTo>
                    <a:cubicBezTo>
                      <a:pt x="2874" y="197"/>
                      <a:pt x="2860" y="148"/>
                      <a:pt x="2853" y="77"/>
                    </a:cubicBezTo>
                    <a:cubicBezTo>
                      <a:pt x="2396" y="364"/>
                      <a:pt x="1936" y="495"/>
                      <a:pt x="1471" y="495"/>
                    </a:cubicBezTo>
                    <a:cubicBezTo>
                      <a:pt x="1091" y="495"/>
                      <a:pt x="707" y="408"/>
                      <a:pt x="317" y="245"/>
                    </a:cubicBezTo>
                    <a:cubicBezTo>
                      <a:pt x="299" y="296"/>
                      <a:pt x="276" y="343"/>
                      <a:pt x="266" y="394"/>
                    </a:cubicBezTo>
                    <a:cubicBezTo>
                      <a:pt x="204" y="712"/>
                      <a:pt x="152" y="1031"/>
                      <a:pt x="86" y="1348"/>
                    </a:cubicBezTo>
                    <a:cubicBezTo>
                      <a:pt x="0" y="1761"/>
                      <a:pt x="26" y="2163"/>
                      <a:pt x="129" y="2568"/>
                    </a:cubicBezTo>
                    <a:cubicBezTo>
                      <a:pt x="168" y="2719"/>
                      <a:pt x="180" y="2883"/>
                      <a:pt x="171" y="3039"/>
                    </a:cubicBezTo>
                    <a:cubicBezTo>
                      <a:pt x="150" y="3416"/>
                      <a:pt x="95" y="3791"/>
                      <a:pt x="80" y="4167"/>
                    </a:cubicBezTo>
                    <a:cubicBezTo>
                      <a:pt x="50" y="4843"/>
                      <a:pt x="35" y="5519"/>
                      <a:pt x="26" y="6194"/>
                    </a:cubicBezTo>
                    <a:cubicBezTo>
                      <a:pt x="23" y="6425"/>
                      <a:pt x="39" y="6661"/>
                      <a:pt x="83" y="6886"/>
                    </a:cubicBezTo>
                    <a:cubicBezTo>
                      <a:pt x="267" y="7825"/>
                      <a:pt x="533" y="8741"/>
                      <a:pt x="926" y="9614"/>
                    </a:cubicBezTo>
                    <a:cubicBezTo>
                      <a:pt x="1201" y="10223"/>
                      <a:pt x="1105" y="10141"/>
                      <a:pt x="1652" y="10519"/>
                    </a:cubicBezTo>
                    <a:cubicBezTo>
                      <a:pt x="1667" y="10531"/>
                      <a:pt x="1687" y="10541"/>
                      <a:pt x="1699" y="10556"/>
                    </a:cubicBezTo>
                    <a:cubicBezTo>
                      <a:pt x="1721" y="10582"/>
                      <a:pt x="1739" y="10612"/>
                      <a:pt x="1780" y="10669"/>
                    </a:cubicBezTo>
                    <a:cubicBezTo>
                      <a:pt x="1691" y="10657"/>
                      <a:pt x="1639" y="10651"/>
                      <a:pt x="1588" y="10643"/>
                    </a:cubicBezTo>
                    <a:cubicBezTo>
                      <a:pt x="1571" y="11371"/>
                      <a:pt x="1546" y="12087"/>
                      <a:pt x="1541" y="12802"/>
                    </a:cubicBezTo>
                    <a:cubicBezTo>
                      <a:pt x="1534" y="13937"/>
                      <a:pt x="1580" y="15071"/>
                      <a:pt x="1433" y="16199"/>
                    </a:cubicBezTo>
                    <a:cubicBezTo>
                      <a:pt x="1393" y="16504"/>
                      <a:pt x="1528" y="16636"/>
                      <a:pt x="1759" y="16745"/>
                    </a:cubicBezTo>
                    <a:cubicBezTo>
                      <a:pt x="1795" y="16763"/>
                      <a:pt x="1831" y="16783"/>
                      <a:pt x="1868" y="16795"/>
                    </a:cubicBezTo>
                    <a:cubicBezTo>
                      <a:pt x="2132" y="16879"/>
                      <a:pt x="2393" y="16979"/>
                      <a:pt x="2664" y="17040"/>
                    </a:cubicBezTo>
                    <a:cubicBezTo>
                      <a:pt x="2980" y="17109"/>
                      <a:pt x="3306" y="17142"/>
                      <a:pt x="3625" y="17194"/>
                    </a:cubicBezTo>
                    <a:cubicBezTo>
                      <a:pt x="4031" y="17261"/>
                      <a:pt x="4436" y="17310"/>
                      <a:pt x="4845" y="17310"/>
                    </a:cubicBezTo>
                    <a:cubicBezTo>
                      <a:pt x="4979" y="17310"/>
                      <a:pt x="5114" y="17305"/>
                      <a:pt x="5249" y="17293"/>
                    </a:cubicBezTo>
                    <a:cubicBezTo>
                      <a:pt x="6140" y="17217"/>
                      <a:pt x="6995" y="16976"/>
                      <a:pt x="7843" y="16714"/>
                    </a:cubicBezTo>
                    <a:cubicBezTo>
                      <a:pt x="8227" y="16594"/>
                      <a:pt x="8292" y="16487"/>
                      <a:pt x="8308" y="16078"/>
                    </a:cubicBezTo>
                    <a:cubicBezTo>
                      <a:pt x="8325" y="15680"/>
                      <a:pt x="8346" y="15283"/>
                      <a:pt x="8344" y="14886"/>
                    </a:cubicBezTo>
                    <a:cubicBezTo>
                      <a:pt x="8340" y="13366"/>
                      <a:pt x="8326" y="11848"/>
                      <a:pt x="8314" y="10330"/>
                    </a:cubicBezTo>
                    <a:cubicBezTo>
                      <a:pt x="8314" y="10289"/>
                      <a:pt x="8301" y="10249"/>
                      <a:pt x="8290" y="10196"/>
                    </a:cubicBezTo>
                    <a:cubicBezTo>
                      <a:pt x="8217" y="10244"/>
                      <a:pt x="8164" y="10283"/>
                      <a:pt x="8107" y="10319"/>
                    </a:cubicBezTo>
                    <a:cubicBezTo>
                      <a:pt x="7415" y="10762"/>
                      <a:pt x="6677" y="11098"/>
                      <a:pt x="5862" y="11245"/>
                    </a:cubicBezTo>
                    <a:cubicBezTo>
                      <a:pt x="5590" y="11294"/>
                      <a:pt x="5317" y="11312"/>
                      <a:pt x="5044" y="11312"/>
                    </a:cubicBezTo>
                    <a:cubicBezTo>
                      <a:pt x="4656" y="11312"/>
                      <a:pt x="4268" y="11276"/>
                      <a:pt x="3880" y="11240"/>
                    </a:cubicBezTo>
                    <a:cubicBezTo>
                      <a:pt x="3316" y="11188"/>
                      <a:pt x="2787" y="10981"/>
                      <a:pt x="2237" y="10859"/>
                    </a:cubicBezTo>
                    <a:cubicBezTo>
                      <a:pt x="2204" y="10852"/>
                      <a:pt x="2170" y="10840"/>
                      <a:pt x="2147" y="10819"/>
                    </a:cubicBezTo>
                    <a:cubicBezTo>
                      <a:pt x="2120" y="10798"/>
                      <a:pt x="2108" y="10763"/>
                      <a:pt x="2068" y="10700"/>
                    </a:cubicBezTo>
                    <a:lnTo>
                      <a:pt x="2068" y="10700"/>
                    </a:lnTo>
                    <a:cubicBezTo>
                      <a:pt x="2168" y="10714"/>
                      <a:pt x="2233" y="10717"/>
                      <a:pt x="2296" y="10732"/>
                    </a:cubicBezTo>
                    <a:cubicBezTo>
                      <a:pt x="2573" y="10798"/>
                      <a:pt x="2853" y="10856"/>
                      <a:pt x="3126" y="10936"/>
                    </a:cubicBezTo>
                    <a:cubicBezTo>
                      <a:pt x="3703" y="11104"/>
                      <a:pt x="4296" y="11155"/>
                      <a:pt x="4893" y="11170"/>
                    </a:cubicBezTo>
                    <a:cubicBezTo>
                      <a:pt x="5015" y="11173"/>
                      <a:pt x="5139" y="11179"/>
                      <a:pt x="5263" y="11179"/>
                    </a:cubicBezTo>
                    <a:cubicBezTo>
                      <a:pt x="5399" y="11179"/>
                      <a:pt x="5534" y="11172"/>
                      <a:pt x="5666" y="11150"/>
                    </a:cubicBezTo>
                    <a:cubicBezTo>
                      <a:pt x="6452" y="11023"/>
                      <a:pt x="7175" y="10715"/>
                      <a:pt x="7863" y="10315"/>
                    </a:cubicBezTo>
                    <a:cubicBezTo>
                      <a:pt x="8134" y="10156"/>
                      <a:pt x="8355" y="9936"/>
                      <a:pt x="8563" y="9711"/>
                    </a:cubicBezTo>
                    <a:cubicBezTo>
                      <a:pt x="8764" y="9494"/>
                      <a:pt x="8922" y="9237"/>
                      <a:pt x="9105" y="9002"/>
                    </a:cubicBezTo>
                    <a:cubicBezTo>
                      <a:pt x="9283" y="8771"/>
                      <a:pt x="9457" y="8537"/>
                      <a:pt x="9651" y="8319"/>
                    </a:cubicBezTo>
                    <a:cubicBezTo>
                      <a:pt x="9977" y="7951"/>
                      <a:pt x="10316" y="7596"/>
                      <a:pt x="10650" y="7237"/>
                    </a:cubicBezTo>
                    <a:cubicBezTo>
                      <a:pt x="11039" y="6820"/>
                      <a:pt x="11347" y="6353"/>
                      <a:pt x="11551" y="5819"/>
                    </a:cubicBezTo>
                    <a:cubicBezTo>
                      <a:pt x="11576" y="5752"/>
                      <a:pt x="11612" y="5681"/>
                      <a:pt x="11614" y="5611"/>
                    </a:cubicBezTo>
                    <a:cubicBezTo>
                      <a:pt x="11620" y="5248"/>
                      <a:pt x="11608" y="4888"/>
                      <a:pt x="11504" y="4530"/>
                    </a:cubicBezTo>
                    <a:cubicBezTo>
                      <a:pt x="11362" y="4035"/>
                      <a:pt x="11243" y="3533"/>
                      <a:pt x="11132" y="3030"/>
                    </a:cubicBezTo>
                    <a:cubicBezTo>
                      <a:pt x="11078" y="2785"/>
                      <a:pt x="11043" y="2532"/>
                      <a:pt x="11039" y="2281"/>
                    </a:cubicBezTo>
                    <a:cubicBezTo>
                      <a:pt x="11031" y="1959"/>
                      <a:pt x="10868" y="1809"/>
                      <a:pt x="10572" y="1741"/>
                    </a:cubicBezTo>
                    <a:cubicBezTo>
                      <a:pt x="10506" y="1726"/>
                      <a:pt x="10443" y="1717"/>
                      <a:pt x="10383" y="1717"/>
                    </a:cubicBezTo>
                    <a:cubicBezTo>
                      <a:pt x="10242" y="1717"/>
                      <a:pt x="10118" y="1764"/>
                      <a:pt x="10011" y="1885"/>
                    </a:cubicBezTo>
                    <a:cubicBezTo>
                      <a:pt x="9678" y="2257"/>
                      <a:pt x="9376" y="2652"/>
                      <a:pt x="9181" y="3117"/>
                    </a:cubicBezTo>
                    <a:cubicBezTo>
                      <a:pt x="9129" y="3243"/>
                      <a:pt x="9082" y="3386"/>
                      <a:pt x="9088" y="3518"/>
                    </a:cubicBezTo>
                    <a:cubicBezTo>
                      <a:pt x="9103" y="3975"/>
                      <a:pt x="9081" y="4433"/>
                      <a:pt x="9165" y="4886"/>
                    </a:cubicBezTo>
                    <a:cubicBezTo>
                      <a:pt x="9199" y="5075"/>
                      <a:pt x="9186" y="5266"/>
                      <a:pt x="9118" y="5468"/>
                    </a:cubicBezTo>
                    <a:cubicBezTo>
                      <a:pt x="9067" y="5435"/>
                      <a:pt x="9027" y="5410"/>
                      <a:pt x="8977" y="5378"/>
                    </a:cubicBezTo>
                    <a:cubicBezTo>
                      <a:pt x="8929" y="5441"/>
                      <a:pt x="8883" y="5497"/>
                      <a:pt x="8844" y="5557"/>
                    </a:cubicBezTo>
                    <a:cubicBezTo>
                      <a:pt x="8766" y="5678"/>
                      <a:pt x="8661" y="5737"/>
                      <a:pt x="8514" y="5740"/>
                    </a:cubicBezTo>
                    <a:cubicBezTo>
                      <a:pt x="8341" y="5743"/>
                      <a:pt x="8170" y="5770"/>
                      <a:pt x="7998" y="5771"/>
                    </a:cubicBezTo>
                    <a:cubicBezTo>
                      <a:pt x="7838" y="5773"/>
                      <a:pt x="7696" y="5815"/>
                      <a:pt x="7568" y="5906"/>
                    </a:cubicBezTo>
                    <a:cubicBezTo>
                      <a:pt x="7331" y="6074"/>
                      <a:pt x="7097" y="6248"/>
                      <a:pt x="6863" y="6421"/>
                    </a:cubicBezTo>
                    <a:cubicBezTo>
                      <a:pt x="6803" y="6464"/>
                      <a:pt x="6745" y="6513"/>
                      <a:pt x="6686" y="6558"/>
                    </a:cubicBezTo>
                    <a:cubicBezTo>
                      <a:pt x="6676" y="6547"/>
                      <a:pt x="6667" y="6538"/>
                      <a:pt x="6656" y="6528"/>
                    </a:cubicBezTo>
                    <a:cubicBezTo>
                      <a:pt x="6667" y="6506"/>
                      <a:pt x="6674" y="6482"/>
                      <a:pt x="6689" y="6466"/>
                    </a:cubicBezTo>
                    <a:cubicBezTo>
                      <a:pt x="6947" y="6188"/>
                      <a:pt x="7235" y="5944"/>
                      <a:pt x="7561" y="5749"/>
                    </a:cubicBezTo>
                    <a:cubicBezTo>
                      <a:pt x="7700" y="5666"/>
                      <a:pt x="7855" y="5630"/>
                      <a:pt x="8017" y="5629"/>
                    </a:cubicBezTo>
                    <a:cubicBezTo>
                      <a:pt x="8157" y="5627"/>
                      <a:pt x="8296" y="5620"/>
                      <a:pt x="8434" y="5617"/>
                    </a:cubicBezTo>
                    <a:cubicBezTo>
                      <a:pt x="8578" y="5612"/>
                      <a:pt x="8691" y="5554"/>
                      <a:pt x="8769" y="5434"/>
                    </a:cubicBezTo>
                    <a:cubicBezTo>
                      <a:pt x="8824" y="5350"/>
                      <a:pt x="8877" y="5266"/>
                      <a:pt x="8935" y="5186"/>
                    </a:cubicBezTo>
                    <a:cubicBezTo>
                      <a:pt x="9028" y="5062"/>
                      <a:pt x="9048" y="4927"/>
                      <a:pt x="9036" y="4774"/>
                    </a:cubicBezTo>
                    <a:cubicBezTo>
                      <a:pt x="9004" y="4398"/>
                      <a:pt x="8982" y="4020"/>
                      <a:pt x="8964" y="3644"/>
                    </a:cubicBezTo>
                    <a:cubicBezTo>
                      <a:pt x="8955" y="3389"/>
                      <a:pt x="8992" y="3140"/>
                      <a:pt x="9130" y="2917"/>
                    </a:cubicBezTo>
                    <a:cubicBezTo>
                      <a:pt x="9288" y="2665"/>
                      <a:pt x="9447" y="2413"/>
                      <a:pt x="9612" y="2167"/>
                    </a:cubicBezTo>
                    <a:cubicBezTo>
                      <a:pt x="9677" y="2073"/>
                      <a:pt x="9722" y="1981"/>
                      <a:pt x="9687" y="1872"/>
                    </a:cubicBezTo>
                    <a:cubicBezTo>
                      <a:pt x="9627" y="1681"/>
                      <a:pt x="9647" y="1492"/>
                      <a:pt x="9680" y="1302"/>
                    </a:cubicBezTo>
                    <a:cubicBezTo>
                      <a:pt x="9686" y="1260"/>
                      <a:pt x="9680" y="1214"/>
                      <a:pt x="9680" y="1162"/>
                    </a:cubicBezTo>
                    <a:cubicBezTo>
                      <a:pt x="9480" y="1191"/>
                      <a:pt x="9289" y="1278"/>
                      <a:pt x="9082" y="1278"/>
                    </a:cubicBezTo>
                    <a:cubicBezTo>
                      <a:pt x="8994" y="1278"/>
                      <a:pt x="8903" y="1262"/>
                      <a:pt x="8808" y="1220"/>
                    </a:cubicBezTo>
                    <a:cubicBezTo>
                      <a:pt x="8881" y="1190"/>
                      <a:pt x="8954" y="1187"/>
                      <a:pt x="9024" y="1187"/>
                    </a:cubicBezTo>
                    <a:cubicBezTo>
                      <a:pt x="9043" y="1187"/>
                      <a:pt x="9062" y="1187"/>
                      <a:pt x="9080" y="1187"/>
                    </a:cubicBezTo>
                    <a:cubicBezTo>
                      <a:pt x="9174" y="1187"/>
                      <a:pt x="9260" y="1181"/>
                      <a:pt x="9330" y="1105"/>
                    </a:cubicBezTo>
                    <a:cubicBezTo>
                      <a:pt x="8983" y="941"/>
                      <a:pt x="8635" y="776"/>
                      <a:pt x="8286" y="610"/>
                    </a:cubicBezTo>
                    <a:cubicBezTo>
                      <a:pt x="8212" y="737"/>
                      <a:pt x="8239" y="851"/>
                      <a:pt x="8253" y="971"/>
                    </a:cubicBezTo>
                    <a:cubicBezTo>
                      <a:pt x="8281" y="1207"/>
                      <a:pt x="8298" y="1446"/>
                      <a:pt x="8308" y="1683"/>
                    </a:cubicBezTo>
                    <a:cubicBezTo>
                      <a:pt x="8313" y="1776"/>
                      <a:pt x="8295" y="1873"/>
                      <a:pt x="8173" y="1920"/>
                    </a:cubicBezTo>
                    <a:cubicBezTo>
                      <a:pt x="8173" y="1725"/>
                      <a:pt x="8193" y="1545"/>
                      <a:pt x="8167" y="1371"/>
                    </a:cubicBezTo>
                    <a:cubicBezTo>
                      <a:pt x="8125" y="1075"/>
                      <a:pt x="8062" y="784"/>
                      <a:pt x="8137" y="485"/>
                    </a:cubicBezTo>
                    <a:cubicBezTo>
                      <a:pt x="8139" y="476"/>
                      <a:pt x="8125" y="463"/>
                      <a:pt x="8119" y="452"/>
                    </a:cubicBezTo>
                    <a:cubicBezTo>
                      <a:pt x="8109" y="450"/>
                      <a:pt x="8098" y="444"/>
                      <a:pt x="8087" y="444"/>
                    </a:cubicBezTo>
                    <a:cubicBezTo>
                      <a:pt x="8085" y="444"/>
                      <a:pt x="8082" y="444"/>
                      <a:pt x="8080" y="445"/>
                    </a:cubicBezTo>
                    <a:cubicBezTo>
                      <a:pt x="8026" y="464"/>
                      <a:pt x="7971" y="487"/>
                      <a:pt x="7917" y="511"/>
                    </a:cubicBezTo>
                    <a:cubicBezTo>
                      <a:pt x="7695" y="609"/>
                      <a:pt x="7470" y="647"/>
                      <a:pt x="7241" y="647"/>
                    </a:cubicBezTo>
                    <a:cubicBezTo>
                      <a:pt x="7083" y="647"/>
                      <a:pt x="6924" y="629"/>
                      <a:pt x="6764" y="601"/>
                    </a:cubicBezTo>
                    <a:cubicBezTo>
                      <a:pt x="6731" y="595"/>
                      <a:pt x="6704" y="562"/>
                      <a:pt x="6674" y="541"/>
                    </a:cubicBezTo>
                    <a:cubicBezTo>
                      <a:pt x="6784" y="526"/>
                      <a:pt x="6893" y="526"/>
                      <a:pt x="7001" y="526"/>
                    </a:cubicBezTo>
                    <a:cubicBezTo>
                      <a:pt x="7015" y="526"/>
                      <a:pt x="7028" y="526"/>
                      <a:pt x="7042" y="526"/>
                    </a:cubicBezTo>
                    <a:cubicBezTo>
                      <a:pt x="7234" y="526"/>
                      <a:pt x="7423" y="523"/>
                      <a:pt x="7609" y="445"/>
                    </a:cubicBezTo>
                    <a:cubicBezTo>
                      <a:pt x="7094" y="314"/>
                      <a:pt x="6580" y="185"/>
                      <a:pt x="6074" y="58"/>
                    </a:cubicBezTo>
                    <a:cubicBezTo>
                      <a:pt x="6017" y="245"/>
                      <a:pt x="5969" y="430"/>
                      <a:pt x="5904" y="610"/>
                    </a:cubicBezTo>
                    <a:cubicBezTo>
                      <a:pt x="5808" y="875"/>
                      <a:pt x="5733" y="1138"/>
                      <a:pt x="5792" y="1425"/>
                    </a:cubicBezTo>
                    <a:cubicBezTo>
                      <a:pt x="5804" y="1488"/>
                      <a:pt x="5835" y="1569"/>
                      <a:pt x="5751" y="1621"/>
                    </a:cubicBezTo>
                    <a:cubicBezTo>
                      <a:pt x="5732" y="1606"/>
                      <a:pt x="5708" y="1596"/>
                      <a:pt x="5703" y="1581"/>
                    </a:cubicBezTo>
                    <a:cubicBezTo>
                      <a:pt x="5648" y="1368"/>
                      <a:pt x="5606" y="1153"/>
                      <a:pt x="5672" y="935"/>
                    </a:cubicBezTo>
                    <a:cubicBezTo>
                      <a:pt x="5729" y="737"/>
                      <a:pt x="5792" y="542"/>
                      <a:pt x="5853" y="347"/>
                    </a:cubicBezTo>
                    <a:cubicBezTo>
                      <a:pt x="5891" y="229"/>
                      <a:pt x="5928" y="112"/>
                      <a:pt x="5828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3">
                <a:extLst>
                  <a:ext uri="{FF2B5EF4-FFF2-40B4-BE49-F238E27FC236}">
                    <a16:creationId xmlns:a16="http://schemas.microsoft.com/office/drawing/2014/main" id="{50279961-F6E8-6853-0162-3CDF0BFE3E0B}"/>
                  </a:ext>
                </a:extLst>
              </p:cNvPr>
              <p:cNvSpPr/>
              <p:nvPr/>
            </p:nvSpPr>
            <p:spPr>
              <a:xfrm>
                <a:off x="1762400" y="1250375"/>
                <a:ext cx="74900" cy="50000"/>
              </a:xfrm>
              <a:custGeom>
                <a:avLst/>
                <a:gdLst/>
                <a:ahLst/>
                <a:cxnLst/>
                <a:rect l="l" t="t" r="r" b="b"/>
                <a:pathLst>
                  <a:path w="2996" h="2000" extrusionOk="0">
                    <a:moveTo>
                      <a:pt x="1597" y="0"/>
                    </a:moveTo>
                    <a:cubicBezTo>
                      <a:pt x="1285" y="0"/>
                      <a:pt x="972" y="45"/>
                      <a:pt x="667" y="134"/>
                    </a:cubicBezTo>
                    <a:cubicBezTo>
                      <a:pt x="443" y="200"/>
                      <a:pt x="259" y="322"/>
                      <a:pt x="116" y="508"/>
                    </a:cubicBezTo>
                    <a:cubicBezTo>
                      <a:pt x="35" y="614"/>
                      <a:pt x="2" y="715"/>
                      <a:pt x="43" y="853"/>
                    </a:cubicBezTo>
                    <a:cubicBezTo>
                      <a:pt x="74" y="962"/>
                      <a:pt x="59" y="1088"/>
                      <a:pt x="53" y="1206"/>
                    </a:cubicBezTo>
                    <a:cubicBezTo>
                      <a:pt x="47" y="1311"/>
                      <a:pt x="22" y="1414"/>
                      <a:pt x="1" y="1537"/>
                    </a:cubicBezTo>
                    <a:lnTo>
                      <a:pt x="2" y="1537"/>
                    </a:lnTo>
                    <a:cubicBezTo>
                      <a:pt x="161" y="1671"/>
                      <a:pt x="352" y="1713"/>
                      <a:pt x="524" y="1795"/>
                    </a:cubicBezTo>
                    <a:cubicBezTo>
                      <a:pt x="814" y="1935"/>
                      <a:pt x="1112" y="2000"/>
                      <a:pt x="1422" y="2000"/>
                    </a:cubicBezTo>
                    <a:cubicBezTo>
                      <a:pt x="1540" y="2000"/>
                      <a:pt x="1660" y="1990"/>
                      <a:pt x="1782" y="1972"/>
                    </a:cubicBezTo>
                    <a:cubicBezTo>
                      <a:pt x="2065" y="1930"/>
                      <a:pt x="2317" y="1834"/>
                      <a:pt x="2541" y="1659"/>
                    </a:cubicBezTo>
                    <a:cubicBezTo>
                      <a:pt x="2670" y="1557"/>
                      <a:pt x="2758" y="1426"/>
                      <a:pt x="2811" y="1273"/>
                    </a:cubicBezTo>
                    <a:cubicBezTo>
                      <a:pt x="2995" y="745"/>
                      <a:pt x="2701" y="110"/>
                      <a:pt x="1984" y="23"/>
                    </a:cubicBezTo>
                    <a:cubicBezTo>
                      <a:pt x="1856" y="8"/>
                      <a:pt x="1726" y="0"/>
                      <a:pt x="1597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3">
                <a:extLst>
                  <a:ext uri="{FF2B5EF4-FFF2-40B4-BE49-F238E27FC236}">
                    <a16:creationId xmlns:a16="http://schemas.microsoft.com/office/drawing/2014/main" id="{93913553-B286-B8B2-DDA6-0158AE093F2C}"/>
                  </a:ext>
                </a:extLst>
              </p:cNvPr>
              <p:cNvSpPr/>
              <p:nvPr/>
            </p:nvSpPr>
            <p:spPr>
              <a:xfrm>
                <a:off x="1694500" y="1262200"/>
                <a:ext cx="66800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10" extrusionOk="0">
                    <a:moveTo>
                      <a:pt x="1494" y="1"/>
                    </a:moveTo>
                    <a:cubicBezTo>
                      <a:pt x="1236" y="1"/>
                      <a:pt x="980" y="48"/>
                      <a:pt x="723" y="122"/>
                    </a:cubicBezTo>
                    <a:cubicBezTo>
                      <a:pt x="362" y="225"/>
                      <a:pt x="185" y="485"/>
                      <a:pt x="44" y="790"/>
                    </a:cubicBezTo>
                    <a:cubicBezTo>
                      <a:pt x="8" y="866"/>
                      <a:pt x="1" y="974"/>
                      <a:pt x="23" y="1055"/>
                    </a:cubicBezTo>
                    <a:cubicBezTo>
                      <a:pt x="88" y="1277"/>
                      <a:pt x="250" y="1414"/>
                      <a:pt x="479" y="1445"/>
                    </a:cubicBezTo>
                    <a:cubicBezTo>
                      <a:pt x="714" y="1477"/>
                      <a:pt x="952" y="1489"/>
                      <a:pt x="1189" y="1510"/>
                    </a:cubicBezTo>
                    <a:lnTo>
                      <a:pt x="1189" y="1492"/>
                    </a:lnTo>
                    <a:cubicBezTo>
                      <a:pt x="1256" y="1492"/>
                      <a:pt x="1322" y="1495"/>
                      <a:pt x="1389" y="1495"/>
                    </a:cubicBezTo>
                    <a:cubicBezTo>
                      <a:pt x="1428" y="1495"/>
                      <a:pt x="1468" y="1494"/>
                      <a:pt x="1507" y="1490"/>
                    </a:cubicBezTo>
                    <a:cubicBezTo>
                      <a:pt x="1824" y="1462"/>
                      <a:pt x="2112" y="1354"/>
                      <a:pt x="2361" y="1153"/>
                    </a:cubicBezTo>
                    <a:cubicBezTo>
                      <a:pt x="2609" y="952"/>
                      <a:pt x="2672" y="686"/>
                      <a:pt x="2616" y="386"/>
                    </a:cubicBezTo>
                    <a:cubicBezTo>
                      <a:pt x="2594" y="264"/>
                      <a:pt x="2525" y="183"/>
                      <a:pt x="2399" y="156"/>
                    </a:cubicBezTo>
                    <a:cubicBezTo>
                      <a:pt x="2242" y="122"/>
                      <a:pt x="2089" y="86"/>
                      <a:pt x="1935" y="50"/>
                    </a:cubicBezTo>
                    <a:cubicBezTo>
                      <a:pt x="1786" y="16"/>
                      <a:pt x="1640" y="1"/>
                      <a:pt x="1494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3">
                <a:extLst>
                  <a:ext uri="{FF2B5EF4-FFF2-40B4-BE49-F238E27FC236}">
                    <a16:creationId xmlns:a16="http://schemas.microsoft.com/office/drawing/2014/main" id="{BABED5CA-6A1E-B68F-0228-3DC233975667}"/>
                  </a:ext>
                </a:extLst>
              </p:cNvPr>
              <p:cNvSpPr/>
              <p:nvPr/>
            </p:nvSpPr>
            <p:spPr>
              <a:xfrm>
                <a:off x="1683825" y="1246400"/>
                <a:ext cx="297325" cy="481975"/>
              </a:xfrm>
              <a:custGeom>
                <a:avLst/>
                <a:gdLst/>
                <a:ahLst/>
                <a:cxnLst/>
                <a:rect l="l" t="t" r="r" b="b"/>
                <a:pathLst>
                  <a:path w="11893" h="19279" extrusionOk="0">
                    <a:moveTo>
                      <a:pt x="7023" y="169"/>
                    </a:moveTo>
                    <a:cubicBezTo>
                      <a:pt x="7465" y="169"/>
                      <a:pt x="7889" y="263"/>
                      <a:pt x="8305" y="403"/>
                    </a:cubicBezTo>
                    <a:cubicBezTo>
                      <a:pt x="8740" y="548"/>
                      <a:pt x="8953" y="914"/>
                      <a:pt x="8836" y="1362"/>
                    </a:cubicBezTo>
                    <a:cubicBezTo>
                      <a:pt x="8797" y="1512"/>
                      <a:pt x="8716" y="1653"/>
                      <a:pt x="8644" y="1792"/>
                    </a:cubicBezTo>
                    <a:cubicBezTo>
                      <a:pt x="8589" y="1897"/>
                      <a:pt x="8490" y="1953"/>
                      <a:pt x="8374" y="1977"/>
                    </a:cubicBezTo>
                    <a:cubicBezTo>
                      <a:pt x="8177" y="2017"/>
                      <a:pt x="7980" y="2046"/>
                      <a:pt x="7783" y="2046"/>
                    </a:cubicBezTo>
                    <a:cubicBezTo>
                      <a:pt x="7614" y="2046"/>
                      <a:pt x="7445" y="2025"/>
                      <a:pt x="7276" y="1972"/>
                    </a:cubicBezTo>
                    <a:cubicBezTo>
                      <a:pt x="6959" y="1876"/>
                      <a:pt x="6637" y="1803"/>
                      <a:pt x="6322" y="1704"/>
                    </a:cubicBezTo>
                    <a:cubicBezTo>
                      <a:pt x="6116" y="1639"/>
                      <a:pt x="6086" y="1585"/>
                      <a:pt x="6128" y="1383"/>
                    </a:cubicBezTo>
                    <a:cubicBezTo>
                      <a:pt x="6180" y="1133"/>
                      <a:pt x="6155" y="893"/>
                      <a:pt x="6068" y="661"/>
                    </a:cubicBezTo>
                    <a:cubicBezTo>
                      <a:pt x="6029" y="557"/>
                      <a:pt x="6047" y="488"/>
                      <a:pt x="6122" y="413"/>
                    </a:cubicBezTo>
                    <a:lnTo>
                      <a:pt x="6122" y="415"/>
                    </a:lnTo>
                    <a:cubicBezTo>
                      <a:pt x="6268" y="270"/>
                      <a:pt x="6433" y="170"/>
                      <a:pt x="6644" y="170"/>
                    </a:cubicBezTo>
                    <a:cubicBezTo>
                      <a:pt x="6651" y="170"/>
                      <a:pt x="6659" y="170"/>
                      <a:pt x="6667" y="170"/>
                    </a:cubicBezTo>
                    <a:cubicBezTo>
                      <a:pt x="6697" y="171"/>
                      <a:pt x="6728" y="172"/>
                      <a:pt x="6759" y="172"/>
                    </a:cubicBezTo>
                    <a:cubicBezTo>
                      <a:pt x="6820" y="172"/>
                      <a:pt x="6882" y="170"/>
                      <a:pt x="6944" y="170"/>
                    </a:cubicBezTo>
                    <a:cubicBezTo>
                      <a:pt x="6971" y="170"/>
                      <a:pt x="6997" y="169"/>
                      <a:pt x="7023" y="169"/>
                    </a:cubicBezTo>
                    <a:close/>
                    <a:moveTo>
                      <a:pt x="1920" y="633"/>
                    </a:moveTo>
                    <a:cubicBezTo>
                      <a:pt x="2065" y="633"/>
                      <a:pt x="2212" y="648"/>
                      <a:pt x="2360" y="682"/>
                    </a:cubicBezTo>
                    <a:cubicBezTo>
                      <a:pt x="2515" y="718"/>
                      <a:pt x="2669" y="754"/>
                      <a:pt x="2824" y="788"/>
                    </a:cubicBezTo>
                    <a:cubicBezTo>
                      <a:pt x="2950" y="815"/>
                      <a:pt x="3021" y="896"/>
                      <a:pt x="3043" y="1018"/>
                    </a:cubicBezTo>
                    <a:cubicBezTo>
                      <a:pt x="3099" y="1318"/>
                      <a:pt x="3036" y="1584"/>
                      <a:pt x="2788" y="1785"/>
                    </a:cubicBezTo>
                    <a:cubicBezTo>
                      <a:pt x="2539" y="1986"/>
                      <a:pt x="2251" y="2094"/>
                      <a:pt x="1934" y="2122"/>
                    </a:cubicBezTo>
                    <a:cubicBezTo>
                      <a:pt x="1894" y="2126"/>
                      <a:pt x="1855" y="2127"/>
                      <a:pt x="1815" y="2127"/>
                    </a:cubicBezTo>
                    <a:cubicBezTo>
                      <a:pt x="1749" y="2127"/>
                      <a:pt x="1683" y="2124"/>
                      <a:pt x="1616" y="2124"/>
                    </a:cubicBezTo>
                    <a:lnTo>
                      <a:pt x="1616" y="2142"/>
                    </a:lnTo>
                    <a:cubicBezTo>
                      <a:pt x="1379" y="2121"/>
                      <a:pt x="1141" y="2109"/>
                      <a:pt x="905" y="2077"/>
                    </a:cubicBezTo>
                    <a:cubicBezTo>
                      <a:pt x="677" y="2046"/>
                      <a:pt x="515" y="1909"/>
                      <a:pt x="450" y="1687"/>
                    </a:cubicBezTo>
                    <a:cubicBezTo>
                      <a:pt x="428" y="1606"/>
                      <a:pt x="435" y="1497"/>
                      <a:pt x="470" y="1422"/>
                    </a:cubicBezTo>
                    <a:cubicBezTo>
                      <a:pt x="612" y="1117"/>
                      <a:pt x="788" y="857"/>
                      <a:pt x="1150" y="754"/>
                    </a:cubicBezTo>
                    <a:cubicBezTo>
                      <a:pt x="1407" y="680"/>
                      <a:pt x="1662" y="633"/>
                      <a:pt x="1920" y="633"/>
                    </a:cubicBezTo>
                    <a:close/>
                    <a:moveTo>
                      <a:pt x="4737" y="160"/>
                    </a:moveTo>
                    <a:cubicBezTo>
                      <a:pt x="4867" y="160"/>
                      <a:pt x="4997" y="168"/>
                      <a:pt x="5127" y="184"/>
                    </a:cubicBezTo>
                    <a:cubicBezTo>
                      <a:pt x="5844" y="269"/>
                      <a:pt x="6138" y="905"/>
                      <a:pt x="5954" y="1434"/>
                    </a:cubicBezTo>
                    <a:cubicBezTo>
                      <a:pt x="5901" y="1587"/>
                      <a:pt x="5813" y="1716"/>
                      <a:pt x="5684" y="1818"/>
                    </a:cubicBezTo>
                    <a:cubicBezTo>
                      <a:pt x="5460" y="1993"/>
                      <a:pt x="5208" y="2089"/>
                      <a:pt x="4925" y="2133"/>
                    </a:cubicBezTo>
                    <a:cubicBezTo>
                      <a:pt x="4804" y="2150"/>
                      <a:pt x="4685" y="2160"/>
                      <a:pt x="4568" y="2160"/>
                    </a:cubicBezTo>
                    <a:cubicBezTo>
                      <a:pt x="4257" y="2160"/>
                      <a:pt x="3958" y="2095"/>
                      <a:pt x="3667" y="1956"/>
                    </a:cubicBezTo>
                    <a:cubicBezTo>
                      <a:pt x="3495" y="1873"/>
                      <a:pt x="3304" y="1831"/>
                      <a:pt x="3145" y="1696"/>
                    </a:cubicBezTo>
                    <a:cubicBezTo>
                      <a:pt x="3165" y="1573"/>
                      <a:pt x="3190" y="1470"/>
                      <a:pt x="3196" y="1366"/>
                    </a:cubicBezTo>
                    <a:cubicBezTo>
                      <a:pt x="3204" y="1247"/>
                      <a:pt x="3217" y="1123"/>
                      <a:pt x="3186" y="1012"/>
                    </a:cubicBezTo>
                    <a:cubicBezTo>
                      <a:pt x="3147" y="874"/>
                      <a:pt x="3178" y="773"/>
                      <a:pt x="3259" y="667"/>
                    </a:cubicBezTo>
                    <a:cubicBezTo>
                      <a:pt x="3402" y="481"/>
                      <a:pt x="3586" y="359"/>
                      <a:pt x="3810" y="295"/>
                    </a:cubicBezTo>
                    <a:cubicBezTo>
                      <a:pt x="4113" y="205"/>
                      <a:pt x="4425" y="160"/>
                      <a:pt x="4737" y="160"/>
                    </a:cubicBezTo>
                    <a:close/>
                    <a:moveTo>
                      <a:pt x="9321" y="928"/>
                    </a:moveTo>
                    <a:cubicBezTo>
                      <a:pt x="9443" y="928"/>
                      <a:pt x="9571" y="951"/>
                      <a:pt x="9684" y="995"/>
                    </a:cubicBezTo>
                    <a:cubicBezTo>
                      <a:pt x="9911" y="1085"/>
                      <a:pt x="10085" y="1250"/>
                      <a:pt x="10217" y="1458"/>
                    </a:cubicBezTo>
                    <a:cubicBezTo>
                      <a:pt x="10266" y="1536"/>
                      <a:pt x="10311" y="1618"/>
                      <a:pt x="10365" y="1693"/>
                    </a:cubicBezTo>
                    <a:cubicBezTo>
                      <a:pt x="10539" y="1932"/>
                      <a:pt x="10514" y="2175"/>
                      <a:pt x="10386" y="2422"/>
                    </a:cubicBezTo>
                    <a:cubicBezTo>
                      <a:pt x="10266" y="2655"/>
                      <a:pt x="10065" y="2734"/>
                      <a:pt x="9813" y="2745"/>
                    </a:cubicBezTo>
                    <a:cubicBezTo>
                      <a:pt x="9786" y="2746"/>
                      <a:pt x="9760" y="2747"/>
                      <a:pt x="9734" y="2747"/>
                    </a:cubicBezTo>
                    <a:cubicBezTo>
                      <a:pt x="9497" y="2747"/>
                      <a:pt x="9278" y="2692"/>
                      <a:pt x="9067" y="2577"/>
                    </a:cubicBezTo>
                    <a:cubicBezTo>
                      <a:pt x="8922" y="2499"/>
                      <a:pt x="8773" y="2425"/>
                      <a:pt x="8631" y="2341"/>
                    </a:cubicBezTo>
                    <a:cubicBezTo>
                      <a:pt x="8566" y="2304"/>
                      <a:pt x="8512" y="2247"/>
                      <a:pt x="8415" y="2166"/>
                    </a:cubicBezTo>
                    <a:cubicBezTo>
                      <a:pt x="8485" y="2118"/>
                      <a:pt x="8517" y="2094"/>
                      <a:pt x="8550" y="2073"/>
                    </a:cubicBezTo>
                    <a:cubicBezTo>
                      <a:pt x="8869" y="1867"/>
                      <a:pt x="8979" y="1546"/>
                      <a:pt x="9022" y="1193"/>
                    </a:cubicBezTo>
                    <a:cubicBezTo>
                      <a:pt x="9051" y="974"/>
                      <a:pt x="9073" y="934"/>
                      <a:pt x="9300" y="928"/>
                    </a:cubicBezTo>
                    <a:cubicBezTo>
                      <a:pt x="9307" y="928"/>
                      <a:pt x="9314" y="928"/>
                      <a:pt x="9321" y="928"/>
                    </a:cubicBezTo>
                    <a:close/>
                    <a:moveTo>
                      <a:pt x="5951" y="1803"/>
                    </a:moveTo>
                    <a:cubicBezTo>
                      <a:pt x="6051" y="1914"/>
                      <a:pt x="6014" y="2031"/>
                      <a:pt x="5976" y="2149"/>
                    </a:cubicBezTo>
                    <a:cubicBezTo>
                      <a:pt x="5915" y="2344"/>
                      <a:pt x="5852" y="2539"/>
                      <a:pt x="5795" y="2737"/>
                    </a:cubicBezTo>
                    <a:cubicBezTo>
                      <a:pt x="5729" y="2955"/>
                      <a:pt x="5771" y="3170"/>
                      <a:pt x="5826" y="3383"/>
                    </a:cubicBezTo>
                    <a:cubicBezTo>
                      <a:pt x="5831" y="3398"/>
                      <a:pt x="5855" y="3408"/>
                      <a:pt x="5874" y="3423"/>
                    </a:cubicBezTo>
                    <a:cubicBezTo>
                      <a:pt x="5958" y="3371"/>
                      <a:pt x="5927" y="3290"/>
                      <a:pt x="5915" y="3227"/>
                    </a:cubicBezTo>
                    <a:cubicBezTo>
                      <a:pt x="5856" y="2940"/>
                      <a:pt x="5931" y="2677"/>
                      <a:pt x="6027" y="2412"/>
                    </a:cubicBezTo>
                    <a:cubicBezTo>
                      <a:pt x="6092" y="2232"/>
                      <a:pt x="6140" y="2047"/>
                      <a:pt x="6197" y="1860"/>
                    </a:cubicBezTo>
                    <a:cubicBezTo>
                      <a:pt x="6703" y="1987"/>
                      <a:pt x="7217" y="2116"/>
                      <a:pt x="7732" y="2247"/>
                    </a:cubicBezTo>
                    <a:cubicBezTo>
                      <a:pt x="7543" y="2326"/>
                      <a:pt x="7350" y="2328"/>
                      <a:pt x="7154" y="2328"/>
                    </a:cubicBezTo>
                    <a:cubicBezTo>
                      <a:pt x="7145" y="2328"/>
                      <a:pt x="7136" y="2328"/>
                      <a:pt x="7127" y="2328"/>
                    </a:cubicBezTo>
                    <a:cubicBezTo>
                      <a:pt x="7018" y="2328"/>
                      <a:pt x="6908" y="2329"/>
                      <a:pt x="6797" y="2343"/>
                    </a:cubicBezTo>
                    <a:cubicBezTo>
                      <a:pt x="6827" y="2364"/>
                      <a:pt x="6856" y="2397"/>
                      <a:pt x="6887" y="2403"/>
                    </a:cubicBezTo>
                    <a:cubicBezTo>
                      <a:pt x="7047" y="2431"/>
                      <a:pt x="7206" y="2449"/>
                      <a:pt x="7364" y="2449"/>
                    </a:cubicBezTo>
                    <a:cubicBezTo>
                      <a:pt x="7593" y="2449"/>
                      <a:pt x="7818" y="2411"/>
                      <a:pt x="8040" y="2313"/>
                    </a:cubicBezTo>
                    <a:cubicBezTo>
                      <a:pt x="8094" y="2289"/>
                      <a:pt x="8149" y="2266"/>
                      <a:pt x="8205" y="2247"/>
                    </a:cubicBezTo>
                    <a:cubicBezTo>
                      <a:pt x="8207" y="2246"/>
                      <a:pt x="8209" y="2246"/>
                      <a:pt x="8211" y="2246"/>
                    </a:cubicBezTo>
                    <a:cubicBezTo>
                      <a:pt x="8221" y="2246"/>
                      <a:pt x="8232" y="2252"/>
                      <a:pt x="8242" y="2253"/>
                    </a:cubicBezTo>
                    <a:cubicBezTo>
                      <a:pt x="8248" y="2265"/>
                      <a:pt x="8262" y="2278"/>
                      <a:pt x="8260" y="2287"/>
                    </a:cubicBezTo>
                    <a:cubicBezTo>
                      <a:pt x="8185" y="2586"/>
                      <a:pt x="8248" y="2877"/>
                      <a:pt x="8292" y="3173"/>
                    </a:cubicBezTo>
                    <a:cubicBezTo>
                      <a:pt x="8316" y="3347"/>
                      <a:pt x="8296" y="3527"/>
                      <a:pt x="8296" y="3722"/>
                    </a:cubicBezTo>
                    <a:cubicBezTo>
                      <a:pt x="8419" y="3675"/>
                      <a:pt x="8436" y="3576"/>
                      <a:pt x="8431" y="3485"/>
                    </a:cubicBezTo>
                    <a:cubicBezTo>
                      <a:pt x="8421" y="3248"/>
                      <a:pt x="8404" y="3009"/>
                      <a:pt x="8376" y="2773"/>
                    </a:cubicBezTo>
                    <a:cubicBezTo>
                      <a:pt x="8362" y="2653"/>
                      <a:pt x="8335" y="2539"/>
                      <a:pt x="8409" y="2412"/>
                    </a:cubicBezTo>
                    <a:cubicBezTo>
                      <a:pt x="8758" y="2578"/>
                      <a:pt x="9106" y="2743"/>
                      <a:pt x="9453" y="2907"/>
                    </a:cubicBezTo>
                    <a:cubicBezTo>
                      <a:pt x="9383" y="2983"/>
                      <a:pt x="9297" y="2989"/>
                      <a:pt x="9203" y="2989"/>
                    </a:cubicBezTo>
                    <a:cubicBezTo>
                      <a:pt x="9185" y="2989"/>
                      <a:pt x="9166" y="2989"/>
                      <a:pt x="9147" y="2989"/>
                    </a:cubicBezTo>
                    <a:cubicBezTo>
                      <a:pt x="9077" y="2989"/>
                      <a:pt x="9004" y="2992"/>
                      <a:pt x="8931" y="3022"/>
                    </a:cubicBezTo>
                    <a:cubicBezTo>
                      <a:pt x="9026" y="3064"/>
                      <a:pt x="9117" y="3080"/>
                      <a:pt x="9205" y="3080"/>
                    </a:cubicBezTo>
                    <a:cubicBezTo>
                      <a:pt x="9412" y="3080"/>
                      <a:pt x="9603" y="2993"/>
                      <a:pt x="9803" y="2964"/>
                    </a:cubicBezTo>
                    <a:cubicBezTo>
                      <a:pt x="9803" y="3016"/>
                      <a:pt x="9810" y="3062"/>
                      <a:pt x="9803" y="3104"/>
                    </a:cubicBezTo>
                    <a:cubicBezTo>
                      <a:pt x="9770" y="3294"/>
                      <a:pt x="9750" y="3483"/>
                      <a:pt x="9810" y="3674"/>
                    </a:cubicBezTo>
                    <a:cubicBezTo>
                      <a:pt x="9845" y="3783"/>
                      <a:pt x="9800" y="3875"/>
                      <a:pt x="9735" y="3969"/>
                    </a:cubicBezTo>
                    <a:cubicBezTo>
                      <a:pt x="9570" y="4215"/>
                      <a:pt x="9411" y="4467"/>
                      <a:pt x="9253" y="4719"/>
                    </a:cubicBezTo>
                    <a:cubicBezTo>
                      <a:pt x="9115" y="4942"/>
                      <a:pt x="9078" y="5191"/>
                      <a:pt x="9088" y="5446"/>
                    </a:cubicBezTo>
                    <a:cubicBezTo>
                      <a:pt x="9105" y="5822"/>
                      <a:pt x="9127" y="6200"/>
                      <a:pt x="9159" y="6576"/>
                    </a:cubicBezTo>
                    <a:cubicBezTo>
                      <a:pt x="9172" y="6729"/>
                      <a:pt x="9151" y="6864"/>
                      <a:pt x="9058" y="6988"/>
                    </a:cubicBezTo>
                    <a:cubicBezTo>
                      <a:pt x="9000" y="7068"/>
                      <a:pt x="8947" y="7152"/>
                      <a:pt x="8892" y="7236"/>
                    </a:cubicBezTo>
                    <a:cubicBezTo>
                      <a:pt x="8814" y="7356"/>
                      <a:pt x="8701" y="7414"/>
                      <a:pt x="8557" y="7419"/>
                    </a:cubicBezTo>
                    <a:cubicBezTo>
                      <a:pt x="8419" y="7422"/>
                      <a:pt x="8280" y="7429"/>
                      <a:pt x="8140" y="7431"/>
                    </a:cubicBezTo>
                    <a:cubicBezTo>
                      <a:pt x="7978" y="7432"/>
                      <a:pt x="7823" y="7468"/>
                      <a:pt x="7684" y="7551"/>
                    </a:cubicBezTo>
                    <a:cubicBezTo>
                      <a:pt x="7358" y="7746"/>
                      <a:pt x="7070" y="7990"/>
                      <a:pt x="6812" y="8268"/>
                    </a:cubicBezTo>
                    <a:cubicBezTo>
                      <a:pt x="6797" y="8284"/>
                      <a:pt x="6790" y="8308"/>
                      <a:pt x="6779" y="8330"/>
                    </a:cubicBezTo>
                    <a:cubicBezTo>
                      <a:pt x="6790" y="8340"/>
                      <a:pt x="6799" y="8349"/>
                      <a:pt x="6809" y="8360"/>
                    </a:cubicBezTo>
                    <a:cubicBezTo>
                      <a:pt x="6868" y="8315"/>
                      <a:pt x="6926" y="8266"/>
                      <a:pt x="6986" y="8223"/>
                    </a:cubicBezTo>
                    <a:cubicBezTo>
                      <a:pt x="7222" y="8050"/>
                      <a:pt x="7454" y="7878"/>
                      <a:pt x="7691" y="7708"/>
                    </a:cubicBezTo>
                    <a:cubicBezTo>
                      <a:pt x="7817" y="7617"/>
                      <a:pt x="7961" y="7575"/>
                      <a:pt x="8121" y="7573"/>
                    </a:cubicBezTo>
                    <a:cubicBezTo>
                      <a:pt x="8293" y="7572"/>
                      <a:pt x="8464" y="7545"/>
                      <a:pt x="8637" y="7542"/>
                    </a:cubicBezTo>
                    <a:cubicBezTo>
                      <a:pt x="8784" y="7539"/>
                      <a:pt x="8889" y="7480"/>
                      <a:pt x="8967" y="7359"/>
                    </a:cubicBezTo>
                    <a:cubicBezTo>
                      <a:pt x="9006" y="7299"/>
                      <a:pt x="9052" y="7243"/>
                      <a:pt x="9100" y="7180"/>
                    </a:cubicBezTo>
                    <a:cubicBezTo>
                      <a:pt x="9150" y="7212"/>
                      <a:pt x="9190" y="7237"/>
                      <a:pt x="9241" y="7270"/>
                    </a:cubicBezTo>
                    <a:cubicBezTo>
                      <a:pt x="9309" y="7068"/>
                      <a:pt x="9322" y="6877"/>
                      <a:pt x="9288" y="6688"/>
                    </a:cubicBezTo>
                    <a:cubicBezTo>
                      <a:pt x="9204" y="6235"/>
                      <a:pt x="9226" y="5777"/>
                      <a:pt x="9211" y="5320"/>
                    </a:cubicBezTo>
                    <a:cubicBezTo>
                      <a:pt x="9205" y="5188"/>
                      <a:pt x="9252" y="5045"/>
                      <a:pt x="9304" y="4919"/>
                    </a:cubicBezTo>
                    <a:cubicBezTo>
                      <a:pt x="9499" y="4454"/>
                      <a:pt x="9801" y="4059"/>
                      <a:pt x="10134" y="3687"/>
                    </a:cubicBezTo>
                    <a:cubicBezTo>
                      <a:pt x="10241" y="3566"/>
                      <a:pt x="10365" y="3519"/>
                      <a:pt x="10506" y="3519"/>
                    </a:cubicBezTo>
                    <a:cubicBezTo>
                      <a:pt x="10566" y="3519"/>
                      <a:pt x="10629" y="3528"/>
                      <a:pt x="10695" y="3543"/>
                    </a:cubicBezTo>
                    <a:cubicBezTo>
                      <a:pt x="10991" y="3611"/>
                      <a:pt x="11154" y="3761"/>
                      <a:pt x="11162" y="4083"/>
                    </a:cubicBezTo>
                    <a:cubicBezTo>
                      <a:pt x="11166" y="4334"/>
                      <a:pt x="11201" y="4587"/>
                      <a:pt x="11255" y="4832"/>
                    </a:cubicBezTo>
                    <a:cubicBezTo>
                      <a:pt x="11366" y="5335"/>
                      <a:pt x="11485" y="5837"/>
                      <a:pt x="11627" y="6332"/>
                    </a:cubicBezTo>
                    <a:cubicBezTo>
                      <a:pt x="11731" y="6690"/>
                      <a:pt x="11743" y="7050"/>
                      <a:pt x="11737" y="7413"/>
                    </a:cubicBezTo>
                    <a:cubicBezTo>
                      <a:pt x="11735" y="7483"/>
                      <a:pt x="11699" y="7554"/>
                      <a:pt x="11674" y="7621"/>
                    </a:cubicBezTo>
                    <a:cubicBezTo>
                      <a:pt x="11470" y="8155"/>
                      <a:pt x="11162" y="8622"/>
                      <a:pt x="10773" y="9039"/>
                    </a:cubicBezTo>
                    <a:cubicBezTo>
                      <a:pt x="10439" y="9398"/>
                      <a:pt x="10100" y="9753"/>
                      <a:pt x="9774" y="10121"/>
                    </a:cubicBezTo>
                    <a:cubicBezTo>
                      <a:pt x="9580" y="10339"/>
                      <a:pt x="9406" y="10573"/>
                      <a:pt x="9228" y="10804"/>
                    </a:cubicBezTo>
                    <a:cubicBezTo>
                      <a:pt x="9045" y="11039"/>
                      <a:pt x="8887" y="11294"/>
                      <a:pt x="8686" y="11513"/>
                    </a:cubicBezTo>
                    <a:cubicBezTo>
                      <a:pt x="8478" y="11738"/>
                      <a:pt x="8257" y="11958"/>
                      <a:pt x="7986" y="12117"/>
                    </a:cubicBezTo>
                    <a:cubicBezTo>
                      <a:pt x="7298" y="12517"/>
                      <a:pt x="6575" y="12825"/>
                      <a:pt x="5789" y="12952"/>
                    </a:cubicBezTo>
                    <a:cubicBezTo>
                      <a:pt x="5657" y="12974"/>
                      <a:pt x="5522" y="12981"/>
                      <a:pt x="5386" y="12981"/>
                    </a:cubicBezTo>
                    <a:cubicBezTo>
                      <a:pt x="5262" y="12981"/>
                      <a:pt x="5138" y="12975"/>
                      <a:pt x="5016" y="12972"/>
                    </a:cubicBezTo>
                    <a:cubicBezTo>
                      <a:pt x="4419" y="12957"/>
                      <a:pt x="3826" y="12906"/>
                      <a:pt x="3249" y="12738"/>
                    </a:cubicBezTo>
                    <a:cubicBezTo>
                      <a:pt x="2976" y="12658"/>
                      <a:pt x="2696" y="12600"/>
                      <a:pt x="2419" y="12534"/>
                    </a:cubicBezTo>
                    <a:cubicBezTo>
                      <a:pt x="2356" y="12519"/>
                      <a:pt x="2291" y="12516"/>
                      <a:pt x="2191" y="12502"/>
                    </a:cubicBezTo>
                    <a:lnTo>
                      <a:pt x="2191" y="12502"/>
                    </a:lnTo>
                    <a:cubicBezTo>
                      <a:pt x="2231" y="12565"/>
                      <a:pt x="2243" y="12600"/>
                      <a:pt x="2270" y="12621"/>
                    </a:cubicBezTo>
                    <a:cubicBezTo>
                      <a:pt x="2294" y="12642"/>
                      <a:pt x="2327" y="12654"/>
                      <a:pt x="2360" y="12661"/>
                    </a:cubicBezTo>
                    <a:cubicBezTo>
                      <a:pt x="2910" y="12783"/>
                      <a:pt x="3439" y="12990"/>
                      <a:pt x="4003" y="13042"/>
                    </a:cubicBezTo>
                    <a:cubicBezTo>
                      <a:pt x="4391" y="13078"/>
                      <a:pt x="4779" y="13114"/>
                      <a:pt x="5167" y="13114"/>
                    </a:cubicBezTo>
                    <a:cubicBezTo>
                      <a:pt x="5440" y="13114"/>
                      <a:pt x="5713" y="13096"/>
                      <a:pt x="5985" y="13047"/>
                    </a:cubicBezTo>
                    <a:cubicBezTo>
                      <a:pt x="6800" y="12900"/>
                      <a:pt x="7538" y="12564"/>
                      <a:pt x="8230" y="12121"/>
                    </a:cubicBezTo>
                    <a:cubicBezTo>
                      <a:pt x="8287" y="12085"/>
                      <a:pt x="8340" y="12046"/>
                      <a:pt x="8413" y="11998"/>
                    </a:cubicBezTo>
                    <a:cubicBezTo>
                      <a:pt x="8424" y="12051"/>
                      <a:pt x="8437" y="12091"/>
                      <a:pt x="8437" y="12132"/>
                    </a:cubicBezTo>
                    <a:cubicBezTo>
                      <a:pt x="8449" y="13650"/>
                      <a:pt x="8463" y="15168"/>
                      <a:pt x="8467" y="16688"/>
                    </a:cubicBezTo>
                    <a:cubicBezTo>
                      <a:pt x="8469" y="17085"/>
                      <a:pt x="8449" y="17482"/>
                      <a:pt x="8431" y="17880"/>
                    </a:cubicBezTo>
                    <a:cubicBezTo>
                      <a:pt x="8415" y="18289"/>
                      <a:pt x="8350" y="18396"/>
                      <a:pt x="7966" y="18516"/>
                    </a:cubicBezTo>
                    <a:cubicBezTo>
                      <a:pt x="7118" y="18778"/>
                      <a:pt x="6263" y="19019"/>
                      <a:pt x="5372" y="19095"/>
                    </a:cubicBezTo>
                    <a:cubicBezTo>
                      <a:pt x="5237" y="19107"/>
                      <a:pt x="5102" y="19112"/>
                      <a:pt x="4968" y="19112"/>
                    </a:cubicBezTo>
                    <a:cubicBezTo>
                      <a:pt x="4559" y="19112"/>
                      <a:pt x="4154" y="19063"/>
                      <a:pt x="3748" y="18996"/>
                    </a:cubicBezTo>
                    <a:cubicBezTo>
                      <a:pt x="3429" y="18944"/>
                      <a:pt x="3103" y="18912"/>
                      <a:pt x="2787" y="18842"/>
                    </a:cubicBezTo>
                    <a:cubicBezTo>
                      <a:pt x="2516" y="18781"/>
                      <a:pt x="2255" y="18681"/>
                      <a:pt x="1991" y="18597"/>
                    </a:cubicBezTo>
                    <a:cubicBezTo>
                      <a:pt x="1952" y="18585"/>
                      <a:pt x="1918" y="18565"/>
                      <a:pt x="1882" y="18547"/>
                    </a:cubicBezTo>
                    <a:cubicBezTo>
                      <a:pt x="1651" y="18438"/>
                      <a:pt x="1516" y="18306"/>
                      <a:pt x="1556" y="18001"/>
                    </a:cubicBezTo>
                    <a:cubicBezTo>
                      <a:pt x="1703" y="16873"/>
                      <a:pt x="1657" y="15737"/>
                      <a:pt x="1664" y="14604"/>
                    </a:cubicBezTo>
                    <a:cubicBezTo>
                      <a:pt x="1669" y="13889"/>
                      <a:pt x="1694" y="13173"/>
                      <a:pt x="1711" y="12445"/>
                    </a:cubicBezTo>
                    <a:cubicBezTo>
                      <a:pt x="1762" y="12453"/>
                      <a:pt x="1814" y="12459"/>
                      <a:pt x="1903" y="12471"/>
                    </a:cubicBezTo>
                    <a:cubicBezTo>
                      <a:pt x="1862" y="12414"/>
                      <a:pt x="1844" y="12384"/>
                      <a:pt x="1822" y="12358"/>
                    </a:cubicBezTo>
                    <a:cubicBezTo>
                      <a:pt x="1810" y="12343"/>
                      <a:pt x="1790" y="12333"/>
                      <a:pt x="1775" y="12321"/>
                    </a:cubicBezTo>
                    <a:cubicBezTo>
                      <a:pt x="1228" y="11943"/>
                      <a:pt x="1324" y="12025"/>
                      <a:pt x="1049" y="11416"/>
                    </a:cubicBezTo>
                    <a:cubicBezTo>
                      <a:pt x="656" y="10541"/>
                      <a:pt x="390" y="9626"/>
                      <a:pt x="206" y="8688"/>
                    </a:cubicBezTo>
                    <a:cubicBezTo>
                      <a:pt x="162" y="8463"/>
                      <a:pt x="146" y="8227"/>
                      <a:pt x="150" y="7996"/>
                    </a:cubicBezTo>
                    <a:cubicBezTo>
                      <a:pt x="158" y="7321"/>
                      <a:pt x="174" y="6645"/>
                      <a:pt x="203" y="5969"/>
                    </a:cubicBezTo>
                    <a:cubicBezTo>
                      <a:pt x="218" y="5593"/>
                      <a:pt x="273" y="5218"/>
                      <a:pt x="294" y="4841"/>
                    </a:cubicBezTo>
                    <a:cubicBezTo>
                      <a:pt x="303" y="4685"/>
                      <a:pt x="291" y="4521"/>
                      <a:pt x="252" y="4370"/>
                    </a:cubicBezTo>
                    <a:cubicBezTo>
                      <a:pt x="149" y="3965"/>
                      <a:pt x="123" y="3561"/>
                      <a:pt x="209" y="3150"/>
                    </a:cubicBezTo>
                    <a:cubicBezTo>
                      <a:pt x="275" y="2833"/>
                      <a:pt x="327" y="2514"/>
                      <a:pt x="389" y="2196"/>
                    </a:cubicBezTo>
                    <a:cubicBezTo>
                      <a:pt x="399" y="2145"/>
                      <a:pt x="422" y="2098"/>
                      <a:pt x="440" y="2047"/>
                    </a:cubicBezTo>
                    <a:cubicBezTo>
                      <a:pt x="830" y="2210"/>
                      <a:pt x="1214" y="2297"/>
                      <a:pt x="1594" y="2297"/>
                    </a:cubicBezTo>
                    <a:cubicBezTo>
                      <a:pt x="2059" y="2297"/>
                      <a:pt x="2519" y="2166"/>
                      <a:pt x="2976" y="1879"/>
                    </a:cubicBezTo>
                    <a:cubicBezTo>
                      <a:pt x="2983" y="1950"/>
                      <a:pt x="2997" y="1999"/>
                      <a:pt x="2992" y="2046"/>
                    </a:cubicBezTo>
                    <a:cubicBezTo>
                      <a:pt x="2965" y="2329"/>
                      <a:pt x="2926" y="2611"/>
                      <a:pt x="2904" y="2895"/>
                    </a:cubicBezTo>
                    <a:cubicBezTo>
                      <a:pt x="2892" y="3053"/>
                      <a:pt x="2893" y="3213"/>
                      <a:pt x="2908" y="3371"/>
                    </a:cubicBezTo>
                    <a:cubicBezTo>
                      <a:pt x="2917" y="3464"/>
                      <a:pt x="2943" y="3564"/>
                      <a:pt x="3052" y="3656"/>
                    </a:cubicBezTo>
                    <a:cubicBezTo>
                      <a:pt x="3052" y="3579"/>
                      <a:pt x="3066" y="3528"/>
                      <a:pt x="3051" y="3488"/>
                    </a:cubicBezTo>
                    <a:cubicBezTo>
                      <a:pt x="2992" y="3341"/>
                      <a:pt x="2991" y="3192"/>
                      <a:pt x="3010" y="3037"/>
                    </a:cubicBezTo>
                    <a:cubicBezTo>
                      <a:pt x="3055" y="2697"/>
                      <a:pt x="3096" y="2355"/>
                      <a:pt x="3138" y="2014"/>
                    </a:cubicBezTo>
                    <a:cubicBezTo>
                      <a:pt x="3141" y="1989"/>
                      <a:pt x="3153" y="1965"/>
                      <a:pt x="3166" y="1921"/>
                    </a:cubicBezTo>
                    <a:cubicBezTo>
                      <a:pt x="3638" y="2099"/>
                      <a:pt x="4088" y="2342"/>
                      <a:pt x="4603" y="2342"/>
                    </a:cubicBezTo>
                    <a:cubicBezTo>
                      <a:pt x="4649" y="2342"/>
                      <a:pt x="4697" y="2340"/>
                      <a:pt x="4745" y="2335"/>
                    </a:cubicBezTo>
                    <a:lnTo>
                      <a:pt x="4745" y="2335"/>
                    </a:lnTo>
                    <a:cubicBezTo>
                      <a:pt x="4637" y="2439"/>
                      <a:pt x="4509" y="2440"/>
                      <a:pt x="4380" y="2446"/>
                    </a:cubicBezTo>
                    <a:cubicBezTo>
                      <a:pt x="4367" y="2447"/>
                      <a:pt x="4354" y="2447"/>
                      <a:pt x="4341" y="2447"/>
                    </a:cubicBezTo>
                    <a:cubicBezTo>
                      <a:pt x="4297" y="2447"/>
                      <a:pt x="4253" y="2445"/>
                      <a:pt x="4206" y="2445"/>
                    </a:cubicBezTo>
                    <a:cubicBezTo>
                      <a:pt x="4135" y="2445"/>
                      <a:pt x="4057" y="2451"/>
                      <a:pt x="3967" y="2482"/>
                    </a:cubicBezTo>
                    <a:cubicBezTo>
                      <a:pt x="4042" y="2523"/>
                      <a:pt x="4077" y="2551"/>
                      <a:pt x="4114" y="2559"/>
                    </a:cubicBezTo>
                    <a:cubicBezTo>
                      <a:pt x="4183" y="2573"/>
                      <a:pt x="4249" y="2580"/>
                      <a:pt x="4315" y="2580"/>
                    </a:cubicBezTo>
                    <a:cubicBezTo>
                      <a:pt x="4547" y="2580"/>
                      <a:pt x="4764" y="2498"/>
                      <a:pt x="4974" y="2391"/>
                    </a:cubicBezTo>
                    <a:cubicBezTo>
                      <a:pt x="5162" y="2295"/>
                      <a:pt x="5349" y="2196"/>
                      <a:pt x="5531" y="2088"/>
                    </a:cubicBezTo>
                    <a:cubicBezTo>
                      <a:pt x="5673" y="2004"/>
                      <a:pt x="5805" y="1903"/>
                      <a:pt x="5951" y="1803"/>
                    </a:cubicBezTo>
                    <a:close/>
                    <a:moveTo>
                      <a:pt x="6831" y="0"/>
                    </a:moveTo>
                    <a:cubicBezTo>
                      <a:pt x="6496" y="0"/>
                      <a:pt x="6203" y="90"/>
                      <a:pt x="5966" y="349"/>
                    </a:cubicBezTo>
                    <a:cubicBezTo>
                      <a:pt x="5960" y="358"/>
                      <a:pt x="5942" y="358"/>
                      <a:pt x="5922" y="364"/>
                    </a:cubicBezTo>
                    <a:cubicBezTo>
                      <a:pt x="5844" y="313"/>
                      <a:pt x="5766" y="245"/>
                      <a:pt x="5678" y="206"/>
                    </a:cubicBezTo>
                    <a:cubicBezTo>
                      <a:pt x="5522" y="136"/>
                      <a:pt x="5363" y="41"/>
                      <a:pt x="5199" y="29"/>
                    </a:cubicBezTo>
                    <a:cubicBezTo>
                      <a:pt x="5029" y="16"/>
                      <a:pt x="4857" y="5"/>
                      <a:pt x="4685" y="5"/>
                    </a:cubicBezTo>
                    <a:cubicBezTo>
                      <a:pt x="4492" y="5"/>
                      <a:pt x="4300" y="19"/>
                      <a:pt x="4110" y="59"/>
                    </a:cubicBezTo>
                    <a:cubicBezTo>
                      <a:pt x="3730" y="142"/>
                      <a:pt x="3357" y="241"/>
                      <a:pt x="3141" y="614"/>
                    </a:cubicBezTo>
                    <a:cubicBezTo>
                      <a:pt x="3108" y="672"/>
                      <a:pt x="3060" y="694"/>
                      <a:pt x="3005" y="694"/>
                    </a:cubicBezTo>
                    <a:cubicBezTo>
                      <a:pt x="2982" y="694"/>
                      <a:pt x="2957" y="690"/>
                      <a:pt x="2932" y="683"/>
                    </a:cubicBezTo>
                    <a:cubicBezTo>
                      <a:pt x="2889" y="671"/>
                      <a:pt x="2845" y="653"/>
                      <a:pt x="2802" y="638"/>
                    </a:cubicBezTo>
                    <a:cubicBezTo>
                      <a:pt x="2506" y="539"/>
                      <a:pt x="2210" y="489"/>
                      <a:pt x="1915" y="489"/>
                    </a:cubicBezTo>
                    <a:cubicBezTo>
                      <a:pt x="1618" y="489"/>
                      <a:pt x="1322" y="539"/>
                      <a:pt x="1025" y="638"/>
                    </a:cubicBezTo>
                    <a:cubicBezTo>
                      <a:pt x="693" y="749"/>
                      <a:pt x="297" y="1276"/>
                      <a:pt x="288" y="1624"/>
                    </a:cubicBezTo>
                    <a:cubicBezTo>
                      <a:pt x="287" y="1663"/>
                      <a:pt x="302" y="1702"/>
                      <a:pt x="302" y="1741"/>
                    </a:cubicBezTo>
                    <a:cubicBezTo>
                      <a:pt x="299" y="1881"/>
                      <a:pt x="308" y="2020"/>
                      <a:pt x="284" y="2155"/>
                    </a:cubicBezTo>
                    <a:cubicBezTo>
                      <a:pt x="222" y="2535"/>
                      <a:pt x="147" y="2911"/>
                      <a:pt x="74" y="3288"/>
                    </a:cubicBezTo>
                    <a:cubicBezTo>
                      <a:pt x="14" y="3599"/>
                      <a:pt x="30" y="3908"/>
                      <a:pt x="98" y="4215"/>
                    </a:cubicBezTo>
                    <a:cubicBezTo>
                      <a:pt x="179" y="4589"/>
                      <a:pt x="168" y="4964"/>
                      <a:pt x="141" y="5344"/>
                    </a:cubicBezTo>
                    <a:cubicBezTo>
                      <a:pt x="84" y="6089"/>
                      <a:pt x="33" y="6838"/>
                      <a:pt x="12" y="7585"/>
                    </a:cubicBezTo>
                    <a:cubicBezTo>
                      <a:pt x="0" y="7975"/>
                      <a:pt x="23" y="8372"/>
                      <a:pt x="92" y="8754"/>
                    </a:cubicBezTo>
                    <a:cubicBezTo>
                      <a:pt x="263" y="9723"/>
                      <a:pt x="564" y="10657"/>
                      <a:pt x="966" y="11555"/>
                    </a:cubicBezTo>
                    <a:cubicBezTo>
                      <a:pt x="1103" y="11860"/>
                      <a:pt x="1247" y="12159"/>
                      <a:pt x="1565" y="12315"/>
                    </a:cubicBezTo>
                    <a:lnTo>
                      <a:pt x="1565" y="12408"/>
                    </a:lnTo>
                    <a:cubicBezTo>
                      <a:pt x="1549" y="13555"/>
                      <a:pt x="1519" y="14702"/>
                      <a:pt x="1522" y="15848"/>
                    </a:cubicBezTo>
                    <a:cubicBezTo>
                      <a:pt x="1526" y="16666"/>
                      <a:pt x="1459" y="17476"/>
                      <a:pt x="1402" y="18289"/>
                    </a:cubicBezTo>
                    <a:cubicBezTo>
                      <a:pt x="1397" y="18337"/>
                      <a:pt x="1429" y="18409"/>
                      <a:pt x="1468" y="18438"/>
                    </a:cubicBezTo>
                    <a:cubicBezTo>
                      <a:pt x="1612" y="18544"/>
                      <a:pt x="1756" y="18660"/>
                      <a:pt x="1916" y="18726"/>
                    </a:cubicBezTo>
                    <a:cubicBezTo>
                      <a:pt x="2179" y="18836"/>
                      <a:pt x="2449" y="18938"/>
                      <a:pt x="2728" y="18990"/>
                    </a:cubicBezTo>
                    <a:cubicBezTo>
                      <a:pt x="3274" y="19092"/>
                      <a:pt x="3826" y="19164"/>
                      <a:pt x="4377" y="19238"/>
                    </a:cubicBezTo>
                    <a:cubicBezTo>
                      <a:pt x="4577" y="19265"/>
                      <a:pt x="4777" y="19278"/>
                      <a:pt x="4977" y="19278"/>
                    </a:cubicBezTo>
                    <a:cubicBezTo>
                      <a:pt x="5241" y="19278"/>
                      <a:pt x="5505" y="19255"/>
                      <a:pt x="5765" y="19211"/>
                    </a:cubicBezTo>
                    <a:cubicBezTo>
                      <a:pt x="6253" y="19127"/>
                      <a:pt x="6737" y="19011"/>
                      <a:pt x="7219" y="18894"/>
                    </a:cubicBezTo>
                    <a:cubicBezTo>
                      <a:pt x="7528" y="18819"/>
                      <a:pt x="7831" y="18720"/>
                      <a:pt x="8134" y="18625"/>
                    </a:cubicBezTo>
                    <a:cubicBezTo>
                      <a:pt x="8403" y="18541"/>
                      <a:pt x="8562" y="18373"/>
                      <a:pt x="8551" y="18073"/>
                    </a:cubicBezTo>
                    <a:cubicBezTo>
                      <a:pt x="8550" y="18001"/>
                      <a:pt x="8575" y="17929"/>
                      <a:pt x="8577" y="17857"/>
                    </a:cubicBezTo>
                    <a:cubicBezTo>
                      <a:pt x="8593" y="16969"/>
                      <a:pt x="8613" y="16081"/>
                      <a:pt x="8620" y="15192"/>
                    </a:cubicBezTo>
                    <a:cubicBezTo>
                      <a:pt x="8625" y="14636"/>
                      <a:pt x="8614" y="14079"/>
                      <a:pt x="8605" y="13521"/>
                    </a:cubicBezTo>
                    <a:cubicBezTo>
                      <a:pt x="8598" y="13011"/>
                      <a:pt x="8583" y="12501"/>
                      <a:pt x="8569" y="11991"/>
                    </a:cubicBezTo>
                    <a:cubicBezTo>
                      <a:pt x="8566" y="11911"/>
                      <a:pt x="8598" y="11859"/>
                      <a:pt x="8652" y="11801"/>
                    </a:cubicBezTo>
                    <a:cubicBezTo>
                      <a:pt x="8773" y="11671"/>
                      <a:pt x="8884" y="11530"/>
                      <a:pt x="8991" y="11387"/>
                    </a:cubicBezTo>
                    <a:cubicBezTo>
                      <a:pt x="9237" y="11059"/>
                      <a:pt x="9460" y="10712"/>
                      <a:pt x="9725" y="10399"/>
                    </a:cubicBezTo>
                    <a:cubicBezTo>
                      <a:pt x="10098" y="9959"/>
                      <a:pt x="10497" y="9542"/>
                      <a:pt x="10887" y="9117"/>
                    </a:cubicBezTo>
                    <a:cubicBezTo>
                      <a:pt x="11310" y="8658"/>
                      <a:pt x="11633" y="8137"/>
                      <a:pt x="11860" y="7558"/>
                    </a:cubicBezTo>
                    <a:cubicBezTo>
                      <a:pt x="11876" y="7515"/>
                      <a:pt x="11893" y="7468"/>
                      <a:pt x="11891" y="7423"/>
                    </a:cubicBezTo>
                    <a:cubicBezTo>
                      <a:pt x="11884" y="7080"/>
                      <a:pt x="11891" y="6738"/>
                      <a:pt x="11789" y="6400"/>
                    </a:cubicBezTo>
                    <a:cubicBezTo>
                      <a:pt x="11641" y="5912"/>
                      <a:pt x="11507" y="5419"/>
                      <a:pt x="11397" y="4922"/>
                    </a:cubicBezTo>
                    <a:cubicBezTo>
                      <a:pt x="11322" y="4587"/>
                      <a:pt x="11294" y="4242"/>
                      <a:pt x="11253" y="3900"/>
                    </a:cubicBezTo>
                    <a:cubicBezTo>
                      <a:pt x="11228" y="3680"/>
                      <a:pt x="11133" y="3527"/>
                      <a:pt x="10907" y="3474"/>
                    </a:cubicBezTo>
                    <a:cubicBezTo>
                      <a:pt x="10856" y="3462"/>
                      <a:pt x="10808" y="3437"/>
                      <a:pt x="10758" y="3416"/>
                    </a:cubicBezTo>
                    <a:cubicBezTo>
                      <a:pt x="10675" y="3380"/>
                      <a:pt x="10595" y="3363"/>
                      <a:pt x="10516" y="3363"/>
                    </a:cubicBezTo>
                    <a:cubicBezTo>
                      <a:pt x="10391" y="3363"/>
                      <a:pt x="10270" y="3405"/>
                      <a:pt x="10154" y="3482"/>
                    </a:cubicBezTo>
                    <a:cubicBezTo>
                      <a:pt x="10095" y="3522"/>
                      <a:pt x="10035" y="3564"/>
                      <a:pt x="9957" y="3621"/>
                    </a:cubicBezTo>
                    <a:cubicBezTo>
                      <a:pt x="9851" y="3387"/>
                      <a:pt x="9926" y="3188"/>
                      <a:pt x="9978" y="2983"/>
                    </a:cubicBezTo>
                    <a:cubicBezTo>
                      <a:pt x="10011" y="2851"/>
                      <a:pt x="10133" y="2850"/>
                      <a:pt x="10220" y="2802"/>
                    </a:cubicBezTo>
                    <a:cubicBezTo>
                      <a:pt x="10449" y="2677"/>
                      <a:pt x="10676" y="2209"/>
                      <a:pt x="10628" y="1951"/>
                    </a:cubicBezTo>
                    <a:cubicBezTo>
                      <a:pt x="10622" y="1926"/>
                      <a:pt x="10616" y="1899"/>
                      <a:pt x="10605" y="1875"/>
                    </a:cubicBezTo>
                    <a:cubicBezTo>
                      <a:pt x="10463" y="1542"/>
                      <a:pt x="10269" y="1243"/>
                      <a:pt x="9986" y="1012"/>
                    </a:cubicBezTo>
                    <a:cubicBezTo>
                      <a:pt x="9796" y="856"/>
                      <a:pt x="9582" y="779"/>
                      <a:pt x="9346" y="779"/>
                    </a:cubicBezTo>
                    <a:cubicBezTo>
                      <a:pt x="9300" y="779"/>
                      <a:pt x="9253" y="782"/>
                      <a:pt x="9205" y="788"/>
                    </a:cubicBezTo>
                    <a:cubicBezTo>
                      <a:pt x="9129" y="797"/>
                      <a:pt x="9049" y="800"/>
                      <a:pt x="8980" y="805"/>
                    </a:cubicBezTo>
                    <a:cubicBezTo>
                      <a:pt x="8959" y="772"/>
                      <a:pt x="8946" y="757"/>
                      <a:pt x="8940" y="739"/>
                    </a:cubicBezTo>
                    <a:cubicBezTo>
                      <a:pt x="8866" y="484"/>
                      <a:pt x="8679" y="362"/>
                      <a:pt x="8440" y="274"/>
                    </a:cubicBezTo>
                    <a:cubicBezTo>
                      <a:pt x="7948" y="92"/>
                      <a:pt x="7441" y="25"/>
                      <a:pt x="6920" y="2"/>
                    </a:cubicBezTo>
                    <a:cubicBezTo>
                      <a:pt x="6890" y="1"/>
                      <a:pt x="6860" y="0"/>
                      <a:pt x="6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3">
                <a:extLst>
                  <a:ext uri="{FF2B5EF4-FFF2-40B4-BE49-F238E27FC236}">
                    <a16:creationId xmlns:a16="http://schemas.microsoft.com/office/drawing/2014/main" id="{197E52FB-41FA-0B0C-767A-CB1764A16589}"/>
                  </a:ext>
                </a:extLst>
              </p:cNvPr>
              <p:cNvSpPr/>
              <p:nvPr/>
            </p:nvSpPr>
            <p:spPr>
              <a:xfrm>
                <a:off x="1738725" y="1334775"/>
                <a:ext cx="12750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5100" h="1098" extrusionOk="0">
                    <a:moveTo>
                      <a:pt x="3575" y="1"/>
                    </a:moveTo>
                    <a:cubicBezTo>
                      <a:pt x="3056" y="1"/>
                      <a:pt x="2543" y="72"/>
                      <a:pt x="2031" y="166"/>
                    </a:cubicBezTo>
                    <a:cubicBezTo>
                      <a:pt x="1453" y="271"/>
                      <a:pt x="901" y="445"/>
                      <a:pt x="389" y="734"/>
                    </a:cubicBezTo>
                    <a:cubicBezTo>
                      <a:pt x="286" y="793"/>
                      <a:pt x="190" y="865"/>
                      <a:pt x="95" y="935"/>
                    </a:cubicBezTo>
                    <a:cubicBezTo>
                      <a:pt x="47" y="970"/>
                      <a:pt x="1" y="1013"/>
                      <a:pt x="47" y="1097"/>
                    </a:cubicBezTo>
                    <a:cubicBezTo>
                      <a:pt x="92" y="1072"/>
                      <a:pt x="137" y="1049"/>
                      <a:pt x="179" y="1021"/>
                    </a:cubicBezTo>
                    <a:lnTo>
                      <a:pt x="179" y="1022"/>
                    </a:lnTo>
                    <a:cubicBezTo>
                      <a:pt x="538" y="781"/>
                      <a:pt x="921" y="587"/>
                      <a:pt x="1330" y="448"/>
                    </a:cubicBezTo>
                    <a:cubicBezTo>
                      <a:pt x="2050" y="203"/>
                      <a:pt x="2796" y="103"/>
                      <a:pt x="3554" y="83"/>
                    </a:cubicBezTo>
                    <a:cubicBezTo>
                      <a:pt x="3583" y="83"/>
                      <a:pt x="3613" y="82"/>
                      <a:pt x="3642" y="82"/>
                    </a:cubicBezTo>
                    <a:cubicBezTo>
                      <a:pt x="3991" y="82"/>
                      <a:pt x="4334" y="124"/>
                      <a:pt x="4673" y="217"/>
                    </a:cubicBezTo>
                    <a:cubicBezTo>
                      <a:pt x="4813" y="256"/>
                      <a:pt x="4957" y="272"/>
                      <a:pt x="5099" y="298"/>
                    </a:cubicBezTo>
                    <a:cubicBezTo>
                      <a:pt x="4882" y="178"/>
                      <a:pt x="4324" y="47"/>
                      <a:pt x="4045" y="22"/>
                    </a:cubicBezTo>
                    <a:cubicBezTo>
                      <a:pt x="3887" y="7"/>
                      <a:pt x="3731" y="1"/>
                      <a:pt x="35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3">
                <a:extLst>
                  <a:ext uri="{FF2B5EF4-FFF2-40B4-BE49-F238E27FC236}">
                    <a16:creationId xmlns:a16="http://schemas.microsoft.com/office/drawing/2014/main" id="{0085ECE7-FD89-8895-719E-01A4B8D4111A}"/>
                  </a:ext>
                </a:extLst>
              </p:cNvPr>
              <p:cNvSpPr/>
              <p:nvPr/>
            </p:nvSpPr>
            <p:spPr>
              <a:xfrm>
                <a:off x="1782875" y="1349925"/>
                <a:ext cx="656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475" extrusionOk="0">
                    <a:moveTo>
                      <a:pt x="2049" y="0"/>
                    </a:moveTo>
                    <a:cubicBezTo>
                      <a:pt x="1795" y="0"/>
                      <a:pt x="1539" y="3"/>
                      <a:pt x="1285" y="20"/>
                    </a:cubicBezTo>
                    <a:cubicBezTo>
                      <a:pt x="922" y="46"/>
                      <a:pt x="568" y="133"/>
                      <a:pt x="224" y="256"/>
                    </a:cubicBezTo>
                    <a:cubicBezTo>
                      <a:pt x="136" y="289"/>
                      <a:pt x="41" y="320"/>
                      <a:pt x="1" y="475"/>
                    </a:cubicBezTo>
                    <a:cubicBezTo>
                      <a:pt x="427" y="271"/>
                      <a:pt x="853" y="175"/>
                      <a:pt x="1285" y="131"/>
                    </a:cubicBezTo>
                    <a:cubicBezTo>
                      <a:pt x="1716" y="88"/>
                      <a:pt x="2152" y="79"/>
                      <a:pt x="2625" y="53"/>
                    </a:cubicBezTo>
                    <a:cubicBezTo>
                      <a:pt x="2508" y="31"/>
                      <a:pt x="2421" y="1"/>
                      <a:pt x="2336" y="1"/>
                    </a:cubicBezTo>
                    <a:cubicBezTo>
                      <a:pt x="2240" y="1"/>
                      <a:pt x="2145" y="0"/>
                      <a:pt x="2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3">
                <a:extLst>
                  <a:ext uri="{FF2B5EF4-FFF2-40B4-BE49-F238E27FC236}">
                    <a16:creationId xmlns:a16="http://schemas.microsoft.com/office/drawing/2014/main" id="{938373CF-0F5A-0B09-8F9B-15A162343CB1}"/>
                  </a:ext>
                </a:extLst>
              </p:cNvPr>
              <p:cNvSpPr/>
              <p:nvPr/>
            </p:nvSpPr>
            <p:spPr>
              <a:xfrm>
                <a:off x="1713950" y="1304475"/>
                <a:ext cx="25375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232" extrusionOk="0">
                    <a:moveTo>
                      <a:pt x="1014" y="0"/>
                    </a:moveTo>
                    <a:lnTo>
                      <a:pt x="1014" y="0"/>
                    </a:lnTo>
                    <a:cubicBezTo>
                      <a:pt x="818" y="80"/>
                      <a:pt x="618" y="106"/>
                      <a:pt x="416" y="106"/>
                    </a:cubicBezTo>
                    <a:cubicBezTo>
                      <a:pt x="278" y="106"/>
                      <a:pt x="139" y="94"/>
                      <a:pt x="0" y="78"/>
                    </a:cubicBezTo>
                    <a:lnTo>
                      <a:pt x="0" y="78"/>
                    </a:lnTo>
                    <a:cubicBezTo>
                      <a:pt x="103" y="182"/>
                      <a:pt x="261" y="231"/>
                      <a:pt x="428" y="231"/>
                    </a:cubicBezTo>
                    <a:cubicBezTo>
                      <a:pt x="642" y="231"/>
                      <a:pt x="870" y="150"/>
                      <a:pt x="1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3">
                <a:extLst>
                  <a:ext uri="{FF2B5EF4-FFF2-40B4-BE49-F238E27FC236}">
                    <a16:creationId xmlns:a16="http://schemas.microsoft.com/office/drawing/2014/main" id="{4CE5D722-552F-ACBB-3EC6-9A8EC3C15A99}"/>
                  </a:ext>
                </a:extLst>
              </p:cNvPr>
              <p:cNvSpPr/>
              <p:nvPr/>
            </p:nvSpPr>
            <p:spPr>
              <a:xfrm>
                <a:off x="1811425" y="1358575"/>
                <a:ext cx="13150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526" h="99" extrusionOk="0">
                    <a:moveTo>
                      <a:pt x="397" y="1"/>
                    </a:moveTo>
                    <a:cubicBezTo>
                      <a:pt x="259" y="1"/>
                      <a:pt x="128" y="38"/>
                      <a:pt x="1" y="96"/>
                    </a:cubicBezTo>
                    <a:cubicBezTo>
                      <a:pt x="32" y="97"/>
                      <a:pt x="64" y="98"/>
                      <a:pt x="95" y="98"/>
                    </a:cubicBezTo>
                    <a:cubicBezTo>
                      <a:pt x="243" y="98"/>
                      <a:pt x="388" y="80"/>
                      <a:pt x="526" y="12"/>
                    </a:cubicBezTo>
                    <a:cubicBezTo>
                      <a:pt x="482" y="4"/>
                      <a:pt x="439" y="1"/>
                      <a:pt x="3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3">
                <a:extLst>
                  <a:ext uri="{FF2B5EF4-FFF2-40B4-BE49-F238E27FC236}">
                    <a16:creationId xmlns:a16="http://schemas.microsoft.com/office/drawing/2014/main" id="{B40B3CA5-36B8-4C19-8ECA-B8C4084849BE}"/>
                  </a:ext>
                </a:extLst>
              </p:cNvPr>
              <p:cNvSpPr/>
              <p:nvPr/>
            </p:nvSpPr>
            <p:spPr>
              <a:xfrm>
                <a:off x="1796125" y="1314100"/>
                <a:ext cx="3075" cy="120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48" extrusionOk="0">
                    <a:moveTo>
                      <a:pt x="3" y="1"/>
                    </a:moveTo>
                    <a:cubicBezTo>
                      <a:pt x="2" y="16"/>
                      <a:pt x="0" y="31"/>
                      <a:pt x="0" y="47"/>
                    </a:cubicBezTo>
                    <a:cubicBezTo>
                      <a:pt x="41" y="46"/>
                      <a:pt x="82" y="43"/>
                      <a:pt x="122" y="41"/>
                    </a:cubicBezTo>
                    <a:lnTo>
                      <a:pt x="122" y="10"/>
                    </a:lnTo>
                    <a:cubicBezTo>
                      <a:pt x="82" y="7"/>
                      <a:pt x="43" y="4"/>
                      <a:pt x="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4" name="Google Shape;274;p33">
            <a:extLst>
              <a:ext uri="{FF2B5EF4-FFF2-40B4-BE49-F238E27FC236}">
                <a16:creationId xmlns:a16="http://schemas.microsoft.com/office/drawing/2014/main" id="{FED2D1CB-73D7-E9F4-829E-5D6DD899C76D}"/>
              </a:ext>
            </a:extLst>
          </p:cNvPr>
          <p:cNvSpPr/>
          <p:nvPr/>
        </p:nvSpPr>
        <p:spPr>
          <a:xfrm>
            <a:off x="7401431" y="337406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75" name="Google Shape;275;p33">
            <a:extLst>
              <a:ext uri="{FF2B5EF4-FFF2-40B4-BE49-F238E27FC236}">
                <a16:creationId xmlns:a16="http://schemas.microsoft.com/office/drawing/2014/main" id="{FB2D5DC8-6CA8-9CA3-EB72-9B9295600EAA}"/>
              </a:ext>
            </a:extLst>
          </p:cNvPr>
          <p:cNvGrpSpPr/>
          <p:nvPr/>
        </p:nvGrpSpPr>
        <p:grpSpPr>
          <a:xfrm>
            <a:off x="7632713" y="3293438"/>
            <a:ext cx="646537" cy="1270351"/>
            <a:chOff x="1997386" y="332334"/>
            <a:chExt cx="667290" cy="1310991"/>
          </a:xfrm>
        </p:grpSpPr>
        <p:sp>
          <p:nvSpPr>
            <p:cNvPr id="276" name="Google Shape;276;p33">
              <a:extLst>
                <a:ext uri="{FF2B5EF4-FFF2-40B4-BE49-F238E27FC236}">
                  <a16:creationId xmlns:a16="http://schemas.microsoft.com/office/drawing/2014/main" id="{0B4E3BCE-6A70-DBB7-71C3-E8BFFCF34BB3}"/>
                </a:ext>
              </a:extLst>
            </p:cNvPr>
            <p:cNvSpPr/>
            <p:nvPr/>
          </p:nvSpPr>
          <p:spPr>
            <a:xfrm>
              <a:off x="1997471" y="332350"/>
              <a:ext cx="667148" cy="1310975"/>
            </a:xfrm>
            <a:custGeom>
              <a:avLst/>
              <a:gdLst/>
              <a:ahLst/>
              <a:cxnLst/>
              <a:rect l="l" t="t" r="r" b="b"/>
              <a:pathLst>
                <a:path w="9440" h="18550" extrusionOk="0">
                  <a:moveTo>
                    <a:pt x="4288" y="1"/>
                  </a:moveTo>
                  <a:cubicBezTo>
                    <a:pt x="4149" y="1"/>
                    <a:pt x="4011" y="35"/>
                    <a:pt x="3873" y="90"/>
                  </a:cubicBezTo>
                  <a:cubicBezTo>
                    <a:pt x="3730" y="147"/>
                    <a:pt x="3630" y="239"/>
                    <a:pt x="3606" y="395"/>
                  </a:cubicBezTo>
                  <a:cubicBezTo>
                    <a:pt x="3564" y="656"/>
                    <a:pt x="3526" y="918"/>
                    <a:pt x="3486" y="1179"/>
                  </a:cubicBezTo>
                  <a:cubicBezTo>
                    <a:pt x="3477" y="1239"/>
                    <a:pt x="3510" y="1313"/>
                    <a:pt x="3433" y="1374"/>
                  </a:cubicBezTo>
                  <a:cubicBezTo>
                    <a:pt x="3402" y="1311"/>
                    <a:pt x="3373" y="1259"/>
                    <a:pt x="3349" y="1205"/>
                  </a:cubicBezTo>
                  <a:cubicBezTo>
                    <a:pt x="3274" y="1037"/>
                    <a:pt x="3205" y="867"/>
                    <a:pt x="3124" y="702"/>
                  </a:cubicBezTo>
                  <a:cubicBezTo>
                    <a:pt x="3021" y="494"/>
                    <a:pt x="2874" y="398"/>
                    <a:pt x="2668" y="398"/>
                  </a:cubicBezTo>
                  <a:cubicBezTo>
                    <a:pt x="2626" y="398"/>
                    <a:pt x="2582" y="402"/>
                    <a:pt x="2536" y="410"/>
                  </a:cubicBezTo>
                  <a:cubicBezTo>
                    <a:pt x="2374" y="437"/>
                    <a:pt x="2247" y="516"/>
                    <a:pt x="2141" y="642"/>
                  </a:cubicBezTo>
                  <a:cubicBezTo>
                    <a:pt x="1928" y="899"/>
                    <a:pt x="1799" y="1194"/>
                    <a:pt x="1735" y="1520"/>
                  </a:cubicBezTo>
                  <a:cubicBezTo>
                    <a:pt x="1679" y="1805"/>
                    <a:pt x="1619" y="2089"/>
                    <a:pt x="1553" y="2410"/>
                  </a:cubicBezTo>
                  <a:cubicBezTo>
                    <a:pt x="1432" y="2222"/>
                    <a:pt x="1346" y="2069"/>
                    <a:pt x="1240" y="1930"/>
                  </a:cubicBezTo>
                  <a:cubicBezTo>
                    <a:pt x="1133" y="1789"/>
                    <a:pt x="995" y="1684"/>
                    <a:pt x="827" y="1684"/>
                  </a:cubicBezTo>
                  <a:cubicBezTo>
                    <a:pt x="790" y="1684"/>
                    <a:pt x="751" y="1689"/>
                    <a:pt x="712" y="1700"/>
                  </a:cubicBezTo>
                  <a:cubicBezTo>
                    <a:pt x="488" y="1760"/>
                    <a:pt x="320" y="1915"/>
                    <a:pt x="275" y="2144"/>
                  </a:cubicBezTo>
                  <a:cubicBezTo>
                    <a:pt x="222" y="2416"/>
                    <a:pt x="194" y="2696"/>
                    <a:pt x="180" y="2974"/>
                  </a:cubicBezTo>
                  <a:cubicBezTo>
                    <a:pt x="164" y="3326"/>
                    <a:pt x="171" y="3681"/>
                    <a:pt x="170" y="4035"/>
                  </a:cubicBezTo>
                  <a:cubicBezTo>
                    <a:pt x="167" y="4327"/>
                    <a:pt x="176" y="4620"/>
                    <a:pt x="164" y="4911"/>
                  </a:cubicBezTo>
                  <a:cubicBezTo>
                    <a:pt x="123" y="5856"/>
                    <a:pt x="72" y="6800"/>
                    <a:pt x="36" y="7744"/>
                  </a:cubicBezTo>
                  <a:cubicBezTo>
                    <a:pt x="23" y="8131"/>
                    <a:pt x="0" y="8524"/>
                    <a:pt x="45" y="8907"/>
                  </a:cubicBezTo>
                  <a:cubicBezTo>
                    <a:pt x="137" y="9709"/>
                    <a:pt x="254" y="10510"/>
                    <a:pt x="393" y="11306"/>
                  </a:cubicBezTo>
                  <a:cubicBezTo>
                    <a:pt x="509" y="11960"/>
                    <a:pt x="739" y="12577"/>
                    <a:pt x="1174" y="13097"/>
                  </a:cubicBezTo>
                  <a:cubicBezTo>
                    <a:pt x="1231" y="13165"/>
                    <a:pt x="1283" y="13237"/>
                    <a:pt x="1328" y="13312"/>
                  </a:cubicBezTo>
                  <a:cubicBezTo>
                    <a:pt x="1358" y="13363"/>
                    <a:pt x="1388" y="13420"/>
                    <a:pt x="1394" y="13477"/>
                  </a:cubicBezTo>
                  <a:cubicBezTo>
                    <a:pt x="1418" y="13685"/>
                    <a:pt x="1433" y="13895"/>
                    <a:pt x="1447" y="14106"/>
                  </a:cubicBezTo>
                  <a:cubicBezTo>
                    <a:pt x="1478" y="14554"/>
                    <a:pt x="1511" y="15001"/>
                    <a:pt x="1535" y="15450"/>
                  </a:cubicBezTo>
                  <a:cubicBezTo>
                    <a:pt x="1576" y="16190"/>
                    <a:pt x="1612" y="16929"/>
                    <a:pt x="1643" y="17671"/>
                  </a:cubicBezTo>
                  <a:cubicBezTo>
                    <a:pt x="1648" y="17776"/>
                    <a:pt x="1681" y="17852"/>
                    <a:pt x="1756" y="17918"/>
                  </a:cubicBezTo>
                  <a:cubicBezTo>
                    <a:pt x="2140" y="18260"/>
                    <a:pt x="2601" y="18443"/>
                    <a:pt x="3100" y="18508"/>
                  </a:cubicBezTo>
                  <a:cubicBezTo>
                    <a:pt x="3329" y="18537"/>
                    <a:pt x="3560" y="18550"/>
                    <a:pt x="3790" y="18550"/>
                  </a:cubicBezTo>
                  <a:cubicBezTo>
                    <a:pt x="4103" y="18550"/>
                    <a:pt x="4416" y="18526"/>
                    <a:pt x="4728" y="18488"/>
                  </a:cubicBezTo>
                  <a:cubicBezTo>
                    <a:pt x="4958" y="18460"/>
                    <a:pt x="5187" y="18430"/>
                    <a:pt x="5412" y="18380"/>
                  </a:cubicBezTo>
                  <a:cubicBezTo>
                    <a:pt x="5717" y="18313"/>
                    <a:pt x="6017" y="18224"/>
                    <a:pt x="6320" y="18146"/>
                  </a:cubicBezTo>
                  <a:cubicBezTo>
                    <a:pt x="6827" y="18016"/>
                    <a:pt x="7334" y="17884"/>
                    <a:pt x="7782" y="17593"/>
                  </a:cubicBezTo>
                  <a:cubicBezTo>
                    <a:pt x="7860" y="17543"/>
                    <a:pt x="7935" y="17489"/>
                    <a:pt x="8008" y="17439"/>
                  </a:cubicBezTo>
                  <a:cubicBezTo>
                    <a:pt x="7869" y="16734"/>
                    <a:pt x="7851" y="16041"/>
                    <a:pt x="7812" y="15349"/>
                  </a:cubicBezTo>
                  <a:cubicBezTo>
                    <a:pt x="7785" y="14887"/>
                    <a:pt x="7773" y="14425"/>
                    <a:pt x="7747" y="13964"/>
                  </a:cubicBezTo>
                  <a:cubicBezTo>
                    <a:pt x="7738" y="13820"/>
                    <a:pt x="7735" y="13693"/>
                    <a:pt x="7891" y="13624"/>
                  </a:cubicBezTo>
                  <a:cubicBezTo>
                    <a:pt x="7915" y="13613"/>
                    <a:pt x="7932" y="13588"/>
                    <a:pt x="7950" y="13568"/>
                  </a:cubicBezTo>
                  <a:cubicBezTo>
                    <a:pt x="8088" y="13420"/>
                    <a:pt x="8220" y="13265"/>
                    <a:pt x="8364" y="13121"/>
                  </a:cubicBezTo>
                  <a:cubicBezTo>
                    <a:pt x="8536" y="12952"/>
                    <a:pt x="8664" y="12757"/>
                    <a:pt x="8746" y="12527"/>
                  </a:cubicBezTo>
                  <a:cubicBezTo>
                    <a:pt x="9021" y="11765"/>
                    <a:pt x="9222" y="10983"/>
                    <a:pt x="9356" y="10183"/>
                  </a:cubicBezTo>
                  <a:cubicBezTo>
                    <a:pt x="9440" y="9685"/>
                    <a:pt x="9429" y="9201"/>
                    <a:pt x="9284" y="8711"/>
                  </a:cubicBezTo>
                  <a:cubicBezTo>
                    <a:pt x="9049" y="7930"/>
                    <a:pt x="8905" y="7127"/>
                    <a:pt x="8788" y="6318"/>
                  </a:cubicBezTo>
                  <a:cubicBezTo>
                    <a:pt x="8751" y="6057"/>
                    <a:pt x="8710" y="5795"/>
                    <a:pt x="8665" y="5534"/>
                  </a:cubicBezTo>
                  <a:cubicBezTo>
                    <a:pt x="8634" y="5357"/>
                    <a:pt x="8560" y="5196"/>
                    <a:pt x="8439" y="5061"/>
                  </a:cubicBezTo>
                  <a:cubicBezTo>
                    <a:pt x="8338" y="4948"/>
                    <a:pt x="8221" y="4892"/>
                    <a:pt x="8091" y="4892"/>
                  </a:cubicBezTo>
                  <a:cubicBezTo>
                    <a:pt x="8031" y="4892"/>
                    <a:pt x="7968" y="4904"/>
                    <a:pt x="7903" y="4927"/>
                  </a:cubicBezTo>
                  <a:cubicBezTo>
                    <a:pt x="7849" y="4948"/>
                    <a:pt x="7797" y="4974"/>
                    <a:pt x="7722" y="5007"/>
                  </a:cubicBezTo>
                  <a:cubicBezTo>
                    <a:pt x="7696" y="4912"/>
                    <a:pt x="7671" y="4837"/>
                    <a:pt x="7656" y="4759"/>
                  </a:cubicBezTo>
                  <a:cubicBezTo>
                    <a:pt x="7563" y="4266"/>
                    <a:pt x="7465" y="3772"/>
                    <a:pt x="7381" y="3277"/>
                  </a:cubicBezTo>
                  <a:cubicBezTo>
                    <a:pt x="7312" y="2869"/>
                    <a:pt x="7232" y="2464"/>
                    <a:pt x="7226" y="2045"/>
                  </a:cubicBezTo>
                  <a:cubicBezTo>
                    <a:pt x="7222" y="1728"/>
                    <a:pt x="7142" y="1412"/>
                    <a:pt x="7088" y="1098"/>
                  </a:cubicBezTo>
                  <a:cubicBezTo>
                    <a:pt x="7061" y="939"/>
                    <a:pt x="6979" y="807"/>
                    <a:pt x="6848" y="707"/>
                  </a:cubicBezTo>
                  <a:cubicBezTo>
                    <a:pt x="6727" y="614"/>
                    <a:pt x="6595" y="570"/>
                    <a:pt x="6471" y="570"/>
                  </a:cubicBezTo>
                  <a:cubicBezTo>
                    <a:pt x="6234" y="570"/>
                    <a:pt x="6025" y="728"/>
                    <a:pt x="5968" y="1008"/>
                  </a:cubicBezTo>
                  <a:cubicBezTo>
                    <a:pt x="5896" y="1359"/>
                    <a:pt x="5839" y="1718"/>
                    <a:pt x="5815" y="2075"/>
                  </a:cubicBezTo>
                  <a:cubicBezTo>
                    <a:pt x="5779" y="2617"/>
                    <a:pt x="5779" y="3163"/>
                    <a:pt x="5762" y="3706"/>
                  </a:cubicBezTo>
                  <a:cubicBezTo>
                    <a:pt x="5759" y="3762"/>
                    <a:pt x="5749" y="3816"/>
                    <a:pt x="5743" y="3871"/>
                  </a:cubicBezTo>
                  <a:cubicBezTo>
                    <a:pt x="5705" y="3850"/>
                    <a:pt x="5695" y="3832"/>
                    <a:pt x="5692" y="3813"/>
                  </a:cubicBezTo>
                  <a:cubicBezTo>
                    <a:pt x="5622" y="3322"/>
                    <a:pt x="5544" y="2831"/>
                    <a:pt x="5489" y="2338"/>
                  </a:cubicBezTo>
                  <a:cubicBezTo>
                    <a:pt x="5417" y="1706"/>
                    <a:pt x="5247" y="1100"/>
                    <a:pt x="5033" y="504"/>
                  </a:cubicBezTo>
                  <a:cubicBezTo>
                    <a:pt x="4955" y="284"/>
                    <a:pt x="4802" y="141"/>
                    <a:pt x="4587" y="57"/>
                  </a:cubicBezTo>
                  <a:cubicBezTo>
                    <a:pt x="4486" y="18"/>
                    <a:pt x="4387" y="1"/>
                    <a:pt x="4288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" name="Google Shape;277;p33">
              <a:extLst>
                <a:ext uri="{FF2B5EF4-FFF2-40B4-BE49-F238E27FC236}">
                  <a16:creationId xmlns:a16="http://schemas.microsoft.com/office/drawing/2014/main" id="{DB84E3EC-7B80-AD6C-6A06-B826AB56E9B7}"/>
                </a:ext>
              </a:extLst>
            </p:cNvPr>
            <p:cNvGrpSpPr/>
            <p:nvPr/>
          </p:nvGrpSpPr>
          <p:grpSpPr>
            <a:xfrm>
              <a:off x="1997386" y="332334"/>
              <a:ext cx="667290" cy="1310975"/>
              <a:chOff x="1038625" y="1235125"/>
              <a:chExt cx="236050" cy="463750"/>
            </a:xfrm>
          </p:grpSpPr>
          <p:sp>
            <p:nvSpPr>
              <p:cNvPr id="278" name="Google Shape;278;p33">
                <a:extLst>
                  <a:ext uri="{FF2B5EF4-FFF2-40B4-BE49-F238E27FC236}">
                    <a16:creationId xmlns:a16="http://schemas.microsoft.com/office/drawing/2014/main" id="{D7F89609-F1EE-74BD-3C89-08CFA1E7935B}"/>
                  </a:ext>
                </a:extLst>
              </p:cNvPr>
              <p:cNvSpPr/>
              <p:nvPr/>
            </p:nvSpPr>
            <p:spPr>
              <a:xfrm>
                <a:off x="1043050" y="1238075"/>
                <a:ext cx="228425" cy="454875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18195" extrusionOk="0">
                    <a:moveTo>
                      <a:pt x="4116" y="7959"/>
                    </a:moveTo>
                    <a:cubicBezTo>
                      <a:pt x="4262" y="7959"/>
                      <a:pt x="4415" y="7980"/>
                      <a:pt x="4537" y="8028"/>
                    </a:cubicBezTo>
                    <a:lnTo>
                      <a:pt x="3723" y="8028"/>
                    </a:lnTo>
                    <a:cubicBezTo>
                      <a:pt x="3815" y="7983"/>
                      <a:pt x="3961" y="7959"/>
                      <a:pt x="4116" y="7959"/>
                    </a:cubicBezTo>
                    <a:close/>
                    <a:moveTo>
                      <a:pt x="4233" y="7647"/>
                    </a:moveTo>
                    <a:cubicBezTo>
                      <a:pt x="4495" y="7647"/>
                      <a:pt x="4758" y="7656"/>
                      <a:pt x="5020" y="7666"/>
                    </a:cubicBezTo>
                    <a:cubicBezTo>
                      <a:pt x="5303" y="7678"/>
                      <a:pt x="5584" y="7746"/>
                      <a:pt x="5866" y="7791"/>
                    </a:cubicBezTo>
                    <a:cubicBezTo>
                      <a:pt x="5888" y="7794"/>
                      <a:pt x="5908" y="7818"/>
                      <a:pt x="5962" y="7855"/>
                    </a:cubicBezTo>
                    <a:cubicBezTo>
                      <a:pt x="5900" y="7855"/>
                      <a:pt x="5854" y="7860"/>
                      <a:pt x="5814" y="7860"/>
                    </a:cubicBezTo>
                    <a:cubicBezTo>
                      <a:pt x="5792" y="7860"/>
                      <a:pt x="5772" y="7858"/>
                      <a:pt x="5752" y="7854"/>
                    </a:cubicBezTo>
                    <a:cubicBezTo>
                      <a:pt x="5405" y="7771"/>
                      <a:pt x="5056" y="7749"/>
                      <a:pt x="4706" y="7749"/>
                    </a:cubicBezTo>
                    <a:cubicBezTo>
                      <a:pt x="4467" y="7749"/>
                      <a:pt x="4227" y="7759"/>
                      <a:pt x="3987" y="7767"/>
                    </a:cubicBezTo>
                    <a:cubicBezTo>
                      <a:pt x="3221" y="7789"/>
                      <a:pt x="2475" y="7911"/>
                      <a:pt x="1740" y="8125"/>
                    </a:cubicBezTo>
                    <a:cubicBezTo>
                      <a:pt x="1610" y="8164"/>
                      <a:pt x="1480" y="8208"/>
                      <a:pt x="1338" y="8208"/>
                    </a:cubicBezTo>
                    <a:cubicBezTo>
                      <a:pt x="1291" y="8208"/>
                      <a:pt x="1242" y="8203"/>
                      <a:pt x="1192" y="8191"/>
                    </a:cubicBezTo>
                    <a:cubicBezTo>
                      <a:pt x="1248" y="8166"/>
                      <a:pt x="1302" y="8128"/>
                      <a:pt x="1360" y="8115"/>
                    </a:cubicBezTo>
                    <a:cubicBezTo>
                      <a:pt x="1882" y="7989"/>
                      <a:pt x="2398" y="7843"/>
                      <a:pt x="2927" y="7749"/>
                    </a:cubicBezTo>
                    <a:cubicBezTo>
                      <a:pt x="3359" y="7671"/>
                      <a:pt x="3796" y="7647"/>
                      <a:pt x="4233" y="7647"/>
                    </a:cubicBezTo>
                    <a:close/>
                    <a:moveTo>
                      <a:pt x="6237" y="9740"/>
                    </a:moveTo>
                    <a:cubicBezTo>
                      <a:pt x="6248" y="9740"/>
                      <a:pt x="6260" y="9742"/>
                      <a:pt x="6273" y="9744"/>
                    </a:cubicBezTo>
                    <a:lnTo>
                      <a:pt x="6274" y="9744"/>
                    </a:lnTo>
                    <a:cubicBezTo>
                      <a:pt x="6277" y="9831"/>
                      <a:pt x="6217" y="9875"/>
                      <a:pt x="6169" y="9926"/>
                    </a:cubicBezTo>
                    <a:cubicBezTo>
                      <a:pt x="6003" y="10104"/>
                      <a:pt x="5836" y="10281"/>
                      <a:pt x="5669" y="10460"/>
                    </a:cubicBezTo>
                    <a:cubicBezTo>
                      <a:pt x="5429" y="10718"/>
                      <a:pt x="5320" y="11035"/>
                      <a:pt x="5270" y="11377"/>
                    </a:cubicBezTo>
                    <a:cubicBezTo>
                      <a:pt x="5257" y="11470"/>
                      <a:pt x="5240" y="11561"/>
                      <a:pt x="5225" y="11654"/>
                    </a:cubicBezTo>
                    <a:cubicBezTo>
                      <a:pt x="5212" y="11653"/>
                      <a:pt x="5198" y="11651"/>
                      <a:pt x="5185" y="11648"/>
                    </a:cubicBezTo>
                    <a:cubicBezTo>
                      <a:pt x="5176" y="11569"/>
                      <a:pt x="5153" y="11489"/>
                      <a:pt x="5161" y="11411"/>
                    </a:cubicBezTo>
                    <a:cubicBezTo>
                      <a:pt x="5201" y="11021"/>
                      <a:pt x="5303" y="10652"/>
                      <a:pt x="5581" y="10356"/>
                    </a:cubicBezTo>
                    <a:cubicBezTo>
                      <a:pt x="5749" y="10178"/>
                      <a:pt x="5919" y="10002"/>
                      <a:pt x="6090" y="9828"/>
                    </a:cubicBezTo>
                    <a:cubicBezTo>
                      <a:pt x="6128" y="9789"/>
                      <a:pt x="6166" y="9740"/>
                      <a:pt x="6237" y="9740"/>
                    </a:cubicBezTo>
                    <a:close/>
                    <a:moveTo>
                      <a:pt x="1269" y="8753"/>
                    </a:moveTo>
                    <a:cubicBezTo>
                      <a:pt x="1325" y="8753"/>
                      <a:pt x="1368" y="8781"/>
                      <a:pt x="1410" y="8805"/>
                    </a:cubicBezTo>
                    <a:lnTo>
                      <a:pt x="1410" y="8807"/>
                    </a:lnTo>
                    <a:cubicBezTo>
                      <a:pt x="1741" y="8996"/>
                      <a:pt x="2050" y="9216"/>
                      <a:pt x="2328" y="9480"/>
                    </a:cubicBezTo>
                    <a:cubicBezTo>
                      <a:pt x="2475" y="9620"/>
                      <a:pt x="2622" y="9761"/>
                      <a:pt x="2769" y="9903"/>
                    </a:cubicBezTo>
                    <a:cubicBezTo>
                      <a:pt x="3489" y="10609"/>
                      <a:pt x="4061" y="11423"/>
                      <a:pt x="4522" y="12318"/>
                    </a:cubicBezTo>
                    <a:cubicBezTo>
                      <a:pt x="4559" y="12394"/>
                      <a:pt x="4588" y="12475"/>
                      <a:pt x="4621" y="12555"/>
                    </a:cubicBezTo>
                    <a:cubicBezTo>
                      <a:pt x="4601" y="12564"/>
                      <a:pt x="4583" y="12573"/>
                      <a:pt x="4565" y="12582"/>
                    </a:cubicBezTo>
                    <a:cubicBezTo>
                      <a:pt x="4534" y="12525"/>
                      <a:pt x="4501" y="12469"/>
                      <a:pt x="4471" y="12412"/>
                    </a:cubicBezTo>
                    <a:cubicBezTo>
                      <a:pt x="3857" y="11192"/>
                      <a:pt x="3032" y="10142"/>
                      <a:pt x="1956" y="9296"/>
                    </a:cubicBezTo>
                    <a:cubicBezTo>
                      <a:pt x="1765" y="9147"/>
                      <a:pt x="1545" y="9035"/>
                      <a:pt x="1338" y="8906"/>
                    </a:cubicBezTo>
                    <a:cubicBezTo>
                      <a:pt x="1284" y="8871"/>
                      <a:pt x="1231" y="8837"/>
                      <a:pt x="1156" y="8789"/>
                    </a:cubicBezTo>
                    <a:cubicBezTo>
                      <a:pt x="1200" y="8763"/>
                      <a:pt x="1237" y="8753"/>
                      <a:pt x="1269" y="8753"/>
                    </a:cubicBezTo>
                    <a:close/>
                    <a:moveTo>
                      <a:pt x="6682" y="13988"/>
                    </a:moveTo>
                    <a:lnTo>
                      <a:pt x="6682" y="13988"/>
                    </a:lnTo>
                    <a:cubicBezTo>
                      <a:pt x="6706" y="14097"/>
                      <a:pt x="6645" y="14127"/>
                      <a:pt x="6592" y="14148"/>
                    </a:cubicBezTo>
                    <a:cubicBezTo>
                      <a:pt x="6103" y="14348"/>
                      <a:pt x="5612" y="14549"/>
                      <a:pt x="5087" y="14640"/>
                    </a:cubicBezTo>
                    <a:cubicBezTo>
                      <a:pt x="5083" y="14641"/>
                      <a:pt x="5078" y="14642"/>
                      <a:pt x="5073" y="14642"/>
                    </a:cubicBezTo>
                    <a:cubicBezTo>
                      <a:pt x="5049" y="14642"/>
                      <a:pt x="5022" y="14629"/>
                      <a:pt x="4991" y="14607"/>
                    </a:cubicBezTo>
                    <a:cubicBezTo>
                      <a:pt x="5255" y="14456"/>
                      <a:pt x="5561" y="14432"/>
                      <a:pt x="5837" y="14318"/>
                    </a:cubicBezTo>
                    <a:cubicBezTo>
                      <a:pt x="6115" y="14202"/>
                      <a:pt x="6396" y="14099"/>
                      <a:pt x="6682" y="13988"/>
                    </a:cubicBezTo>
                    <a:close/>
                    <a:moveTo>
                      <a:pt x="4073" y="0"/>
                    </a:moveTo>
                    <a:cubicBezTo>
                      <a:pt x="3861" y="0"/>
                      <a:pt x="3669" y="130"/>
                      <a:pt x="3564" y="379"/>
                    </a:cubicBezTo>
                    <a:cubicBezTo>
                      <a:pt x="3494" y="551"/>
                      <a:pt x="3450" y="746"/>
                      <a:pt x="3446" y="931"/>
                    </a:cubicBezTo>
                    <a:cubicBezTo>
                      <a:pt x="3437" y="1339"/>
                      <a:pt x="3453" y="1747"/>
                      <a:pt x="3470" y="2154"/>
                    </a:cubicBezTo>
                    <a:cubicBezTo>
                      <a:pt x="3480" y="2439"/>
                      <a:pt x="3485" y="2727"/>
                      <a:pt x="3531" y="3007"/>
                    </a:cubicBezTo>
                    <a:cubicBezTo>
                      <a:pt x="3650" y="3726"/>
                      <a:pt x="3666" y="4454"/>
                      <a:pt x="3714" y="5179"/>
                    </a:cubicBezTo>
                    <a:cubicBezTo>
                      <a:pt x="3752" y="5747"/>
                      <a:pt x="3792" y="6317"/>
                      <a:pt x="3831" y="6886"/>
                    </a:cubicBezTo>
                    <a:cubicBezTo>
                      <a:pt x="3834" y="6933"/>
                      <a:pt x="3827" y="6982"/>
                      <a:pt x="3824" y="7030"/>
                    </a:cubicBezTo>
                    <a:cubicBezTo>
                      <a:pt x="3807" y="7032"/>
                      <a:pt x="3791" y="7033"/>
                      <a:pt x="3776" y="7035"/>
                    </a:cubicBezTo>
                    <a:cubicBezTo>
                      <a:pt x="3755" y="6969"/>
                      <a:pt x="3720" y="6904"/>
                      <a:pt x="3714" y="6838"/>
                    </a:cubicBezTo>
                    <a:cubicBezTo>
                      <a:pt x="3687" y="6526"/>
                      <a:pt x="3666" y="6215"/>
                      <a:pt x="3645" y="5903"/>
                    </a:cubicBezTo>
                    <a:cubicBezTo>
                      <a:pt x="3602" y="5204"/>
                      <a:pt x="3567" y="4505"/>
                      <a:pt x="3510" y="3807"/>
                    </a:cubicBezTo>
                    <a:cubicBezTo>
                      <a:pt x="3474" y="3361"/>
                      <a:pt x="3396" y="2919"/>
                      <a:pt x="3353" y="2473"/>
                    </a:cubicBezTo>
                    <a:cubicBezTo>
                      <a:pt x="3312" y="2052"/>
                      <a:pt x="3236" y="1639"/>
                      <a:pt x="3092" y="1241"/>
                    </a:cubicBezTo>
                    <a:cubicBezTo>
                      <a:pt x="3018" y="1037"/>
                      <a:pt x="2936" y="833"/>
                      <a:pt x="2828" y="647"/>
                    </a:cubicBezTo>
                    <a:cubicBezTo>
                      <a:pt x="2746" y="506"/>
                      <a:pt x="2596" y="434"/>
                      <a:pt x="2445" y="434"/>
                    </a:cubicBezTo>
                    <a:cubicBezTo>
                      <a:pt x="2323" y="434"/>
                      <a:pt x="2200" y="482"/>
                      <a:pt x="2112" y="580"/>
                    </a:cubicBezTo>
                    <a:cubicBezTo>
                      <a:pt x="1929" y="784"/>
                      <a:pt x="1786" y="1018"/>
                      <a:pt x="1728" y="1289"/>
                    </a:cubicBezTo>
                    <a:cubicBezTo>
                      <a:pt x="1654" y="1628"/>
                      <a:pt x="1590" y="1968"/>
                      <a:pt x="1534" y="2308"/>
                    </a:cubicBezTo>
                    <a:cubicBezTo>
                      <a:pt x="1506" y="2488"/>
                      <a:pt x="1459" y="2682"/>
                      <a:pt x="1500" y="2851"/>
                    </a:cubicBezTo>
                    <a:cubicBezTo>
                      <a:pt x="1627" y="3376"/>
                      <a:pt x="1668" y="3909"/>
                      <a:pt x="1714" y="4443"/>
                    </a:cubicBezTo>
                    <a:cubicBezTo>
                      <a:pt x="1755" y="4917"/>
                      <a:pt x="1791" y="5392"/>
                      <a:pt x="1827" y="5866"/>
                    </a:cubicBezTo>
                    <a:cubicBezTo>
                      <a:pt x="1849" y="6143"/>
                      <a:pt x="1869" y="6421"/>
                      <a:pt x="1885" y="6700"/>
                    </a:cubicBezTo>
                    <a:cubicBezTo>
                      <a:pt x="1891" y="6775"/>
                      <a:pt x="1903" y="6859"/>
                      <a:pt x="1794" y="6931"/>
                    </a:cubicBezTo>
                    <a:cubicBezTo>
                      <a:pt x="1783" y="6844"/>
                      <a:pt x="1774" y="6781"/>
                      <a:pt x="1770" y="6716"/>
                    </a:cubicBezTo>
                    <a:cubicBezTo>
                      <a:pt x="1762" y="6566"/>
                      <a:pt x="1765" y="6416"/>
                      <a:pt x="1753" y="6268"/>
                    </a:cubicBezTo>
                    <a:cubicBezTo>
                      <a:pt x="1701" y="5645"/>
                      <a:pt x="1650" y="5022"/>
                      <a:pt x="1590" y="4401"/>
                    </a:cubicBezTo>
                    <a:cubicBezTo>
                      <a:pt x="1552" y="4016"/>
                      <a:pt x="1510" y="3632"/>
                      <a:pt x="1444" y="3250"/>
                    </a:cubicBezTo>
                    <a:cubicBezTo>
                      <a:pt x="1402" y="3004"/>
                      <a:pt x="1299" y="2769"/>
                      <a:pt x="1248" y="2524"/>
                    </a:cubicBezTo>
                    <a:cubicBezTo>
                      <a:pt x="1201" y="2298"/>
                      <a:pt x="1096" y="2106"/>
                      <a:pt x="967" y="1920"/>
                    </a:cubicBezTo>
                    <a:cubicBezTo>
                      <a:pt x="885" y="1801"/>
                      <a:pt x="785" y="1717"/>
                      <a:pt x="651" y="1717"/>
                    </a:cubicBezTo>
                    <a:cubicBezTo>
                      <a:pt x="621" y="1717"/>
                      <a:pt x="589" y="1721"/>
                      <a:pt x="554" y="1731"/>
                    </a:cubicBezTo>
                    <a:cubicBezTo>
                      <a:pt x="371" y="1782"/>
                      <a:pt x="239" y="1902"/>
                      <a:pt x="212" y="2095"/>
                    </a:cubicBezTo>
                    <a:cubicBezTo>
                      <a:pt x="176" y="2365"/>
                      <a:pt x="145" y="2635"/>
                      <a:pt x="137" y="2907"/>
                    </a:cubicBezTo>
                    <a:cubicBezTo>
                      <a:pt x="116" y="3702"/>
                      <a:pt x="110" y="4497"/>
                      <a:pt x="92" y="5291"/>
                    </a:cubicBezTo>
                    <a:cubicBezTo>
                      <a:pt x="82" y="5755"/>
                      <a:pt x="55" y="6215"/>
                      <a:pt x="46" y="6677"/>
                    </a:cubicBezTo>
                    <a:cubicBezTo>
                      <a:pt x="31" y="7398"/>
                      <a:pt x="1" y="8119"/>
                      <a:pt x="19" y="8840"/>
                    </a:cubicBezTo>
                    <a:cubicBezTo>
                      <a:pt x="37" y="9525"/>
                      <a:pt x="154" y="10203"/>
                      <a:pt x="275" y="10879"/>
                    </a:cubicBezTo>
                    <a:cubicBezTo>
                      <a:pt x="358" y="11341"/>
                      <a:pt x="457" y="11800"/>
                      <a:pt x="694" y="12213"/>
                    </a:cubicBezTo>
                    <a:cubicBezTo>
                      <a:pt x="822" y="12438"/>
                      <a:pt x="952" y="12661"/>
                      <a:pt x="1096" y="12874"/>
                    </a:cubicBezTo>
                    <a:cubicBezTo>
                      <a:pt x="1164" y="12973"/>
                      <a:pt x="1261" y="13056"/>
                      <a:pt x="1357" y="13128"/>
                    </a:cubicBezTo>
                    <a:cubicBezTo>
                      <a:pt x="1542" y="13266"/>
                      <a:pt x="1738" y="13390"/>
                      <a:pt x="1926" y="13524"/>
                    </a:cubicBezTo>
                    <a:cubicBezTo>
                      <a:pt x="2269" y="13767"/>
                      <a:pt x="2618" y="14009"/>
                      <a:pt x="3021" y="14145"/>
                    </a:cubicBezTo>
                    <a:cubicBezTo>
                      <a:pt x="3303" y="14241"/>
                      <a:pt x="3591" y="14322"/>
                      <a:pt x="3878" y="14405"/>
                    </a:cubicBezTo>
                    <a:cubicBezTo>
                      <a:pt x="4028" y="14448"/>
                      <a:pt x="4184" y="14472"/>
                      <a:pt x="4330" y="14522"/>
                    </a:cubicBezTo>
                    <a:cubicBezTo>
                      <a:pt x="4370" y="14535"/>
                      <a:pt x="4411" y="14615"/>
                      <a:pt x="4409" y="14663"/>
                    </a:cubicBezTo>
                    <a:cubicBezTo>
                      <a:pt x="4407" y="14721"/>
                      <a:pt x="4365" y="14739"/>
                      <a:pt x="4318" y="14739"/>
                    </a:cubicBezTo>
                    <a:cubicBezTo>
                      <a:pt x="4301" y="14739"/>
                      <a:pt x="4284" y="14737"/>
                      <a:pt x="4268" y="14733"/>
                    </a:cubicBezTo>
                    <a:cubicBezTo>
                      <a:pt x="3848" y="14643"/>
                      <a:pt x="3435" y="14535"/>
                      <a:pt x="3033" y="14382"/>
                    </a:cubicBezTo>
                    <a:cubicBezTo>
                      <a:pt x="2649" y="14237"/>
                      <a:pt x="2305" y="14019"/>
                      <a:pt x="1954" y="13812"/>
                    </a:cubicBezTo>
                    <a:cubicBezTo>
                      <a:pt x="1794" y="13716"/>
                      <a:pt x="1629" y="13626"/>
                      <a:pt x="1449" y="13522"/>
                    </a:cubicBezTo>
                    <a:lnTo>
                      <a:pt x="1449" y="13522"/>
                    </a:lnTo>
                    <a:cubicBezTo>
                      <a:pt x="1449" y="13597"/>
                      <a:pt x="1447" y="13638"/>
                      <a:pt x="1450" y="13677"/>
                    </a:cubicBezTo>
                    <a:cubicBezTo>
                      <a:pt x="1497" y="14342"/>
                      <a:pt x="1551" y="15006"/>
                      <a:pt x="1593" y="15671"/>
                    </a:cubicBezTo>
                    <a:cubicBezTo>
                      <a:pt x="1629" y="16268"/>
                      <a:pt x="1653" y="16865"/>
                      <a:pt x="1681" y="17464"/>
                    </a:cubicBezTo>
                    <a:cubicBezTo>
                      <a:pt x="1684" y="17539"/>
                      <a:pt x="1695" y="17605"/>
                      <a:pt x="1762" y="17661"/>
                    </a:cubicBezTo>
                    <a:cubicBezTo>
                      <a:pt x="2110" y="17944"/>
                      <a:pt x="2516" y="18099"/>
                      <a:pt x="2952" y="18156"/>
                    </a:cubicBezTo>
                    <a:cubicBezTo>
                      <a:pt x="3160" y="18183"/>
                      <a:pt x="3368" y="18194"/>
                      <a:pt x="3576" y="18194"/>
                    </a:cubicBezTo>
                    <a:cubicBezTo>
                      <a:pt x="3905" y="18194"/>
                      <a:pt x="4233" y="18167"/>
                      <a:pt x="4561" y="18132"/>
                    </a:cubicBezTo>
                    <a:cubicBezTo>
                      <a:pt x="5186" y="18064"/>
                      <a:pt x="5780" y="17863"/>
                      <a:pt x="6387" y="17712"/>
                    </a:cubicBezTo>
                    <a:cubicBezTo>
                      <a:pt x="6751" y="17620"/>
                      <a:pt x="7099" y="17493"/>
                      <a:pt x="7426" y="17302"/>
                    </a:cubicBezTo>
                    <a:cubicBezTo>
                      <a:pt x="7536" y="17237"/>
                      <a:pt x="7587" y="17165"/>
                      <a:pt x="7557" y="17039"/>
                    </a:cubicBezTo>
                    <a:cubicBezTo>
                      <a:pt x="7548" y="17000"/>
                      <a:pt x="7546" y="16958"/>
                      <a:pt x="7543" y="16918"/>
                    </a:cubicBezTo>
                    <a:cubicBezTo>
                      <a:pt x="7498" y="16282"/>
                      <a:pt x="7452" y="15644"/>
                      <a:pt x="7410" y="15008"/>
                    </a:cubicBezTo>
                    <a:cubicBezTo>
                      <a:pt x="7398" y="14796"/>
                      <a:pt x="7399" y="14586"/>
                      <a:pt x="7392" y="14376"/>
                    </a:cubicBezTo>
                    <a:cubicBezTo>
                      <a:pt x="7386" y="14138"/>
                      <a:pt x="7377" y="13900"/>
                      <a:pt x="7368" y="13662"/>
                    </a:cubicBezTo>
                    <a:cubicBezTo>
                      <a:pt x="7365" y="13575"/>
                      <a:pt x="7395" y="13510"/>
                      <a:pt x="7465" y="13452"/>
                    </a:cubicBezTo>
                    <a:cubicBezTo>
                      <a:pt x="7685" y="13267"/>
                      <a:pt x="7899" y="13081"/>
                      <a:pt x="8108" y="12888"/>
                    </a:cubicBezTo>
                    <a:cubicBezTo>
                      <a:pt x="8282" y="12729"/>
                      <a:pt x="8388" y="12526"/>
                      <a:pt x="8471" y="12306"/>
                    </a:cubicBezTo>
                    <a:cubicBezTo>
                      <a:pt x="8778" y="11494"/>
                      <a:pt x="8967" y="10654"/>
                      <a:pt x="9092" y="9798"/>
                    </a:cubicBezTo>
                    <a:cubicBezTo>
                      <a:pt x="9137" y="9495"/>
                      <a:pt x="9129" y="9191"/>
                      <a:pt x="9051" y="8888"/>
                    </a:cubicBezTo>
                    <a:cubicBezTo>
                      <a:pt x="8912" y="8343"/>
                      <a:pt x="8772" y="7795"/>
                      <a:pt x="8660" y="7245"/>
                    </a:cubicBezTo>
                    <a:cubicBezTo>
                      <a:pt x="8547" y="6685"/>
                      <a:pt x="8474" y="6119"/>
                      <a:pt x="8370" y="5558"/>
                    </a:cubicBezTo>
                    <a:cubicBezTo>
                      <a:pt x="8340" y="5402"/>
                      <a:pt x="8277" y="5245"/>
                      <a:pt x="8199" y="5106"/>
                    </a:cubicBezTo>
                    <a:cubicBezTo>
                      <a:pt x="8133" y="4988"/>
                      <a:pt x="8027" y="4929"/>
                      <a:pt x="7914" y="4929"/>
                    </a:cubicBezTo>
                    <a:cubicBezTo>
                      <a:pt x="7839" y="4929"/>
                      <a:pt x="7762" y="4954"/>
                      <a:pt x="7689" y="5004"/>
                    </a:cubicBezTo>
                    <a:cubicBezTo>
                      <a:pt x="7634" y="5042"/>
                      <a:pt x="7584" y="5090"/>
                      <a:pt x="7539" y="5140"/>
                    </a:cubicBezTo>
                    <a:cubicBezTo>
                      <a:pt x="7353" y="5339"/>
                      <a:pt x="7236" y="5576"/>
                      <a:pt x="7188" y="5842"/>
                    </a:cubicBezTo>
                    <a:cubicBezTo>
                      <a:pt x="7062" y="6544"/>
                      <a:pt x="7059" y="7249"/>
                      <a:pt x="7198" y="7950"/>
                    </a:cubicBezTo>
                    <a:cubicBezTo>
                      <a:pt x="7236" y="8142"/>
                      <a:pt x="7234" y="8328"/>
                      <a:pt x="7179" y="8512"/>
                    </a:cubicBezTo>
                    <a:cubicBezTo>
                      <a:pt x="7098" y="8789"/>
                      <a:pt x="6973" y="9045"/>
                      <a:pt x="6799" y="9276"/>
                    </a:cubicBezTo>
                    <a:cubicBezTo>
                      <a:pt x="6774" y="9309"/>
                      <a:pt x="6741" y="9339"/>
                      <a:pt x="6703" y="9380"/>
                    </a:cubicBezTo>
                    <a:cubicBezTo>
                      <a:pt x="6645" y="9278"/>
                      <a:pt x="6706" y="9219"/>
                      <a:pt x="6736" y="9158"/>
                    </a:cubicBezTo>
                    <a:cubicBezTo>
                      <a:pt x="6823" y="8973"/>
                      <a:pt x="6921" y="8793"/>
                      <a:pt x="6999" y="8605"/>
                    </a:cubicBezTo>
                    <a:cubicBezTo>
                      <a:pt x="7083" y="8403"/>
                      <a:pt x="7114" y="8193"/>
                      <a:pt x="7080" y="7968"/>
                    </a:cubicBezTo>
                    <a:cubicBezTo>
                      <a:pt x="7011" y="7525"/>
                      <a:pt x="6954" y="7080"/>
                      <a:pt x="6993" y="6628"/>
                    </a:cubicBezTo>
                    <a:cubicBezTo>
                      <a:pt x="7003" y="6500"/>
                      <a:pt x="7020" y="6371"/>
                      <a:pt x="7018" y="6242"/>
                    </a:cubicBezTo>
                    <a:cubicBezTo>
                      <a:pt x="7012" y="5872"/>
                      <a:pt x="7092" y="5528"/>
                      <a:pt x="7308" y="5221"/>
                    </a:cubicBezTo>
                    <a:cubicBezTo>
                      <a:pt x="7390" y="5103"/>
                      <a:pt x="7402" y="4974"/>
                      <a:pt x="7374" y="4832"/>
                    </a:cubicBezTo>
                    <a:cubicBezTo>
                      <a:pt x="7287" y="4406"/>
                      <a:pt x="7203" y="3980"/>
                      <a:pt x="7126" y="3552"/>
                    </a:cubicBezTo>
                    <a:cubicBezTo>
                      <a:pt x="7026" y="2985"/>
                      <a:pt x="6913" y="2419"/>
                      <a:pt x="6900" y="1837"/>
                    </a:cubicBezTo>
                    <a:cubicBezTo>
                      <a:pt x="6894" y="1562"/>
                      <a:pt x="6831" y="1285"/>
                      <a:pt x="6769" y="1015"/>
                    </a:cubicBezTo>
                    <a:cubicBezTo>
                      <a:pt x="6745" y="902"/>
                      <a:pt x="6675" y="785"/>
                      <a:pt x="6591" y="704"/>
                    </a:cubicBezTo>
                    <a:cubicBezTo>
                      <a:pt x="6512" y="629"/>
                      <a:pt x="6398" y="586"/>
                      <a:pt x="6285" y="586"/>
                    </a:cubicBezTo>
                    <a:cubicBezTo>
                      <a:pt x="6109" y="586"/>
                      <a:pt x="5936" y="689"/>
                      <a:pt x="5908" y="926"/>
                    </a:cubicBezTo>
                    <a:cubicBezTo>
                      <a:pt x="5881" y="1156"/>
                      <a:pt x="5818" y="1381"/>
                      <a:pt x="5800" y="1610"/>
                    </a:cubicBezTo>
                    <a:cubicBezTo>
                      <a:pt x="5765" y="2050"/>
                      <a:pt x="5746" y="2491"/>
                      <a:pt x="5728" y="2932"/>
                    </a:cubicBezTo>
                    <a:cubicBezTo>
                      <a:pt x="5707" y="3468"/>
                      <a:pt x="5692" y="4004"/>
                      <a:pt x="5675" y="4539"/>
                    </a:cubicBezTo>
                    <a:cubicBezTo>
                      <a:pt x="5674" y="4601"/>
                      <a:pt x="5681" y="4664"/>
                      <a:pt x="5696" y="4722"/>
                    </a:cubicBezTo>
                    <a:cubicBezTo>
                      <a:pt x="5765" y="4985"/>
                      <a:pt x="5842" y="5245"/>
                      <a:pt x="5913" y="5507"/>
                    </a:cubicBezTo>
                    <a:cubicBezTo>
                      <a:pt x="6058" y="6046"/>
                      <a:pt x="6204" y="6583"/>
                      <a:pt x="6346" y="7120"/>
                    </a:cubicBezTo>
                    <a:cubicBezTo>
                      <a:pt x="6357" y="7159"/>
                      <a:pt x="6348" y="7201"/>
                      <a:pt x="6348" y="7242"/>
                    </a:cubicBezTo>
                    <a:cubicBezTo>
                      <a:pt x="6330" y="7246"/>
                      <a:pt x="6312" y="7249"/>
                      <a:pt x="6294" y="7252"/>
                    </a:cubicBezTo>
                    <a:cubicBezTo>
                      <a:pt x="6268" y="7188"/>
                      <a:pt x="6238" y="7125"/>
                      <a:pt x="6219" y="7059"/>
                    </a:cubicBezTo>
                    <a:cubicBezTo>
                      <a:pt x="6102" y="6640"/>
                      <a:pt x="5985" y="6221"/>
                      <a:pt x="5870" y="5801"/>
                    </a:cubicBezTo>
                    <a:cubicBezTo>
                      <a:pt x="5735" y="5303"/>
                      <a:pt x="5572" y="4811"/>
                      <a:pt x="5479" y="4305"/>
                    </a:cubicBezTo>
                    <a:cubicBezTo>
                      <a:pt x="5342" y="3558"/>
                      <a:pt x="5273" y="2797"/>
                      <a:pt x="5146" y="2049"/>
                    </a:cubicBezTo>
                    <a:cubicBezTo>
                      <a:pt x="5063" y="1576"/>
                      <a:pt x="4931" y="1111"/>
                      <a:pt x="4808" y="644"/>
                    </a:cubicBezTo>
                    <a:cubicBezTo>
                      <a:pt x="4760" y="458"/>
                      <a:pt x="4651" y="299"/>
                      <a:pt x="4501" y="173"/>
                    </a:cubicBezTo>
                    <a:cubicBezTo>
                      <a:pt x="4362" y="57"/>
                      <a:pt x="4213" y="0"/>
                      <a:pt x="4073" y="0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3">
                <a:extLst>
                  <a:ext uri="{FF2B5EF4-FFF2-40B4-BE49-F238E27FC236}">
                    <a16:creationId xmlns:a16="http://schemas.microsoft.com/office/drawing/2014/main" id="{73E25B79-ABFD-D464-A0F9-0D317F1C42A5}"/>
                  </a:ext>
                </a:extLst>
              </p:cNvPr>
              <p:cNvSpPr/>
              <p:nvPr/>
            </p:nvSpPr>
            <p:spPr>
              <a:xfrm>
                <a:off x="1038625" y="1235125"/>
                <a:ext cx="236050" cy="463750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8550" extrusionOk="0">
                    <a:moveTo>
                      <a:pt x="4250" y="117"/>
                    </a:moveTo>
                    <a:cubicBezTo>
                      <a:pt x="4390" y="117"/>
                      <a:pt x="4539" y="174"/>
                      <a:pt x="4676" y="290"/>
                    </a:cubicBezTo>
                    <a:cubicBezTo>
                      <a:pt x="4826" y="417"/>
                      <a:pt x="4936" y="576"/>
                      <a:pt x="4985" y="762"/>
                    </a:cubicBezTo>
                    <a:cubicBezTo>
                      <a:pt x="5107" y="1227"/>
                      <a:pt x="5240" y="1692"/>
                      <a:pt x="5321" y="2167"/>
                    </a:cubicBezTo>
                    <a:cubicBezTo>
                      <a:pt x="5450" y="2915"/>
                      <a:pt x="5519" y="3676"/>
                      <a:pt x="5656" y="4422"/>
                    </a:cubicBezTo>
                    <a:cubicBezTo>
                      <a:pt x="5749" y="4929"/>
                      <a:pt x="5912" y="5421"/>
                      <a:pt x="6047" y="5919"/>
                    </a:cubicBezTo>
                    <a:cubicBezTo>
                      <a:pt x="6162" y="6338"/>
                      <a:pt x="6279" y="6756"/>
                      <a:pt x="6396" y="7175"/>
                    </a:cubicBezTo>
                    <a:cubicBezTo>
                      <a:pt x="6414" y="7241"/>
                      <a:pt x="6445" y="7306"/>
                      <a:pt x="6471" y="7370"/>
                    </a:cubicBezTo>
                    <a:cubicBezTo>
                      <a:pt x="6489" y="7367"/>
                      <a:pt x="6507" y="7363"/>
                      <a:pt x="6525" y="7360"/>
                    </a:cubicBezTo>
                    <a:cubicBezTo>
                      <a:pt x="6525" y="7319"/>
                      <a:pt x="6532" y="7276"/>
                      <a:pt x="6523" y="7238"/>
                    </a:cubicBezTo>
                    <a:cubicBezTo>
                      <a:pt x="6379" y="6701"/>
                      <a:pt x="6235" y="6162"/>
                      <a:pt x="6090" y="5625"/>
                    </a:cubicBezTo>
                    <a:cubicBezTo>
                      <a:pt x="6017" y="5363"/>
                      <a:pt x="5942" y="5101"/>
                      <a:pt x="5873" y="4839"/>
                    </a:cubicBezTo>
                    <a:cubicBezTo>
                      <a:pt x="5858" y="4780"/>
                      <a:pt x="5851" y="4719"/>
                      <a:pt x="5852" y="4657"/>
                    </a:cubicBezTo>
                    <a:cubicBezTo>
                      <a:pt x="5867" y="4122"/>
                      <a:pt x="5882" y="3586"/>
                      <a:pt x="5905" y="3050"/>
                    </a:cubicBezTo>
                    <a:cubicBezTo>
                      <a:pt x="5923" y="2609"/>
                      <a:pt x="5941" y="2168"/>
                      <a:pt x="5975" y="1728"/>
                    </a:cubicBezTo>
                    <a:cubicBezTo>
                      <a:pt x="5995" y="1499"/>
                      <a:pt x="6056" y="1274"/>
                      <a:pt x="6085" y="1044"/>
                    </a:cubicBezTo>
                    <a:cubicBezTo>
                      <a:pt x="6112" y="807"/>
                      <a:pt x="6285" y="704"/>
                      <a:pt x="6461" y="704"/>
                    </a:cubicBezTo>
                    <a:cubicBezTo>
                      <a:pt x="6574" y="704"/>
                      <a:pt x="6689" y="747"/>
                      <a:pt x="6768" y="822"/>
                    </a:cubicBezTo>
                    <a:cubicBezTo>
                      <a:pt x="6850" y="903"/>
                      <a:pt x="6921" y="1020"/>
                      <a:pt x="6946" y="1133"/>
                    </a:cubicBezTo>
                    <a:cubicBezTo>
                      <a:pt x="7008" y="1403"/>
                      <a:pt x="7069" y="1679"/>
                      <a:pt x="7077" y="1955"/>
                    </a:cubicBezTo>
                    <a:cubicBezTo>
                      <a:pt x="7089" y="2537"/>
                      <a:pt x="7201" y="3101"/>
                      <a:pt x="7303" y="3670"/>
                    </a:cubicBezTo>
                    <a:cubicBezTo>
                      <a:pt x="7380" y="4098"/>
                      <a:pt x="7462" y="4524"/>
                      <a:pt x="7549" y="4950"/>
                    </a:cubicBezTo>
                    <a:cubicBezTo>
                      <a:pt x="7579" y="5091"/>
                      <a:pt x="7566" y="5221"/>
                      <a:pt x="7483" y="5339"/>
                    </a:cubicBezTo>
                    <a:cubicBezTo>
                      <a:pt x="7267" y="5646"/>
                      <a:pt x="7188" y="5990"/>
                      <a:pt x="7194" y="6360"/>
                    </a:cubicBezTo>
                    <a:cubicBezTo>
                      <a:pt x="7197" y="6488"/>
                      <a:pt x="7180" y="6617"/>
                      <a:pt x="7170" y="6746"/>
                    </a:cubicBezTo>
                    <a:cubicBezTo>
                      <a:pt x="7131" y="7196"/>
                      <a:pt x="7188" y="7642"/>
                      <a:pt x="7255" y="8086"/>
                    </a:cubicBezTo>
                    <a:cubicBezTo>
                      <a:pt x="7290" y="8309"/>
                      <a:pt x="7260" y="8521"/>
                      <a:pt x="7176" y="8723"/>
                    </a:cubicBezTo>
                    <a:cubicBezTo>
                      <a:pt x="7098" y="8911"/>
                      <a:pt x="7000" y="9090"/>
                      <a:pt x="6912" y="9274"/>
                    </a:cubicBezTo>
                    <a:cubicBezTo>
                      <a:pt x="6882" y="9337"/>
                      <a:pt x="6822" y="9396"/>
                      <a:pt x="6879" y="9496"/>
                    </a:cubicBezTo>
                    <a:cubicBezTo>
                      <a:pt x="6918" y="9456"/>
                      <a:pt x="6949" y="9427"/>
                      <a:pt x="6976" y="9393"/>
                    </a:cubicBezTo>
                    <a:cubicBezTo>
                      <a:pt x="7149" y="9162"/>
                      <a:pt x="7273" y="8907"/>
                      <a:pt x="7356" y="8630"/>
                    </a:cubicBezTo>
                    <a:cubicBezTo>
                      <a:pt x="7410" y="8444"/>
                      <a:pt x="7413" y="8260"/>
                      <a:pt x="7374" y="8066"/>
                    </a:cubicBezTo>
                    <a:cubicBezTo>
                      <a:pt x="7234" y="7367"/>
                      <a:pt x="7239" y="6662"/>
                      <a:pt x="7365" y="5960"/>
                    </a:cubicBezTo>
                    <a:cubicBezTo>
                      <a:pt x="7413" y="5694"/>
                      <a:pt x="7530" y="5457"/>
                      <a:pt x="7714" y="5258"/>
                    </a:cubicBezTo>
                    <a:cubicBezTo>
                      <a:pt x="7761" y="5208"/>
                      <a:pt x="7811" y="5160"/>
                      <a:pt x="7866" y="5122"/>
                    </a:cubicBezTo>
                    <a:cubicBezTo>
                      <a:pt x="7939" y="5072"/>
                      <a:pt x="8017" y="5047"/>
                      <a:pt x="8091" y="5047"/>
                    </a:cubicBezTo>
                    <a:cubicBezTo>
                      <a:pt x="8205" y="5047"/>
                      <a:pt x="8310" y="5106"/>
                      <a:pt x="8376" y="5223"/>
                    </a:cubicBezTo>
                    <a:cubicBezTo>
                      <a:pt x="8454" y="5363"/>
                      <a:pt x="8516" y="5520"/>
                      <a:pt x="8546" y="5676"/>
                    </a:cubicBezTo>
                    <a:cubicBezTo>
                      <a:pt x="8651" y="6237"/>
                      <a:pt x="8723" y="6803"/>
                      <a:pt x="8837" y="7361"/>
                    </a:cubicBezTo>
                    <a:cubicBezTo>
                      <a:pt x="8949" y="7913"/>
                      <a:pt x="9089" y="8459"/>
                      <a:pt x="9228" y="9006"/>
                    </a:cubicBezTo>
                    <a:cubicBezTo>
                      <a:pt x="9306" y="9309"/>
                      <a:pt x="9312" y="9612"/>
                      <a:pt x="9269" y="9916"/>
                    </a:cubicBezTo>
                    <a:cubicBezTo>
                      <a:pt x="9144" y="10772"/>
                      <a:pt x="8954" y="11610"/>
                      <a:pt x="8648" y="12422"/>
                    </a:cubicBezTo>
                    <a:cubicBezTo>
                      <a:pt x="8564" y="12643"/>
                      <a:pt x="8457" y="12845"/>
                      <a:pt x="8285" y="13004"/>
                    </a:cubicBezTo>
                    <a:cubicBezTo>
                      <a:pt x="8076" y="13198"/>
                      <a:pt x="7860" y="13385"/>
                      <a:pt x="7642" y="13568"/>
                    </a:cubicBezTo>
                    <a:cubicBezTo>
                      <a:pt x="7572" y="13627"/>
                      <a:pt x="7542" y="13693"/>
                      <a:pt x="7545" y="13780"/>
                    </a:cubicBezTo>
                    <a:cubicBezTo>
                      <a:pt x="7552" y="14017"/>
                      <a:pt x="7561" y="14256"/>
                      <a:pt x="7569" y="14493"/>
                    </a:cubicBezTo>
                    <a:cubicBezTo>
                      <a:pt x="7575" y="14704"/>
                      <a:pt x="7573" y="14914"/>
                      <a:pt x="7587" y="15124"/>
                    </a:cubicBezTo>
                    <a:cubicBezTo>
                      <a:pt x="7629" y="15762"/>
                      <a:pt x="7675" y="16398"/>
                      <a:pt x="7720" y="17036"/>
                    </a:cubicBezTo>
                    <a:cubicBezTo>
                      <a:pt x="7723" y="17076"/>
                      <a:pt x="7725" y="17118"/>
                      <a:pt x="7734" y="17157"/>
                    </a:cubicBezTo>
                    <a:cubicBezTo>
                      <a:pt x="7764" y="17283"/>
                      <a:pt x="7711" y="17355"/>
                      <a:pt x="7602" y="17420"/>
                    </a:cubicBezTo>
                    <a:cubicBezTo>
                      <a:pt x="7276" y="17609"/>
                      <a:pt x="6928" y="17738"/>
                      <a:pt x="6562" y="17830"/>
                    </a:cubicBezTo>
                    <a:cubicBezTo>
                      <a:pt x="5956" y="17980"/>
                      <a:pt x="5362" y="18182"/>
                      <a:pt x="4736" y="18248"/>
                    </a:cubicBezTo>
                    <a:cubicBezTo>
                      <a:pt x="4408" y="18284"/>
                      <a:pt x="4079" y="18311"/>
                      <a:pt x="3751" y="18311"/>
                    </a:cubicBezTo>
                    <a:cubicBezTo>
                      <a:pt x="3544" y="18311"/>
                      <a:pt x="3336" y="18300"/>
                      <a:pt x="3129" y="18274"/>
                    </a:cubicBezTo>
                    <a:cubicBezTo>
                      <a:pt x="2691" y="18215"/>
                      <a:pt x="2287" y="18062"/>
                      <a:pt x="1938" y="17779"/>
                    </a:cubicBezTo>
                    <a:cubicBezTo>
                      <a:pt x="1870" y="17723"/>
                      <a:pt x="1861" y="17657"/>
                      <a:pt x="1857" y="17581"/>
                    </a:cubicBezTo>
                    <a:cubicBezTo>
                      <a:pt x="1828" y="16983"/>
                      <a:pt x="1806" y="16385"/>
                      <a:pt x="1768" y="15788"/>
                    </a:cubicBezTo>
                    <a:cubicBezTo>
                      <a:pt x="1728" y="15123"/>
                      <a:pt x="1674" y="14460"/>
                      <a:pt x="1626" y="13795"/>
                    </a:cubicBezTo>
                    <a:cubicBezTo>
                      <a:pt x="1623" y="13754"/>
                      <a:pt x="1626" y="13714"/>
                      <a:pt x="1626" y="13640"/>
                    </a:cubicBezTo>
                    <a:cubicBezTo>
                      <a:pt x="1804" y="13742"/>
                      <a:pt x="1969" y="13834"/>
                      <a:pt x="2131" y="13930"/>
                    </a:cubicBezTo>
                    <a:cubicBezTo>
                      <a:pt x="2481" y="14137"/>
                      <a:pt x="2826" y="14353"/>
                      <a:pt x="3210" y="14500"/>
                    </a:cubicBezTo>
                    <a:cubicBezTo>
                      <a:pt x="3612" y="14653"/>
                      <a:pt x="4025" y="14760"/>
                      <a:pt x="4444" y="14851"/>
                    </a:cubicBezTo>
                    <a:cubicBezTo>
                      <a:pt x="4460" y="14855"/>
                      <a:pt x="4477" y="14857"/>
                      <a:pt x="4493" y="14857"/>
                    </a:cubicBezTo>
                    <a:cubicBezTo>
                      <a:pt x="4540" y="14857"/>
                      <a:pt x="4582" y="14839"/>
                      <a:pt x="4585" y="14781"/>
                    </a:cubicBezTo>
                    <a:cubicBezTo>
                      <a:pt x="4588" y="14733"/>
                      <a:pt x="4546" y="14653"/>
                      <a:pt x="4507" y="14640"/>
                    </a:cubicBezTo>
                    <a:cubicBezTo>
                      <a:pt x="4360" y="14590"/>
                      <a:pt x="4203" y="14566"/>
                      <a:pt x="4053" y="14523"/>
                    </a:cubicBezTo>
                    <a:cubicBezTo>
                      <a:pt x="3767" y="14440"/>
                      <a:pt x="3480" y="14358"/>
                      <a:pt x="3197" y="14263"/>
                    </a:cubicBezTo>
                    <a:cubicBezTo>
                      <a:pt x="2793" y="14125"/>
                      <a:pt x="2446" y="13885"/>
                      <a:pt x="2103" y="13640"/>
                    </a:cubicBezTo>
                    <a:cubicBezTo>
                      <a:pt x="1914" y="13507"/>
                      <a:pt x="1719" y="13384"/>
                      <a:pt x="1534" y="13246"/>
                    </a:cubicBezTo>
                    <a:cubicBezTo>
                      <a:pt x="1438" y="13174"/>
                      <a:pt x="1341" y="13091"/>
                      <a:pt x="1273" y="12992"/>
                    </a:cubicBezTo>
                    <a:cubicBezTo>
                      <a:pt x="1129" y="12779"/>
                      <a:pt x="999" y="12554"/>
                      <a:pt x="869" y="12331"/>
                    </a:cubicBezTo>
                    <a:cubicBezTo>
                      <a:pt x="632" y="11918"/>
                      <a:pt x="535" y="11459"/>
                      <a:pt x="451" y="10995"/>
                    </a:cubicBezTo>
                    <a:cubicBezTo>
                      <a:pt x="329" y="10320"/>
                      <a:pt x="212" y="9642"/>
                      <a:pt x="194" y="8956"/>
                    </a:cubicBezTo>
                    <a:cubicBezTo>
                      <a:pt x="176" y="8236"/>
                      <a:pt x="206" y="7516"/>
                      <a:pt x="221" y="6794"/>
                    </a:cubicBezTo>
                    <a:lnTo>
                      <a:pt x="223" y="6795"/>
                    </a:lnTo>
                    <a:cubicBezTo>
                      <a:pt x="232" y="6333"/>
                      <a:pt x="259" y="5871"/>
                      <a:pt x="269" y="5409"/>
                    </a:cubicBezTo>
                    <a:cubicBezTo>
                      <a:pt x="286" y="4614"/>
                      <a:pt x="293" y="3819"/>
                      <a:pt x="314" y="3025"/>
                    </a:cubicBezTo>
                    <a:cubicBezTo>
                      <a:pt x="322" y="2753"/>
                      <a:pt x="353" y="2482"/>
                      <a:pt x="389" y="2213"/>
                    </a:cubicBezTo>
                    <a:cubicBezTo>
                      <a:pt x="415" y="2020"/>
                      <a:pt x="548" y="1900"/>
                      <a:pt x="731" y="1849"/>
                    </a:cubicBezTo>
                    <a:cubicBezTo>
                      <a:pt x="766" y="1839"/>
                      <a:pt x="798" y="1834"/>
                      <a:pt x="829" y="1834"/>
                    </a:cubicBezTo>
                    <a:cubicBezTo>
                      <a:pt x="962" y="1834"/>
                      <a:pt x="1061" y="1918"/>
                      <a:pt x="1144" y="2038"/>
                    </a:cubicBezTo>
                    <a:cubicBezTo>
                      <a:pt x="1273" y="2222"/>
                      <a:pt x="1377" y="2416"/>
                      <a:pt x="1425" y="2642"/>
                    </a:cubicBezTo>
                    <a:cubicBezTo>
                      <a:pt x="1476" y="2887"/>
                      <a:pt x="1578" y="3122"/>
                      <a:pt x="1620" y="3367"/>
                    </a:cubicBezTo>
                    <a:cubicBezTo>
                      <a:pt x="1686" y="3748"/>
                      <a:pt x="1728" y="4134"/>
                      <a:pt x="1765" y="4519"/>
                    </a:cubicBezTo>
                    <a:cubicBezTo>
                      <a:pt x="1827" y="5140"/>
                      <a:pt x="1878" y="5763"/>
                      <a:pt x="1929" y="6386"/>
                    </a:cubicBezTo>
                    <a:cubicBezTo>
                      <a:pt x="1942" y="6534"/>
                      <a:pt x="1939" y="6684"/>
                      <a:pt x="1947" y="6834"/>
                    </a:cubicBezTo>
                    <a:cubicBezTo>
                      <a:pt x="1950" y="6897"/>
                      <a:pt x="1960" y="6962"/>
                      <a:pt x="1971" y="7049"/>
                    </a:cubicBezTo>
                    <a:cubicBezTo>
                      <a:pt x="2080" y="6977"/>
                      <a:pt x="2067" y="6891"/>
                      <a:pt x="2062" y="6816"/>
                    </a:cubicBezTo>
                    <a:cubicBezTo>
                      <a:pt x="2046" y="6539"/>
                      <a:pt x="2025" y="6261"/>
                      <a:pt x="2004" y="5984"/>
                    </a:cubicBezTo>
                    <a:cubicBezTo>
                      <a:pt x="1968" y="5510"/>
                      <a:pt x="1932" y="5035"/>
                      <a:pt x="1891" y="4561"/>
                    </a:cubicBezTo>
                    <a:cubicBezTo>
                      <a:pt x="1845" y="4027"/>
                      <a:pt x="1803" y="3494"/>
                      <a:pt x="1677" y="2968"/>
                    </a:cubicBezTo>
                    <a:cubicBezTo>
                      <a:pt x="1636" y="2800"/>
                      <a:pt x="1681" y="2606"/>
                      <a:pt x="1711" y="2426"/>
                    </a:cubicBezTo>
                    <a:cubicBezTo>
                      <a:pt x="1767" y="2086"/>
                      <a:pt x="1831" y="1745"/>
                      <a:pt x="1905" y="1407"/>
                    </a:cubicBezTo>
                    <a:cubicBezTo>
                      <a:pt x="1963" y="1136"/>
                      <a:pt x="2106" y="900"/>
                      <a:pt x="2289" y="696"/>
                    </a:cubicBezTo>
                    <a:cubicBezTo>
                      <a:pt x="2377" y="598"/>
                      <a:pt x="2499" y="551"/>
                      <a:pt x="2620" y="551"/>
                    </a:cubicBezTo>
                    <a:cubicBezTo>
                      <a:pt x="2771" y="551"/>
                      <a:pt x="2922" y="624"/>
                      <a:pt x="3005" y="765"/>
                    </a:cubicBezTo>
                    <a:cubicBezTo>
                      <a:pt x="3113" y="951"/>
                      <a:pt x="3195" y="1155"/>
                      <a:pt x="3269" y="1358"/>
                    </a:cubicBezTo>
                    <a:cubicBezTo>
                      <a:pt x="3411" y="1756"/>
                      <a:pt x="3489" y="2168"/>
                      <a:pt x="3530" y="2591"/>
                    </a:cubicBezTo>
                    <a:cubicBezTo>
                      <a:pt x="3573" y="3037"/>
                      <a:pt x="3650" y="3479"/>
                      <a:pt x="3687" y="3925"/>
                    </a:cubicBezTo>
                    <a:cubicBezTo>
                      <a:pt x="3743" y="4623"/>
                      <a:pt x="3777" y="5322"/>
                      <a:pt x="3822" y="6021"/>
                    </a:cubicBezTo>
                    <a:cubicBezTo>
                      <a:pt x="3843" y="6332"/>
                      <a:pt x="3864" y="6644"/>
                      <a:pt x="3891" y="6956"/>
                    </a:cubicBezTo>
                    <a:cubicBezTo>
                      <a:pt x="3897" y="7022"/>
                      <a:pt x="3932" y="7087"/>
                      <a:pt x="3951" y="7153"/>
                    </a:cubicBezTo>
                    <a:cubicBezTo>
                      <a:pt x="3968" y="7151"/>
                      <a:pt x="3984" y="7148"/>
                      <a:pt x="3999" y="7147"/>
                    </a:cubicBezTo>
                    <a:cubicBezTo>
                      <a:pt x="4002" y="7099"/>
                      <a:pt x="4011" y="7051"/>
                      <a:pt x="4008" y="7004"/>
                    </a:cubicBezTo>
                    <a:cubicBezTo>
                      <a:pt x="3969" y="6434"/>
                      <a:pt x="3927" y="5865"/>
                      <a:pt x="3890" y="5297"/>
                    </a:cubicBezTo>
                    <a:cubicBezTo>
                      <a:pt x="3843" y="4572"/>
                      <a:pt x="3827" y="3844"/>
                      <a:pt x="3707" y="3125"/>
                    </a:cubicBezTo>
                    <a:cubicBezTo>
                      <a:pt x="3662" y="2845"/>
                      <a:pt x="3657" y="2557"/>
                      <a:pt x="3645" y="2272"/>
                    </a:cubicBezTo>
                    <a:cubicBezTo>
                      <a:pt x="3630" y="1864"/>
                      <a:pt x="3612" y="1455"/>
                      <a:pt x="3623" y="1049"/>
                    </a:cubicBezTo>
                    <a:cubicBezTo>
                      <a:pt x="3627" y="863"/>
                      <a:pt x="3669" y="668"/>
                      <a:pt x="3741" y="497"/>
                    </a:cubicBezTo>
                    <a:cubicBezTo>
                      <a:pt x="3845" y="247"/>
                      <a:pt x="4038" y="117"/>
                      <a:pt x="4250" y="117"/>
                    </a:cubicBezTo>
                    <a:close/>
                    <a:moveTo>
                      <a:pt x="4288" y="1"/>
                    </a:moveTo>
                    <a:cubicBezTo>
                      <a:pt x="4149" y="1"/>
                      <a:pt x="4012" y="35"/>
                      <a:pt x="3875" y="90"/>
                    </a:cubicBezTo>
                    <a:cubicBezTo>
                      <a:pt x="3731" y="147"/>
                      <a:pt x="3630" y="237"/>
                      <a:pt x="3606" y="395"/>
                    </a:cubicBezTo>
                    <a:cubicBezTo>
                      <a:pt x="3566" y="656"/>
                      <a:pt x="3528" y="918"/>
                      <a:pt x="3486" y="1179"/>
                    </a:cubicBezTo>
                    <a:cubicBezTo>
                      <a:pt x="3477" y="1239"/>
                      <a:pt x="3510" y="1313"/>
                      <a:pt x="3434" y="1374"/>
                    </a:cubicBezTo>
                    <a:cubicBezTo>
                      <a:pt x="3402" y="1311"/>
                      <a:pt x="3375" y="1259"/>
                      <a:pt x="3350" y="1205"/>
                    </a:cubicBezTo>
                    <a:cubicBezTo>
                      <a:pt x="3275" y="1037"/>
                      <a:pt x="3207" y="867"/>
                      <a:pt x="3125" y="702"/>
                    </a:cubicBezTo>
                    <a:cubicBezTo>
                      <a:pt x="3021" y="494"/>
                      <a:pt x="2875" y="398"/>
                      <a:pt x="2669" y="398"/>
                    </a:cubicBezTo>
                    <a:cubicBezTo>
                      <a:pt x="2628" y="398"/>
                      <a:pt x="2584" y="402"/>
                      <a:pt x="2538" y="410"/>
                    </a:cubicBezTo>
                    <a:cubicBezTo>
                      <a:pt x="2374" y="437"/>
                      <a:pt x="2247" y="516"/>
                      <a:pt x="2143" y="641"/>
                    </a:cubicBezTo>
                    <a:cubicBezTo>
                      <a:pt x="1929" y="899"/>
                      <a:pt x="1800" y="1193"/>
                      <a:pt x="1735" y="1520"/>
                    </a:cubicBezTo>
                    <a:cubicBezTo>
                      <a:pt x="1680" y="1804"/>
                      <a:pt x="1620" y="2089"/>
                      <a:pt x="1554" y="2408"/>
                    </a:cubicBezTo>
                    <a:cubicBezTo>
                      <a:pt x="1432" y="2222"/>
                      <a:pt x="1347" y="2068"/>
                      <a:pt x="1240" y="1928"/>
                    </a:cubicBezTo>
                    <a:cubicBezTo>
                      <a:pt x="1133" y="1788"/>
                      <a:pt x="997" y="1684"/>
                      <a:pt x="828" y="1684"/>
                    </a:cubicBezTo>
                    <a:cubicBezTo>
                      <a:pt x="791" y="1684"/>
                      <a:pt x="752" y="1689"/>
                      <a:pt x="712" y="1700"/>
                    </a:cubicBezTo>
                    <a:cubicBezTo>
                      <a:pt x="490" y="1760"/>
                      <a:pt x="320" y="1915"/>
                      <a:pt x="275" y="2143"/>
                    </a:cubicBezTo>
                    <a:cubicBezTo>
                      <a:pt x="223" y="2416"/>
                      <a:pt x="196" y="2695"/>
                      <a:pt x="181" y="2972"/>
                    </a:cubicBezTo>
                    <a:cubicBezTo>
                      <a:pt x="164" y="3326"/>
                      <a:pt x="172" y="3681"/>
                      <a:pt x="170" y="4033"/>
                    </a:cubicBezTo>
                    <a:cubicBezTo>
                      <a:pt x="167" y="4326"/>
                      <a:pt x="176" y="4618"/>
                      <a:pt x="164" y="4911"/>
                    </a:cubicBezTo>
                    <a:cubicBezTo>
                      <a:pt x="125" y="5855"/>
                      <a:pt x="73" y="6800"/>
                      <a:pt x="37" y="7744"/>
                    </a:cubicBezTo>
                    <a:cubicBezTo>
                      <a:pt x="23" y="8131"/>
                      <a:pt x="1" y="8522"/>
                      <a:pt x="46" y="8905"/>
                    </a:cubicBezTo>
                    <a:cubicBezTo>
                      <a:pt x="137" y="9709"/>
                      <a:pt x="254" y="10509"/>
                      <a:pt x="394" y="11306"/>
                    </a:cubicBezTo>
                    <a:cubicBezTo>
                      <a:pt x="509" y="11960"/>
                      <a:pt x="739" y="12577"/>
                      <a:pt x="1174" y="13097"/>
                    </a:cubicBezTo>
                    <a:cubicBezTo>
                      <a:pt x="1231" y="13165"/>
                      <a:pt x="1284" y="13237"/>
                      <a:pt x="1329" y="13312"/>
                    </a:cubicBezTo>
                    <a:cubicBezTo>
                      <a:pt x="1359" y="13363"/>
                      <a:pt x="1389" y="13420"/>
                      <a:pt x="1396" y="13477"/>
                    </a:cubicBezTo>
                    <a:cubicBezTo>
                      <a:pt x="1419" y="13685"/>
                      <a:pt x="1434" y="13895"/>
                      <a:pt x="1447" y="14106"/>
                    </a:cubicBezTo>
                    <a:cubicBezTo>
                      <a:pt x="1479" y="14554"/>
                      <a:pt x="1512" y="15001"/>
                      <a:pt x="1536" y="15450"/>
                    </a:cubicBezTo>
                    <a:cubicBezTo>
                      <a:pt x="1576" y="16190"/>
                      <a:pt x="1612" y="16929"/>
                      <a:pt x="1644" y="17671"/>
                    </a:cubicBezTo>
                    <a:cubicBezTo>
                      <a:pt x="1648" y="17776"/>
                      <a:pt x="1681" y="17852"/>
                      <a:pt x="1756" y="17918"/>
                    </a:cubicBezTo>
                    <a:cubicBezTo>
                      <a:pt x="2140" y="18260"/>
                      <a:pt x="2601" y="18443"/>
                      <a:pt x="3101" y="18508"/>
                    </a:cubicBezTo>
                    <a:cubicBezTo>
                      <a:pt x="3329" y="18537"/>
                      <a:pt x="3558" y="18550"/>
                      <a:pt x="3788" y="18550"/>
                    </a:cubicBezTo>
                    <a:cubicBezTo>
                      <a:pt x="4101" y="18550"/>
                      <a:pt x="4416" y="18526"/>
                      <a:pt x="4729" y="18487"/>
                    </a:cubicBezTo>
                    <a:cubicBezTo>
                      <a:pt x="4958" y="18460"/>
                      <a:pt x="5188" y="18430"/>
                      <a:pt x="5413" y="18380"/>
                    </a:cubicBezTo>
                    <a:cubicBezTo>
                      <a:pt x="5717" y="18313"/>
                      <a:pt x="6017" y="18224"/>
                      <a:pt x="6321" y="18146"/>
                    </a:cubicBezTo>
                    <a:cubicBezTo>
                      <a:pt x="6828" y="18016"/>
                      <a:pt x="7335" y="17884"/>
                      <a:pt x="7782" y="17593"/>
                    </a:cubicBezTo>
                    <a:cubicBezTo>
                      <a:pt x="7860" y="17543"/>
                      <a:pt x="7935" y="17489"/>
                      <a:pt x="8009" y="17438"/>
                    </a:cubicBezTo>
                    <a:cubicBezTo>
                      <a:pt x="7871" y="16734"/>
                      <a:pt x="7851" y="16041"/>
                      <a:pt x="7812" y="15349"/>
                    </a:cubicBezTo>
                    <a:cubicBezTo>
                      <a:pt x="7786" y="14887"/>
                      <a:pt x="7773" y="14425"/>
                      <a:pt x="7747" y="13964"/>
                    </a:cubicBezTo>
                    <a:cubicBezTo>
                      <a:pt x="7740" y="13820"/>
                      <a:pt x="7735" y="13693"/>
                      <a:pt x="7892" y="13624"/>
                    </a:cubicBezTo>
                    <a:cubicBezTo>
                      <a:pt x="7916" y="13613"/>
                      <a:pt x="7932" y="13588"/>
                      <a:pt x="7952" y="13568"/>
                    </a:cubicBezTo>
                    <a:cubicBezTo>
                      <a:pt x="8088" y="13420"/>
                      <a:pt x="8220" y="13264"/>
                      <a:pt x="8364" y="13121"/>
                    </a:cubicBezTo>
                    <a:cubicBezTo>
                      <a:pt x="8537" y="12950"/>
                      <a:pt x="8664" y="12755"/>
                      <a:pt x="8747" y="12527"/>
                    </a:cubicBezTo>
                    <a:cubicBezTo>
                      <a:pt x="9021" y="11763"/>
                      <a:pt x="9222" y="10983"/>
                      <a:pt x="9357" y="10183"/>
                    </a:cubicBezTo>
                    <a:cubicBezTo>
                      <a:pt x="9441" y="9684"/>
                      <a:pt x="9431" y="9201"/>
                      <a:pt x="9284" y="8711"/>
                    </a:cubicBezTo>
                    <a:cubicBezTo>
                      <a:pt x="9050" y="7930"/>
                      <a:pt x="8907" y="7127"/>
                      <a:pt x="8789" y="6318"/>
                    </a:cubicBezTo>
                    <a:cubicBezTo>
                      <a:pt x="8751" y="6056"/>
                      <a:pt x="8711" y="5795"/>
                      <a:pt x="8666" y="5534"/>
                    </a:cubicBezTo>
                    <a:cubicBezTo>
                      <a:pt x="8636" y="5357"/>
                      <a:pt x="8561" y="5196"/>
                      <a:pt x="8439" y="5061"/>
                    </a:cubicBezTo>
                    <a:cubicBezTo>
                      <a:pt x="8339" y="4948"/>
                      <a:pt x="8222" y="4891"/>
                      <a:pt x="8092" y="4891"/>
                    </a:cubicBezTo>
                    <a:cubicBezTo>
                      <a:pt x="8032" y="4891"/>
                      <a:pt x="7969" y="4903"/>
                      <a:pt x="7904" y="4927"/>
                    </a:cubicBezTo>
                    <a:cubicBezTo>
                      <a:pt x="7850" y="4948"/>
                      <a:pt x="7797" y="4974"/>
                      <a:pt x="7723" y="5007"/>
                    </a:cubicBezTo>
                    <a:cubicBezTo>
                      <a:pt x="7698" y="4912"/>
                      <a:pt x="7671" y="4837"/>
                      <a:pt x="7656" y="4759"/>
                    </a:cubicBezTo>
                    <a:cubicBezTo>
                      <a:pt x="7563" y="4266"/>
                      <a:pt x="7465" y="3772"/>
                      <a:pt x="7381" y="3275"/>
                    </a:cubicBezTo>
                    <a:cubicBezTo>
                      <a:pt x="7312" y="2867"/>
                      <a:pt x="7233" y="2464"/>
                      <a:pt x="7227" y="2044"/>
                    </a:cubicBezTo>
                    <a:cubicBezTo>
                      <a:pt x="7222" y="1728"/>
                      <a:pt x="7143" y="1412"/>
                      <a:pt x="7089" y="1098"/>
                    </a:cubicBezTo>
                    <a:cubicBezTo>
                      <a:pt x="7062" y="939"/>
                      <a:pt x="6979" y="806"/>
                      <a:pt x="6849" y="707"/>
                    </a:cubicBezTo>
                    <a:cubicBezTo>
                      <a:pt x="6727" y="613"/>
                      <a:pt x="6595" y="569"/>
                      <a:pt x="6470" y="569"/>
                    </a:cubicBezTo>
                    <a:cubicBezTo>
                      <a:pt x="6234" y="569"/>
                      <a:pt x="6025" y="727"/>
                      <a:pt x="5968" y="1007"/>
                    </a:cubicBezTo>
                    <a:cubicBezTo>
                      <a:pt x="5897" y="1359"/>
                      <a:pt x="5839" y="1716"/>
                      <a:pt x="5815" y="2075"/>
                    </a:cubicBezTo>
                    <a:cubicBezTo>
                      <a:pt x="5780" y="2617"/>
                      <a:pt x="5779" y="3161"/>
                      <a:pt x="5762" y="3706"/>
                    </a:cubicBezTo>
                    <a:cubicBezTo>
                      <a:pt x="5759" y="3760"/>
                      <a:pt x="5750" y="3816"/>
                      <a:pt x="5743" y="3870"/>
                    </a:cubicBezTo>
                    <a:cubicBezTo>
                      <a:pt x="5707" y="3849"/>
                      <a:pt x="5695" y="3831"/>
                      <a:pt x="5692" y="3813"/>
                    </a:cubicBezTo>
                    <a:cubicBezTo>
                      <a:pt x="5623" y="3320"/>
                      <a:pt x="5546" y="2830"/>
                      <a:pt x="5489" y="2338"/>
                    </a:cubicBezTo>
                    <a:cubicBezTo>
                      <a:pt x="5417" y="1706"/>
                      <a:pt x="5249" y="1100"/>
                      <a:pt x="5035" y="503"/>
                    </a:cubicBezTo>
                    <a:cubicBezTo>
                      <a:pt x="4955" y="284"/>
                      <a:pt x="4802" y="141"/>
                      <a:pt x="4588" y="57"/>
                    </a:cubicBezTo>
                    <a:cubicBezTo>
                      <a:pt x="4487" y="18"/>
                      <a:pt x="4387" y="1"/>
                      <a:pt x="42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3">
                <a:extLst>
                  <a:ext uri="{FF2B5EF4-FFF2-40B4-BE49-F238E27FC236}">
                    <a16:creationId xmlns:a16="http://schemas.microsoft.com/office/drawing/2014/main" id="{5C1BCD8A-3B36-7A19-41EA-421F2B87BFCF}"/>
                  </a:ext>
                </a:extLst>
              </p:cNvPr>
              <p:cNvSpPr/>
              <p:nvPr/>
            </p:nvSpPr>
            <p:spPr>
              <a:xfrm>
                <a:off x="1072850" y="1429250"/>
                <a:ext cx="119275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562" extrusionOk="0">
                    <a:moveTo>
                      <a:pt x="3029" y="1"/>
                    </a:moveTo>
                    <a:cubicBezTo>
                      <a:pt x="2596" y="1"/>
                      <a:pt x="2163" y="25"/>
                      <a:pt x="1735" y="102"/>
                    </a:cubicBezTo>
                    <a:cubicBezTo>
                      <a:pt x="1206" y="196"/>
                      <a:pt x="690" y="342"/>
                      <a:pt x="168" y="468"/>
                    </a:cubicBezTo>
                    <a:cubicBezTo>
                      <a:pt x="110" y="483"/>
                      <a:pt x="56" y="519"/>
                      <a:pt x="0" y="546"/>
                    </a:cubicBezTo>
                    <a:cubicBezTo>
                      <a:pt x="49" y="557"/>
                      <a:pt x="97" y="561"/>
                      <a:pt x="143" y="561"/>
                    </a:cubicBezTo>
                    <a:cubicBezTo>
                      <a:pt x="286" y="561"/>
                      <a:pt x="418" y="517"/>
                      <a:pt x="549" y="478"/>
                    </a:cubicBezTo>
                    <a:cubicBezTo>
                      <a:pt x="1283" y="264"/>
                      <a:pt x="2029" y="142"/>
                      <a:pt x="2795" y="120"/>
                    </a:cubicBezTo>
                    <a:cubicBezTo>
                      <a:pt x="3035" y="112"/>
                      <a:pt x="3275" y="102"/>
                      <a:pt x="3514" y="102"/>
                    </a:cubicBezTo>
                    <a:cubicBezTo>
                      <a:pt x="3864" y="102"/>
                      <a:pt x="4213" y="124"/>
                      <a:pt x="4560" y="207"/>
                    </a:cubicBezTo>
                    <a:cubicBezTo>
                      <a:pt x="4579" y="212"/>
                      <a:pt x="4599" y="213"/>
                      <a:pt x="4622" y="213"/>
                    </a:cubicBezTo>
                    <a:cubicBezTo>
                      <a:pt x="4661" y="213"/>
                      <a:pt x="4708" y="208"/>
                      <a:pt x="4770" y="208"/>
                    </a:cubicBezTo>
                    <a:cubicBezTo>
                      <a:pt x="4716" y="171"/>
                      <a:pt x="4696" y="148"/>
                      <a:pt x="4674" y="144"/>
                    </a:cubicBezTo>
                    <a:cubicBezTo>
                      <a:pt x="4392" y="99"/>
                      <a:pt x="4111" y="31"/>
                      <a:pt x="3828" y="21"/>
                    </a:cubicBezTo>
                    <a:cubicBezTo>
                      <a:pt x="3562" y="10"/>
                      <a:pt x="3295" y="1"/>
                      <a:pt x="30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3">
                <a:extLst>
                  <a:ext uri="{FF2B5EF4-FFF2-40B4-BE49-F238E27FC236}">
                    <a16:creationId xmlns:a16="http://schemas.microsoft.com/office/drawing/2014/main" id="{E2524EAC-E7FA-421A-8456-17FAD1D0BA44}"/>
                  </a:ext>
                </a:extLst>
              </p:cNvPr>
              <p:cNvSpPr/>
              <p:nvPr/>
            </p:nvSpPr>
            <p:spPr>
              <a:xfrm>
                <a:off x="1071950" y="1456900"/>
                <a:ext cx="86625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3465" h="3829" extrusionOk="0">
                    <a:moveTo>
                      <a:pt x="113" y="1"/>
                    </a:moveTo>
                    <a:cubicBezTo>
                      <a:pt x="81" y="1"/>
                      <a:pt x="44" y="11"/>
                      <a:pt x="0" y="37"/>
                    </a:cubicBezTo>
                    <a:cubicBezTo>
                      <a:pt x="75" y="85"/>
                      <a:pt x="129" y="120"/>
                      <a:pt x="182" y="153"/>
                    </a:cubicBezTo>
                    <a:cubicBezTo>
                      <a:pt x="389" y="283"/>
                      <a:pt x="609" y="394"/>
                      <a:pt x="800" y="544"/>
                    </a:cubicBezTo>
                    <a:cubicBezTo>
                      <a:pt x="1876" y="1389"/>
                      <a:pt x="2701" y="2439"/>
                      <a:pt x="3316" y="3659"/>
                    </a:cubicBezTo>
                    <a:cubicBezTo>
                      <a:pt x="3345" y="3716"/>
                      <a:pt x="3378" y="3773"/>
                      <a:pt x="3411" y="3829"/>
                    </a:cubicBezTo>
                    <a:cubicBezTo>
                      <a:pt x="3427" y="3820"/>
                      <a:pt x="3447" y="3811"/>
                      <a:pt x="3465" y="3802"/>
                    </a:cubicBezTo>
                    <a:cubicBezTo>
                      <a:pt x="3432" y="3722"/>
                      <a:pt x="3403" y="3641"/>
                      <a:pt x="3366" y="3565"/>
                    </a:cubicBezTo>
                    <a:cubicBezTo>
                      <a:pt x="2905" y="2670"/>
                      <a:pt x="2333" y="1857"/>
                      <a:pt x="1613" y="1152"/>
                    </a:cubicBezTo>
                    <a:cubicBezTo>
                      <a:pt x="1468" y="1008"/>
                      <a:pt x="1319" y="868"/>
                      <a:pt x="1172" y="727"/>
                    </a:cubicBezTo>
                    <a:cubicBezTo>
                      <a:pt x="894" y="463"/>
                      <a:pt x="585" y="243"/>
                      <a:pt x="254" y="54"/>
                    </a:cubicBezTo>
                    <a:cubicBezTo>
                      <a:pt x="212" y="30"/>
                      <a:pt x="169" y="1"/>
                      <a:pt x="1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3">
                <a:extLst>
                  <a:ext uri="{FF2B5EF4-FFF2-40B4-BE49-F238E27FC236}">
                    <a16:creationId xmlns:a16="http://schemas.microsoft.com/office/drawing/2014/main" id="{A8858067-2C76-082D-A1BD-98C3E5875F5E}"/>
                  </a:ext>
                </a:extLst>
              </p:cNvPr>
              <p:cNvSpPr/>
              <p:nvPr/>
            </p:nvSpPr>
            <p:spPr>
              <a:xfrm>
                <a:off x="1171875" y="1481575"/>
                <a:ext cx="281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1915" extrusionOk="0">
                    <a:moveTo>
                      <a:pt x="1085" y="0"/>
                    </a:moveTo>
                    <a:cubicBezTo>
                      <a:pt x="1013" y="0"/>
                      <a:pt x="975" y="49"/>
                      <a:pt x="937" y="88"/>
                    </a:cubicBezTo>
                    <a:cubicBezTo>
                      <a:pt x="766" y="262"/>
                      <a:pt x="596" y="438"/>
                      <a:pt x="429" y="616"/>
                    </a:cubicBezTo>
                    <a:cubicBezTo>
                      <a:pt x="150" y="912"/>
                      <a:pt x="48" y="1281"/>
                      <a:pt x="9" y="1671"/>
                    </a:cubicBezTo>
                    <a:lnTo>
                      <a:pt x="8" y="1671"/>
                    </a:lnTo>
                    <a:cubicBezTo>
                      <a:pt x="0" y="1749"/>
                      <a:pt x="23" y="1830"/>
                      <a:pt x="32" y="1908"/>
                    </a:cubicBezTo>
                    <a:cubicBezTo>
                      <a:pt x="45" y="1911"/>
                      <a:pt x="59" y="1913"/>
                      <a:pt x="72" y="1914"/>
                    </a:cubicBezTo>
                    <a:cubicBezTo>
                      <a:pt x="87" y="1821"/>
                      <a:pt x="105" y="1730"/>
                      <a:pt x="119" y="1637"/>
                    </a:cubicBezTo>
                    <a:cubicBezTo>
                      <a:pt x="167" y="1295"/>
                      <a:pt x="276" y="978"/>
                      <a:pt x="516" y="720"/>
                    </a:cubicBezTo>
                    <a:cubicBezTo>
                      <a:pt x="683" y="541"/>
                      <a:pt x="850" y="364"/>
                      <a:pt x="1016" y="186"/>
                    </a:cubicBezTo>
                    <a:cubicBezTo>
                      <a:pt x="1064" y="135"/>
                      <a:pt x="1124" y="91"/>
                      <a:pt x="1121" y="4"/>
                    </a:cubicBezTo>
                    <a:cubicBezTo>
                      <a:pt x="1108" y="2"/>
                      <a:pt x="1096" y="0"/>
                      <a:pt x="1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3">
                <a:extLst>
                  <a:ext uri="{FF2B5EF4-FFF2-40B4-BE49-F238E27FC236}">
                    <a16:creationId xmlns:a16="http://schemas.microsoft.com/office/drawing/2014/main" id="{0375ED7D-72F3-00D9-C40E-5EB3536CDF7B}"/>
                  </a:ext>
                </a:extLst>
              </p:cNvPr>
              <p:cNvSpPr/>
              <p:nvPr/>
            </p:nvSpPr>
            <p:spPr>
              <a:xfrm>
                <a:off x="1167825" y="1587750"/>
                <a:ext cx="42900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655" extrusionOk="0">
                    <a:moveTo>
                      <a:pt x="1691" y="1"/>
                    </a:moveTo>
                    <a:lnTo>
                      <a:pt x="1691" y="1"/>
                    </a:lnTo>
                    <a:cubicBezTo>
                      <a:pt x="1406" y="112"/>
                      <a:pt x="1124" y="215"/>
                      <a:pt x="846" y="331"/>
                    </a:cubicBezTo>
                    <a:cubicBezTo>
                      <a:pt x="572" y="445"/>
                      <a:pt x="264" y="469"/>
                      <a:pt x="0" y="620"/>
                    </a:cubicBezTo>
                    <a:cubicBezTo>
                      <a:pt x="31" y="642"/>
                      <a:pt x="58" y="655"/>
                      <a:pt x="83" y="655"/>
                    </a:cubicBezTo>
                    <a:cubicBezTo>
                      <a:pt x="88" y="655"/>
                      <a:pt x="93" y="654"/>
                      <a:pt x="98" y="653"/>
                    </a:cubicBezTo>
                    <a:cubicBezTo>
                      <a:pt x="621" y="560"/>
                      <a:pt x="1112" y="361"/>
                      <a:pt x="1601" y="161"/>
                    </a:cubicBezTo>
                    <a:cubicBezTo>
                      <a:pt x="1654" y="140"/>
                      <a:pt x="1715" y="110"/>
                      <a:pt x="16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3">
                <a:extLst>
                  <a:ext uri="{FF2B5EF4-FFF2-40B4-BE49-F238E27FC236}">
                    <a16:creationId xmlns:a16="http://schemas.microsoft.com/office/drawing/2014/main" id="{D98E6195-463C-3F6B-B1AC-546FAC06F34B}"/>
                  </a:ext>
                </a:extLst>
              </p:cNvPr>
              <p:cNvSpPr/>
              <p:nvPr/>
            </p:nvSpPr>
            <p:spPr>
              <a:xfrm>
                <a:off x="1136125" y="1437050"/>
                <a:ext cx="2035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69" extrusionOk="0">
                    <a:moveTo>
                      <a:pt x="392" y="0"/>
                    </a:moveTo>
                    <a:cubicBezTo>
                      <a:pt x="238" y="0"/>
                      <a:pt x="93" y="24"/>
                      <a:pt x="0" y="69"/>
                    </a:cubicBezTo>
                    <a:lnTo>
                      <a:pt x="814" y="69"/>
                    </a:lnTo>
                    <a:cubicBezTo>
                      <a:pt x="691" y="22"/>
                      <a:pt x="538" y="0"/>
                      <a:pt x="3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135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1"/>
          <p:cNvSpPr txBox="1">
            <a:spLocks noGrp="1"/>
          </p:cNvSpPr>
          <p:nvPr>
            <p:ph type="title"/>
          </p:nvPr>
        </p:nvSpPr>
        <p:spPr>
          <a:xfrm>
            <a:off x="3796653" y="370200"/>
            <a:ext cx="4874907" cy="16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-GB" dirty="0"/>
              <a:t>Real-Time Demo &amp; Applications</a:t>
            </a:r>
            <a:endParaRPr dirty="0"/>
          </a:p>
        </p:txBody>
      </p:sp>
      <p:sp>
        <p:nvSpPr>
          <p:cNvPr id="479" name="Google Shape;479;p41"/>
          <p:cNvSpPr txBox="1">
            <a:spLocks noGrp="1"/>
          </p:cNvSpPr>
          <p:nvPr>
            <p:ph type="body" idx="1"/>
          </p:nvPr>
        </p:nvSpPr>
        <p:spPr>
          <a:xfrm>
            <a:off x="3978272" y="1656900"/>
            <a:ext cx="4800599" cy="261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dirty="0"/>
              <a:t> -</a:t>
            </a:r>
            <a:r>
              <a:rPr lang="en-GB" dirty="0"/>
              <a:t>Capture live hand gestures using a camera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dirty="0"/>
              <a:t> -</a:t>
            </a:r>
            <a:r>
              <a:rPr lang="en-GB" dirty="0"/>
              <a:t>Predict gestures in real-time with the trained model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 applications: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Control a mouse or presentations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Interact with VR environments 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 Accessibility tools for people with speech difficulties .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CB2E81-BD20-40C7-4406-C2FEA65CCAB7}"/>
              </a:ext>
            </a:extLst>
          </p:cNvPr>
          <p:cNvSpPr/>
          <p:nvPr/>
        </p:nvSpPr>
        <p:spPr>
          <a:xfrm>
            <a:off x="488944" y="453390"/>
            <a:ext cx="3216900" cy="42367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E6611-3C61-4DAB-2A1F-D96A62B57F5E}"/>
              </a:ext>
            </a:extLst>
          </p:cNvPr>
          <p:cNvSpPr txBox="1"/>
          <p:nvPr/>
        </p:nvSpPr>
        <p:spPr>
          <a:xfrm>
            <a:off x="1523818" y="2170451"/>
            <a:ext cx="1668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Screenshot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3509-2E4D-6AFB-4638-3BDAE0A5E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953" y="1885921"/>
            <a:ext cx="3216900" cy="1621800"/>
          </a:xfrm>
        </p:spPr>
        <p:txBody>
          <a:bodyPr/>
          <a:lstStyle/>
          <a:p>
            <a:r>
              <a:rPr lang="en-US" dirty="0"/>
              <a:t>Video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14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FBF1280D-8827-D545-0A50-76B97180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>
            <a:extLst>
              <a:ext uri="{FF2B5EF4-FFF2-40B4-BE49-F238E27FC236}">
                <a16:creationId xmlns:a16="http://schemas.microsoft.com/office/drawing/2014/main" id="{85DA5EA3-587A-52BA-E191-8911003ED7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9906" y="2020890"/>
            <a:ext cx="7244936" cy="20254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ML FLOW WORKFLOW OVERVIEW</a:t>
            </a:r>
            <a:endParaRPr lang="en-GB" dirty="0"/>
          </a:p>
        </p:txBody>
      </p:sp>
      <p:sp>
        <p:nvSpPr>
          <p:cNvPr id="256" name="Google Shape;256;p33">
            <a:extLst>
              <a:ext uri="{FF2B5EF4-FFF2-40B4-BE49-F238E27FC236}">
                <a16:creationId xmlns:a16="http://schemas.microsoft.com/office/drawing/2014/main" id="{7F8118A8-C980-75AD-73FB-D8833615107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552274" y="1030822"/>
            <a:ext cx="4360200" cy="11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</a:t>
            </a:r>
            <a:r>
              <a:rPr lang="en-US" dirty="0"/>
              <a:t>4</a:t>
            </a:r>
            <a:r>
              <a:rPr lang="en" dirty="0" smtClean="0"/>
              <a:t>.</a:t>
            </a:r>
            <a:endParaRPr dirty="0"/>
          </a:p>
        </p:txBody>
      </p:sp>
      <p:sp>
        <p:nvSpPr>
          <p:cNvPr id="258" name="Google Shape;258;p33">
            <a:extLst>
              <a:ext uri="{FF2B5EF4-FFF2-40B4-BE49-F238E27FC236}">
                <a16:creationId xmlns:a16="http://schemas.microsoft.com/office/drawing/2014/main" id="{5018F68B-6EB1-41AD-634C-0AC9A93C9615}"/>
              </a:ext>
            </a:extLst>
          </p:cNvPr>
          <p:cNvSpPr/>
          <p:nvPr/>
        </p:nvSpPr>
        <p:spPr>
          <a:xfrm>
            <a:off x="983696" y="677981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59" name="Google Shape;259;p33">
            <a:extLst>
              <a:ext uri="{FF2B5EF4-FFF2-40B4-BE49-F238E27FC236}">
                <a16:creationId xmlns:a16="http://schemas.microsoft.com/office/drawing/2014/main" id="{E7F5C616-5554-3461-BF6E-076802B8D0E5}"/>
              </a:ext>
            </a:extLst>
          </p:cNvPr>
          <p:cNvGrpSpPr/>
          <p:nvPr/>
        </p:nvGrpSpPr>
        <p:grpSpPr>
          <a:xfrm>
            <a:off x="1183311" y="657211"/>
            <a:ext cx="709869" cy="1150641"/>
            <a:chOff x="2824954" y="566857"/>
            <a:chExt cx="840579" cy="1362512"/>
          </a:xfrm>
        </p:grpSpPr>
        <p:sp>
          <p:nvSpPr>
            <p:cNvPr id="260" name="Google Shape;260;p33">
              <a:extLst>
                <a:ext uri="{FF2B5EF4-FFF2-40B4-BE49-F238E27FC236}">
                  <a16:creationId xmlns:a16="http://schemas.microsoft.com/office/drawing/2014/main" id="{D1F3333D-BD5C-0E1A-20E4-129B9CBF4970}"/>
                </a:ext>
              </a:extLst>
            </p:cNvPr>
            <p:cNvSpPr/>
            <p:nvPr/>
          </p:nvSpPr>
          <p:spPr>
            <a:xfrm>
              <a:off x="2824954" y="566873"/>
              <a:ext cx="840579" cy="1362495"/>
            </a:xfrm>
            <a:custGeom>
              <a:avLst/>
              <a:gdLst/>
              <a:ahLst/>
              <a:cxnLst/>
              <a:rect l="l" t="t" r="r" b="b"/>
              <a:pathLst>
                <a:path w="11894" h="19279" extrusionOk="0">
                  <a:moveTo>
                    <a:pt x="6832" y="0"/>
                  </a:moveTo>
                  <a:cubicBezTo>
                    <a:pt x="6498" y="0"/>
                    <a:pt x="6204" y="90"/>
                    <a:pt x="5968" y="349"/>
                  </a:cubicBezTo>
                  <a:cubicBezTo>
                    <a:pt x="5961" y="358"/>
                    <a:pt x="5944" y="358"/>
                    <a:pt x="5923" y="364"/>
                  </a:cubicBezTo>
                  <a:cubicBezTo>
                    <a:pt x="5845" y="313"/>
                    <a:pt x="5767" y="245"/>
                    <a:pt x="5678" y="206"/>
                  </a:cubicBezTo>
                  <a:cubicBezTo>
                    <a:pt x="5522" y="136"/>
                    <a:pt x="5363" y="41"/>
                    <a:pt x="5200" y="29"/>
                  </a:cubicBezTo>
                  <a:cubicBezTo>
                    <a:pt x="5030" y="16"/>
                    <a:pt x="4858" y="5"/>
                    <a:pt x="4687" y="5"/>
                  </a:cubicBezTo>
                  <a:cubicBezTo>
                    <a:pt x="4494" y="5"/>
                    <a:pt x="4301" y="19"/>
                    <a:pt x="4111" y="59"/>
                  </a:cubicBezTo>
                  <a:cubicBezTo>
                    <a:pt x="3731" y="142"/>
                    <a:pt x="3357" y="241"/>
                    <a:pt x="3141" y="614"/>
                  </a:cubicBezTo>
                  <a:cubicBezTo>
                    <a:pt x="3108" y="672"/>
                    <a:pt x="3061" y="694"/>
                    <a:pt x="3006" y="694"/>
                  </a:cubicBezTo>
                  <a:cubicBezTo>
                    <a:pt x="2983" y="694"/>
                    <a:pt x="2959" y="690"/>
                    <a:pt x="2934" y="683"/>
                  </a:cubicBezTo>
                  <a:cubicBezTo>
                    <a:pt x="2889" y="671"/>
                    <a:pt x="2846" y="653"/>
                    <a:pt x="2802" y="638"/>
                  </a:cubicBezTo>
                  <a:cubicBezTo>
                    <a:pt x="2506" y="539"/>
                    <a:pt x="2211" y="489"/>
                    <a:pt x="1916" y="489"/>
                  </a:cubicBezTo>
                  <a:cubicBezTo>
                    <a:pt x="1619" y="489"/>
                    <a:pt x="1323" y="539"/>
                    <a:pt x="1026" y="638"/>
                  </a:cubicBezTo>
                  <a:cubicBezTo>
                    <a:pt x="694" y="749"/>
                    <a:pt x="299" y="1276"/>
                    <a:pt x="289" y="1624"/>
                  </a:cubicBezTo>
                  <a:cubicBezTo>
                    <a:pt x="287" y="1663"/>
                    <a:pt x="304" y="1702"/>
                    <a:pt x="302" y="1741"/>
                  </a:cubicBezTo>
                  <a:cubicBezTo>
                    <a:pt x="299" y="1881"/>
                    <a:pt x="308" y="2020"/>
                    <a:pt x="286" y="2155"/>
                  </a:cubicBezTo>
                  <a:cubicBezTo>
                    <a:pt x="223" y="2535"/>
                    <a:pt x="148" y="2911"/>
                    <a:pt x="76" y="3288"/>
                  </a:cubicBezTo>
                  <a:cubicBezTo>
                    <a:pt x="14" y="3599"/>
                    <a:pt x="32" y="3908"/>
                    <a:pt x="98" y="4215"/>
                  </a:cubicBezTo>
                  <a:cubicBezTo>
                    <a:pt x="179" y="4589"/>
                    <a:pt x="170" y="4964"/>
                    <a:pt x="142" y="5344"/>
                  </a:cubicBezTo>
                  <a:cubicBezTo>
                    <a:pt x="86" y="6089"/>
                    <a:pt x="34" y="6838"/>
                    <a:pt x="13" y="7585"/>
                  </a:cubicBezTo>
                  <a:cubicBezTo>
                    <a:pt x="1" y="7975"/>
                    <a:pt x="25" y="8372"/>
                    <a:pt x="92" y="8754"/>
                  </a:cubicBezTo>
                  <a:cubicBezTo>
                    <a:pt x="263" y="9723"/>
                    <a:pt x="565" y="10657"/>
                    <a:pt x="967" y="11555"/>
                  </a:cubicBezTo>
                  <a:cubicBezTo>
                    <a:pt x="1104" y="11860"/>
                    <a:pt x="1248" y="12159"/>
                    <a:pt x="1566" y="12315"/>
                  </a:cubicBezTo>
                  <a:lnTo>
                    <a:pt x="1566" y="12408"/>
                  </a:lnTo>
                  <a:cubicBezTo>
                    <a:pt x="1549" y="13555"/>
                    <a:pt x="1519" y="14702"/>
                    <a:pt x="1524" y="15848"/>
                  </a:cubicBezTo>
                  <a:cubicBezTo>
                    <a:pt x="1527" y="16666"/>
                    <a:pt x="1459" y="17476"/>
                    <a:pt x="1402" y="18289"/>
                  </a:cubicBezTo>
                  <a:cubicBezTo>
                    <a:pt x="1398" y="18337"/>
                    <a:pt x="1429" y="18409"/>
                    <a:pt x="1468" y="18438"/>
                  </a:cubicBezTo>
                  <a:cubicBezTo>
                    <a:pt x="1612" y="18544"/>
                    <a:pt x="1756" y="18660"/>
                    <a:pt x="1917" y="18726"/>
                  </a:cubicBezTo>
                  <a:cubicBezTo>
                    <a:pt x="2179" y="18836"/>
                    <a:pt x="2451" y="18938"/>
                    <a:pt x="2729" y="18990"/>
                  </a:cubicBezTo>
                  <a:cubicBezTo>
                    <a:pt x="3275" y="19092"/>
                    <a:pt x="3827" y="19164"/>
                    <a:pt x="4378" y="19238"/>
                  </a:cubicBezTo>
                  <a:cubicBezTo>
                    <a:pt x="4577" y="19265"/>
                    <a:pt x="4778" y="19278"/>
                    <a:pt x="4978" y="19278"/>
                  </a:cubicBezTo>
                  <a:cubicBezTo>
                    <a:pt x="5242" y="19278"/>
                    <a:pt x="5505" y="19255"/>
                    <a:pt x="5765" y="19211"/>
                  </a:cubicBezTo>
                  <a:cubicBezTo>
                    <a:pt x="6255" y="19127"/>
                    <a:pt x="6738" y="19011"/>
                    <a:pt x="7221" y="18894"/>
                  </a:cubicBezTo>
                  <a:cubicBezTo>
                    <a:pt x="7528" y="18819"/>
                    <a:pt x="7832" y="18720"/>
                    <a:pt x="8135" y="18625"/>
                  </a:cubicBezTo>
                  <a:cubicBezTo>
                    <a:pt x="8403" y="18541"/>
                    <a:pt x="8562" y="18373"/>
                    <a:pt x="8553" y="18073"/>
                  </a:cubicBezTo>
                  <a:cubicBezTo>
                    <a:pt x="8550" y="18001"/>
                    <a:pt x="8576" y="17929"/>
                    <a:pt x="8577" y="17857"/>
                  </a:cubicBezTo>
                  <a:cubicBezTo>
                    <a:pt x="8594" y="16969"/>
                    <a:pt x="8613" y="16081"/>
                    <a:pt x="8621" y="15192"/>
                  </a:cubicBezTo>
                  <a:cubicBezTo>
                    <a:pt x="8625" y="14636"/>
                    <a:pt x="8615" y="14079"/>
                    <a:pt x="8606" y="13521"/>
                  </a:cubicBezTo>
                  <a:cubicBezTo>
                    <a:pt x="8598" y="13011"/>
                    <a:pt x="8583" y="12501"/>
                    <a:pt x="8570" y="11991"/>
                  </a:cubicBezTo>
                  <a:cubicBezTo>
                    <a:pt x="8567" y="11911"/>
                    <a:pt x="8598" y="11859"/>
                    <a:pt x="8652" y="11801"/>
                  </a:cubicBezTo>
                  <a:cubicBezTo>
                    <a:pt x="8774" y="11671"/>
                    <a:pt x="8885" y="11530"/>
                    <a:pt x="8993" y="11387"/>
                  </a:cubicBezTo>
                  <a:cubicBezTo>
                    <a:pt x="9239" y="11059"/>
                    <a:pt x="9463" y="10712"/>
                    <a:pt x="9725" y="10399"/>
                  </a:cubicBezTo>
                  <a:cubicBezTo>
                    <a:pt x="10099" y="9959"/>
                    <a:pt x="10499" y="9542"/>
                    <a:pt x="10889" y="9117"/>
                  </a:cubicBezTo>
                  <a:cubicBezTo>
                    <a:pt x="11311" y="8658"/>
                    <a:pt x="11635" y="8137"/>
                    <a:pt x="11860" y="7558"/>
                  </a:cubicBezTo>
                  <a:cubicBezTo>
                    <a:pt x="11878" y="7515"/>
                    <a:pt x="11893" y="7468"/>
                    <a:pt x="11893" y="7423"/>
                  </a:cubicBezTo>
                  <a:cubicBezTo>
                    <a:pt x="11884" y="7080"/>
                    <a:pt x="11893" y="6738"/>
                    <a:pt x="11790" y="6400"/>
                  </a:cubicBezTo>
                  <a:cubicBezTo>
                    <a:pt x="11641" y="5912"/>
                    <a:pt x="11509" y="5419"/>
                    <a:pt x="11398" y="4922"/>
                  </a:cubicBezTo>
                  <a:cubicBezTo>
                    <a:pt x="11325" y="4587"/>
                    <a:pt x="11295" y="4242"/>
                    <a:pt x="11254" y="3900"/>
                  </a:cubicBezTo>
                  <a:cubicBezTo>
                    <a:pt x="11229" y="3680"/>
                    <a:pt x="11136" y="3527"/>
                    <a:pt x="10907" y="3474"/>
                  </a:cubicBezTo>
                  <a:cubicBezTo>
                    <a:pt x="10856" y="3462"/>
                    <a:pt x="10808" y="3437"/>
                    <a:pt x="10760" y="3416"/>
                  </a:cubicBezTo>
                  <a:cubicBezTo>
                    <a:pt x="10677" y="3380"/>
                    <a:pt x="10596" y="3363"/>
                    <a:pt x="10517" y="3363"/>
                  </a:cubicBezTo>
                  <a:cubicBezTo>
                    <a:pt x="10391" y="3363"/>
                    <a:pt x="10271" y="3405"/>
                    <a:pt x="10154" y="3482"/>
                  </a:cubicBezTo>
                  <a:cubicBezTo>
                    <a:pt x="10096" y="3522"/>
                    <a:pt x="10037" y="3564"/>
                    <a:pt x="9958" y="3621"/>
                  </a:cubicBezTo>
                  <a:cubicBezTo>
                    <a:pt x="9851" y="3387"/>
                    <a:pt x="9926" y="3188"/>
                    <a:pt x="9979" y="2983"/>
                  </a:cubicBezTo>
                  <a:cubicBezTo>
                    <a:pt x="10012" y="2851"/>
                    <a:pt x="10133" y="2850"/>
                    <a:pt x="10220" y="2802"/>
                  </a:cubicBezTo>
                  <a:cubicBezTo>
                    <a:pt x="10450" y="2677"/>
                    <a:pt x="10676" y="2209"/>
                    <a:pt x="10628" y="1951"/>
                  </a:cubicBezTo>
                  <a:cubicBezTo>
                    <a:pt x="10622" y="1926"/>
                    <a:pt x="10616" y="1899"/>
                    <a:pt x="10607" y="1875"/>
                  </a:cubicBezTo>
                  <a:cubicBezTo>
                    <a:pt x="10463" y="1542"/>
                    <a:pt x="10270" y="1243"/>
                    <a:pt x="9986" y="1012"/>
                  </a:cubicBezTo>
                  <a:cubicBezTo>
                    <a:pt x="9797" y="856"/>
                    <a:pt x="9582" y="779"/>
                    <a:pt x="9347" y="779"/>
                  </a:cubicBezTo>
                  <a:cubicBezTo>
                    <a:pt x="9301" y="779"/>
                    <a:pt x="9254" y="782"/>
                    <a:pt x="9206" y="788"/>
                  </a:cubicBezTo>
                  <a:cubicBezTo>
                    <a:pt x="9129" y="797"/>
                    <a:pt x="9051" y="800"/>
                    <a:pt x="8981" y="805"/>
                  </a:cubicBezTo>
                  <a:cubicBezTo>
                    <a:pt x="8961" y="772"/>
                    <a:pt x="8946" y="757"/>
                    <a:pt x="8940" y="739"/>
                  </a:cubicBezTo>
                  <a:cubicBezTo>
                    <a:pt x="8867" y="484"/>
                    <a:pt x="8679" y="362"/>
                    <a:pt x="8441" y="274"/>
                  </a:cubicBezTo>
                  <a:cubicBezTo>
                    <a:pt x="7949" y="92"/>
                    <a:pt x="7441" y="25"/>
                    <a:pt x="6921" y="2"/>
                  </a:cubicBezTo>
                  <a:cubicBezTo>
                    <a:pt x="6891" y="1"/>
                    <a:pt x="6861" y="0"/>
                    <a:pt x="6832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33">
              <a:extLst>
                <a:ext uri="{FF2B5EF4-FFF2-40B4-BE49-F238E27FC236}">
                  <a16:creationId xmlns:a16="http://schemas.microsoft.com/office/drawing/2014/main" id="{691304C0-3FA4-D8F6-2651-10A303EAE6C6}"/>
                </a:ext>
              </a:extLst>
            </p:cNvPr>
            <p:cNvGrpSpPr/>
            <p:nvPr/>
          </p:nvGrpSpPr>
          <p:grpSpPr>
            <a:xfrm>
              <a:off x="2824967" y="566857"/>
              <a:ext cx="840508" cy="1362495"/>
              <a:chOff x="1683825" y="1246400"/>
              <a:chExt cx="297325" cy="481975"/>
            </a:xfrm>
          </p:grpSpPr>
          <p:sp>
            <p:nvSpPr>
              <p:cNvPr id="262" name="Google Shape;262;p33">
                <a:extLst>
                  <a:ext uri="{FF2B5EF4-FFF2-40B4-BE49-F238E27FC236}">
                    <a16:creationId xmlns:a16="http://schemas.microsoft.com/office/drawing/2014/main" id="{75C6A7B3-C399-E2E8-217B-1D7034489DD9}"/>
                  </a:ext>
                </a:extLst>
              </p:cNvPr>
              <p:cNvSpPr/>
              <p:nvPr/>
            </p:nvSpPr>
            <p:spPr>
              <a:xfrm>
                <a:off x="1834525" y="1250625"/>
                <a:ext cx="73150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1877" extrusionOk="0">
                    <a:moveTo>
                      <a:pt x="995" y="0"/>
                    </a:moveTo>
                    <a:cubicBezTo>
                      <a:pt x="969" y="0"/>
                      <a:pt x="943" y="1"/>
                      <a:pt x="916" y="1"/>
                    </a:cubicBezTo>
                    <a:cubicBezTo>
                      <a:pt x="854" y="1"/>
                      <a:pt x="792" y="3"/>
                      <a:pt x="731" y="3"/>
                    </a:cubicBezTo>
                    <a:cubicBezTo>
                      <a:pt x="700" y="3"/>
                      <a:pt x="669" y="2"/>
                      <a:pt x="639" y="1"/>
                    </a:cubicBezTo>
                    <a:cubicBezTo>
                      <a:pt x="631" y="1"/>
                      <a:pt x="623" y="1"/>
                      <a:pt x="616" y="1"/>
                    </a:cubicBezTo>
                    <a:cubicBezTo>
                      <a:pt x="405" y="1"/>
                      <a:pt x="240" y="101"/>
                      <a:pt x="94" y="244"/>
                    </a:cubicBezTo>
                    <a:cubicBezTo>
                      <a:pt x="19" y="319"/>
                      <a:pt x="1" y="388"/>
                      <a:pt x="40" y="492"/>
                    </a:cubicBezTo>
                    <a:cubicBezTo>
                      <a:pt x="127" y="724"/>
                      <a:pt x="152" y="964"/>
                      <a:pt x="100" y="1214"/>
                    </a:cubicBezTo>
                    <a:cubicBezTo>
                      <a:pt x="58" y="1416"/>
                      <a:pt x="88" y="1470"/>
                      <a:pt x="294" y="1535"/>
                    </a:cubicBezTo>
                    <a:cubicBezTo>
                      <a:pt x="609" y="1634"/>
                      <a:pt x="931" y="1707"/>
                      <a:pt x="1248" y="1803"/>
                    </a:cubicBezTo>
                    <a:cubicBezTo>
                      <a:pt x="1417" y="1856"/>
                      <a:pt x="1586" y="1877"/>
                      <a:pt x="1755" y="1877"/>
                    </a:cubicBezTo>
                    <a:cubicBezTo>
                      <a:pt x="1952" y="1877"/>
                      <a:pt x="2149" y="1848"/>
                      <a:pt x="2346" y="1808"/>
                    </a:cubicBezTo>
                    <a:cubicBezTo>
                      <a:pt x="2462" y="1784"/>
                      <a:pt x="2561" y="1728"/>
                      <a:pt x="2616" y="1623"/>
                    </a:cubicBezTo>
                    <a:cubicBezTo>
                      <a:pt x="2688" y="1484"/>
                      <a:pt x="2769" y="1343"/>
                      <a:pt x="2808" y="1193"/>
                    </a:cubicBezTo>
                    <a:cubicBezTo>
                      <a:pt x="2925" y="745"/>
                      <a:pt x="2712" y="379"/>
                      <a:pt x="2277" y="232"/>
                    </a:cubicBezTo>
                    <a:cubicBezTo>
                      <a:pt x="1861" y="93"/>
                      <a:pt x="1437" y="0"/>
                      <a:pt x="995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3">
                <a:extLst>
                  <a:ext uri="{FF2B5EF4-FFF2-40B4-BE49-F238E27FC236}">
                    <a16:creationId xmlns:a16="http://schemas.microsoft.com/office/drawing/2014/main" id="{CAE93CC1-C452-B45D-34DC-08ABC162C9B7}"/>
                  </a:ext>
                </a:extLst>
              </p:cNvPr>
              <p:cNvSpPr/>
              <p:nvPr/>
            </p:nvSpPr>
            <p:spPr>
              <a:xfrm>
                <a:off x="1894175" y="1269575"/>
                <a:ext cx="5310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820" extrusionOk="0">
                    <a:moveTo>
                      <a:pt x="906" y="1"/>
                    </a:moveTo>
                    <a:cubicBezTo>
                      <a:pt x="899" y="1"/>
                      <a:pt x="892" y="1"/>
                      <a:pt x="884" y="1"/>
                    </a:cubicBezTo>
                    <a:cubicBezTo>
                      <a:pt x="659" y="7"/>
                      <a:pt x="635" y="46"/>
                      <a:pt x="607" y="266"/>
                    </a:cubicBezTo>
                    <a:cubicBezTo>
                      <a:pt x="563" y="619"/>
                      <a:pt x="455" y="940"/>
                      <a:pt x="136" y="1146"/>
                    </a:cubicBezTo>
                    <a:cubicBezTo>
                      <a:pt x="103" y="1167"/>
                      <a:pt x="71" y="1191"/>
                      <a:pt x="1" y="1240"/>
                    </a:cubicBezTo>
                    <a:cubicBezTo>
                      <a:pt x="98" y="1320"/>
                      <a:pt x="152" y="1377"/>
                      <a:pt x="217" y="1414"/>
                    </a:cubicBezTo>
                    <a:cubicBezTo>
                      <a:pt x="359" y="1498"/>
                      <a:pt x="508" y="1572"/>
                      <a:pt x="653" y="1650"/>
                    </a:cubicBezTo>
                    <a:cubicBezTo>
                      <a:pt x="864" y="1765"/>
                      <a:pt x="1083" y="1820"/>
                      <a:pt x="1320" y="1820"/>
                    </a:cubicBezTo>
                    <a:cubicBezTo>
                      <a:pt x="1346" y="1820"/>
                      <a:pt x="1372" y="1819"/>
                      <a:pt x="1399" y="1818"/>
                    </a:cubicBezTo>
                    <a:cubicBezTo>
                      <a:pt x="1650" y="1807"/>
                      <a:pt x="1852" y="1728"/>
                      <a:pt x="1971" y="1495"/>
                    </a:cubicBezTo>
                    <a:cubicBezTo>
                      <a:pt x="2100" y="1248"/>
                      <a:pt x="2124" y="1005"/>
                      <a:pt x="1951" y="766"/>
                    </a:cubicBezTo>
                    <a:cubicBezTo>
                      <a:pt x="1897" y="691"/>
                      <a:pt x="1852" y="609"/>
                      <a:pt x="1803" y="531"/>
                    </a:cubicBezTo>
                    <a:cubicBezTo>
                      <a:pt x="1671" y="323"/>
                      <a:pt x="1497" y="158"/>
                      <a:pt x="1270" y="68"/>
                    </a:cubicBezTo>
                    <a:cubicBezTo>
                      <a:pt x="1157" y="24"/>
                      <a:pt x="1029" y="1"/>
                      <a:pt x="906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3">
                <a:extLst>
                  <a:ext uri="{FF2B5EF4-FFF2-40B4-BE49-F238E27FC236}">
                    <a16:creationId xmlns:a16="http://schemas.microsoft.com/office/drawing/2014/main" id="{378DE65A-7CCF-9DEA-B3B2-A0AD4D0CFC4D}"/>
                  </a:ext>
                </a:extLst>
              </p:cNvPr>
              <p:cNvSpPr/>
              <p:nvPr/>
            </p:nvSpPr>
            <p:spPr>
              <a:xfrm>
                <a:off x="1686900" y="1291450"/>
                <a:ext cx="290500" cy="432775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7311" extrusionOk="0">
                    <a:moveTo>
                      <a:pt x="2096" y="521"/>
                    </a:moveTo>
                    <a:lnTo>
                      <a:pt x="2096" y="521"/>
                    </a:lnTo>
                    <a:cubicBezTo>
                      <a:pt x="1951" y="672"/>
                      <a:pt x="1723" y="754"/>
                      <a:pt x="1509" y="754"/>
                    </a:cubicBezTo>
                    <a:cubicBezTo>
                      <a:pt x="1343" y="754"/>
                      <a:pt x="1185" y="705"/>
                      <a:pt x="1082" y="601"/>
                    </a:cubicBezTo>
                    <a:lnTo>
                      <a:pt x="1082" y="601"/>
                    </a:lnTo>
                    <a:cubicBezTo>
                      <a:pt x="1220" y="615"/>
                      <a:pt x="1358" y="627"/>
                      <a:pt x="1494" y="627"/>
                    </a:cubicBezTo>
                    <a:cubicBezTo>
                      <a:pt x="1698" y="627"/>
                      <a:pt x="1899" y="601"/>
                      <a:pt x="2096" y="521"/>
                    </a:cubicBezTo>
                    <a:close/>
                    <a:moveTo>
                      <a:pt x="4372" y="907"/>
                    </a:moveTo>
                    <a:cubicBezTo>
                      <a:pt x="4412" y="910"/>
                      <a:pt x="4451" y="913"/>
                      <a:pt x="4491" y="916"/>
                    </a:cubicBezTo>
                    <a:lnTo>
                      <a:pt x="4491" y="949"/>
                    </a:lnTo>
                    <a:cubicBezTo>
                      <a:pt x="4451" y="950"/>
                      <a:pt x="4410" y="952"/>
                      <a:pt x="4369" y="953"/>
                    </a:cubicBezTo>
                    <a:cubicBezTo>
                      <a:pt x="4369" y="938"/>
                      <a:pt x="4371" y="922"/>
                      <a:pt x="4372" y="907"/>
                    </a:cubicBezTo>
                    <a:close/>
                    <a:moveTo>
                      <a:pt x="5376" y="2687"/>
                    </a:moveTo>
                    <a:cubicBezTo>
                      <a:pt x="5419" y="2687"/>
                      <a:pt x="5463" y="2691"/>
                      <a:pt x="5507" y="2698"/>
                    </a:cubicBezTo>
                    <a:cubicBezTo>
                      <a:pt x="5370" y="2765"/>
                      <a:pt x="5224" y="2783"/>
                      <a:pt x="5076" y="2783"/>
                    </a:cubicBezTo>
                    <a:cubicBezTo>
                      <a:pt x="5045" y="2783"/>
                      <a:pt x="5013" y="2782"/>
                      <a:pt x="4982" y="2781"/>
                    </a:cubicBezTo>
                    <a:cubicBezTo>
                      <a:pt x="5109" y="2723"/>
                      <a:pt x="5240" y="2687"/>
                      <a:pt x="5376" y="2687"/>
                    </a:cubicBezTo>
                    <a:close/>
                    <a:moveTo>
                      <a:pt x="5888" y="2339"/>
                    </a:moveTo>
                    <a:cubicBezTo>
                      <a:pt x="5984" y="2339"/>
                      <a:pt x="6079" y="2340"/>
                      <a:pt x="6175" y="2340"/>
                    </a:cubicBezTo>
                    <a:cubicBezTo>
                      <a:pt x="6260" y="2340"/>
                      <a:pt x="6346" y="2370"/>
                      <a:pt x="6464" y="2392"/>
                    </a:cubicBezTo>
                    <a:cubicBezTo>
                      <a:pt x="5991" y="2418"/>
                      <a:pt x="5555" y="2427"/>
                      <a:pt x="5123" y="2470"/>
                    </a:cubicBezTo>
                    <a:cubicBezTo>
                      <a:pt x="4692" y="2514"/>
                      <a:pt x="4266" y="2610"/>
                      <a:pt x="3838" y="2814"/>
                    </a:cubicBezTo>
                    <a:cubicBezTo>
                      <a:pt x="3880" y="2658"/>
                      <a:pt x="3975" y="2628"/>
                      <a:pt x="4063" y="2595"/>
                    </a:cubicBezTo>
                    <a:cubicBezTo>
                      <a:pt x="4407" y="2472"/>
                      <a:pt x="4761" y="2385"/>
                      <a:pt x="5124" y="2359"/>
                    </a:cubicBezTo>
                    <a:cubicBezTo>
                      <a:pt x="5377" y="2342"/>
                      <a:pt x="5633" y="2339"/>
                      <a:pt x="5888" y="2339"/>
                    </a:cubicBezTo>
                    <a:close/>
                    <a:moveTo>
                      <a:pt x="5645" y="1735"/>
                    </a:moveTo>
                    <a:cubicBezTo>
                      <a:pt x="5802" y="1735"/>
                      <a:pt x="5959" y="1741"/>
                      <a:pt x="6118" y="1756"/>
                    </a:cubicBezTo>
                    <a:cubicBezTo>
                      <a:pt x="6397" y="1782"/>
                      <a:pt x="6955" y="1911"/>
                      <a:pt x="7172" y="2032"/>
                    </a:cubicBezTo>
                    <a:cubicBezTo>
                      <a:pt x="7030" y="2005"/>
                      <a:pt x="6886" y="1989"/>
                      <a:pt x="6746" y="1951"/>
                    </a:cubicBezTo>
                    <a:cubicBezTo>
                      <a:pt x="6412" y="1858"/>
                      <a:pt x="6073" y="1816"/>
                      <a:pt x="5729" y="1816"/>
                    </a:cubicBezTo>
                    <a:cubicBezTo>
                      <a:pt x="5695" y="1816"/>
                      <a:pt x="5661" y="1817"/>
                      <a:pt x="5627" y="1818"/>
                    </a:cubicBezTo>
                    <a:cubicBezTo>
                      <a:pt x="4869" y="1836"/>
                      <a:pt x="4123" y="1936"/>
                      <a:pt x="3403" y="2182"/>
                    </a:cubicBezTo>
                    <a:cubicBezTo>
                      <a:pt x="2994" y="2320"/>
                      <a:pt x="2611" y="2514"/>
                      <a:pt x="2252" y="2755"/>
                    </a:cubicBezTo>
                    <a:cubicBezTo>
                      <a:pt x="2210" y="2782"/>
                      <a:pt x="2165" y="2805"/>
                      <a:pt x="2120" y="2832"/>
                    </a:cubicBezTo>
                    <a:cubicBezTo>
                      <a:pt x="2074" y="2746"/>
                      <a:pt x="2120" y="2703"/>
                      <a:pt x="2168" y="2668"/>
                    </a:cubicBezTo>
                    <a:cubicBezTo>
                      <a:pt x="2263" y="2598"/>
                      <a:pt x="2359" y="2526"/>
                      <a:pt x="2462" y="2467"/>
                    </a:cubicBezTo>
                    <a:cubicBezTo>
                      <a:pt x="2974" y="2178"/>
                      <a:pt x="3526" y="2004"/>
                      <a:pt x="4104" y="1900"/>
                    </a:cubicBezTo>
                    <a:cubicBezTo>
                      <a:pt x="4615" y="1807"/>
                      <a:pt x="5127" y="1735"/>
                      <a:pt x="5645" y="1735"/>
                    </a:cubicBezTo>
                    <a:close/>
                    <a:moveTo>
                      <a:pt x="5828" y="1"/>
                    </a:moveTo>
                    <a:cubicBezTo>
                      <a:pt x="5682" y="101"/>
                      <a:pt x="5550" y="202"/>
                      <a:pt x="5408" y="286"/>
                    </a:cubicBezTo>
                    <a:cubicBezTo>
                      <a:pt x="5226" y="394"/>
                      <a:pt x="5039" y="493"/>
                      <a:pt x="4851" y="589"/>
                    </a:cubicBezTo>
                    <a:cubicBezTo>
                      <a:pt x="4641" y="696"/>
                      <a:pt x="4424" y="778"/>
                      <a:pt x="4192" y="778"/>
                    </a:cubicBezTo>
                    <a:cubicBezTo>
                      <a:pt x="4126" y="778"/>
                      <a:pt x="4060" y="771"/>
                      <a:pt x="3991" y="757"/>
                    </a:cubicBezTo>
                    <a:cubicBezTo>
                      <a:pt x="3952" y="749"/>
                      <a:pt x="3919" y="721"/>
                      <a:pt x="3844" y="680"/>
                    </a:cubicBezTo>
                    <a:cubicBezTo>
                      <a:pt x="3934" y="649"/>
                      <a:pt x="4012" y="643"/>
                      <a:pt x="4083" y="643"/>
                    </a:cubicBezTo>
                    <a:cubicBezTo>
                      <a:pt x="4130" y="643"/>
                      <a:pt x="4174" y="645"/>
                      <a:pt x="4218" y="645"/>
                    </a:cubicBezTo>
                    <a:cubicBezTo>
                      <a:pt x="4231" y="645"/>
                      <a:pt x="4244" y="645"/>
                      <a:pt x="4257" y="644"/>
                    </a:cubicBezTo>
                    <a:cubicBezTo>
                      <a:pt x="4386" y="638"/>
                      <a:pt x="4514" y="638"/>
                      <a:pt x="4622" y="533"/>
                    </a:cubicBezTo>
                    <a:lnTo>
                      <a:pt x="4622" y="533"/>
                    </a:lnTo>
                    <a:cubicBezTo>
                      <a:pt x="4574" y="538"/>
                      <a:pt x="4526" y="540"/>
                      <a:pt x="4480" y="540"/>
                    </a:cubicBezTo>
                    <a:cubicBezTo>
                      <a:pt x="3965" y="540"/>
                      <a:pt x="3515" y="297"/>
                      <a:pt x="3043" y="119"/>
                    </a:cubicBezTo>
                    <a:cubicBezTo>
                      <a:pt x="3030" y="163"/>
                      <a:pt x="3018" y="187"/>
                      <a:pt x="3015" y="212"/>
                    </a:cubicBezTo>
                    <a:cubicBezTo>
                      <a:pt x="2973" y="553"/>
                      <a:pt x="2932" y="895"/>
                      <a:pt x="2887" y="1235"/>
                    </a:cubicBezTo>
                    <a:cubicBezTo>
                      <a:pt x="2868" y="1390"/>
                      <a:pt x="2869" y="1539"/>
                      <a:pt x="2928" y="1686"/>
                    </a:cubicBezTo>
                    <a:cubicBezTo>
                      <a:pt x="2943" y="1726"/>
                      <a:pt x="2929" y="1777"/>
                      <a:pt x="2929" y="1854"/>
                    </a:cubicBezTo>
                    <a:cubicBezTo>
                      <a:pt x="2820" y="1762"/>
                      <a:pt x="2794" y="1662"/>
                      <a:pt x="2785" y="1569"/>
                    </a:cubicBezTo>
                    <a:cubicBezTo>
                      <a:pt x="2770" y="1413"/>
                      <a:pt x="2769" y="1251"/>
                      <a:pt x="2781" y="1093"/>
                    </a:cubicBezTo>
                    <a:cubicBezTo>
                      <a:pt x="2803" y="809"/>
                      <a:pt x="2842" y="527"/>
                      <a:pt x="2869" y="244"/>
                    </a:cubicBezTo>
                    <a:cubicBezTo>
                      <a:pt x="2874" y="197"/>
                      <a:pt x="2860" y="148"/>
                      <a:pt x="2853" y="77"/>
                    </a:cubicBezTo>
                    <a:cubicBezTo>
                      <a:pt x="2396" y="364"/>
                      <a:pt x="1936" y="495"/>
                      <a:pt x="1471" y="495"/>
                    </a:cubicBezTo>
                    <a:cubicBezTo>
                      <a:pt x="1091" y="495"/>
                      <a:pt x="707" y="408"/>
                      <a:pt x="317" y="245"/>
                    </a:cubicBezTo>
                    <a:cubicBezTo>
                      <a:pt x="299" y="296"/>
                      <a:pt x="276" y="343"/>
                      <a:pt x="266" y="394"/>
                    </a:cubicBezTo>
                    <a:cubicBezTo>
                      <a:pt x="204" y="712"/>
                      <a:pt x="152" y="1031"/>
                      <a:pt x="86" y="1348"/>
                    </a:cubicBezTo>
                    <a:cubicBezTo>
                      <a:pt x="0" y="1761"/>
                      <a:pt x="26" y="2163"/>
                      <a:pt x="129" y="2568"/>
                    </a:cubicBezTo>
                    <a:cubicBezTo>
                      <a:pt x="168" y="2719"/>
                      <a:pt x="180" y="2883"/>
                      <a:pt x="171" y="3039"/>
                    </a:cubicBezTo>
                    <a:cubicBezTo>
                      <a:pt x="150" y="3416"/>
                      <a:pt x="95" y="3791"/>
                      <a:pt x="80" y="4167"/>
                    </a:cubicBezTo>
                    <a:cubicBezTo>
                      <a:pt x="50" y="4843"/>
                      <a:pt x="35" y="5519"/>
                      <a:pt x="26" y="6194"/>
                    </a:cubicBezTo>
                    <a:cubicBezTo>
                      <a:pt x="23" y="6425"/>
                      <a:pt x="39" y="6661"/>
                      <a:pt x="83" y="6886"/>
                    </a:cubicBezTo>
                    <a:cubicBezTo>
                      <a:pt x="267" y="7825"/>
                      <a:pt x="533" y="8741"/>
                      <a:pt x="926" y="9614"/>
                    </a:cubicBezTo>
                    <a:cubicBezTo>
                      <a:pt x="1201" y="10223"/>
                      <a:pt x="1105" y="10141"/>
                      <a:pt x="1652" y="10519"/>
                    </a:cubicBezTo>
                    <a:cubicBezTo>
                      <a:pt x="1667" y="10531"/>
                      <a:pt x="1687" y="10541"/>
                      <a:pt x="1699" y="10556"/>
                    </a:cubicBezTo>
                    <a:cubicBezTo>
                      <a:pt x="1721" y="10582"/>
                      <a:pt x="1739" y="10612"/>
                      <a:pt x="1780" y="10669"/>
                    </a:cubicBezTo>
                    <a:cubicBezTo>
                      <a:pt x="1691" y="10657"/>
                      <a:pt x="1639" y="10651"/>
                      <a:pt x="1588" y="10643"/>
                    </a:cubicBezTo>
                    <a:cubicBezTo>
                      <a:pt x="1571" y="11371"/>
                      <a:pt x="1546" y="12087"/>
                      <a:pt x="1541" y="12802"/>
                    </a:cubicBezTo>
                    <a:cubicBezTo>
                      <a:pt x="1534" y="13937"/>
                      <a:pt x="1580" y="15071"/>
                      <a:pt x="1433" y="16199"/>
                    </a:cubicBezTo>
                    <a:cubicBezTo>
                      <a:pt x="1393" y="16504"/>
                      <a:pt x="1528" y="16636"/>
                      <a:pt x="1759" y="16745"/>
                    </a:cubicBezTo>
                    <a:cubicBezTo>
                      <a:pt x="1795" y="16763"/>
                      <a:pt x="1831" y="16783"/>
                      <a:pt x="1868" y="16795"/>
                    </a:cubicBezTo>
                    <a:cubicBezTo>
                      <a:pt x="2132" y="16879"/>
                      <a:pt x="2393" y="16979"/>
                      <a:pt x="2664" y="17040"/>
                    </a:cubicBezTo>
                    <a:cubicBezTo>
                      <a:pt x="2980" y="17109"/>
                      <a:pt x="3306" y="17142"/>
                      <a:pt x="3625" y="17194"/>
                    </a:cubicBezTo>
                    <a:cubicBezTo>
                      <a:pt x="4031" y="17261"/>
                      <a:pt x="4436" y="17310"/>
                      <a:pt x="4845" y="17310"/>
                    </a:cubicBezTo>
                    <a:cubicBezTo>
                      <a:pt x="4979" y="17310"/>
                      <a:pt x="5114" y="17305"/>
                      <a:pt x="5249" y="17293"/>
                    </a:cubicBezTo>
                    <a:cubicBezTo>
                      <a:pt x="6140" y="17217"/>
                      <a:pt x="6995" y="16976"/>
                      <a:pt x="7843" y="16714"/>
                    </a:cubicBezTo>
                    <a:cubicBezTo>
                      <a:pt x="8227" y="16594"/>
                      <a:pt x="8292" y="16487"/>
                      <a:pt x="8308" y="16078"/>
                    </a:cubicBezTo>
                    <a:cubicBezTo>
                      <a:pt x="8325" y="15680"/>
                      <a:pt x="8346" y="15283"/>
                      <a:pt x="8344" y="14886"/>
                    </a:cubicBezTo>
                    <a:cubicBezTo>
                      <a:pt x="8340" y="13366"/>
                      <a:pt x="8326" y="11848"/>
                      <a:pt x="8314" y="10330"/>
                    </a:cubicBezTo>
                    <a:cubicBezTo>
                      <a:pt x="8314" y="10289"/>
                      <a:pt x="8301" y="10249"/>
                      <a:pt x="8290" y="10196"/>
                    </a:cubicBezTo>
                    <a:cubicBezTo>
                      <a:pt x="8217" y="10244"/>
                      <a:pt x="8164" y="10283"/>
                      <a:pt x="8107" y="10319"/>
                    </a:cubicBezTo>
                    <a:cubicBezTo>
                      <a:pt x="7415" y="10762"/>
                      <a:pt x="6677" y="11098"/>
                      <a:pt x="5862" y="11245"/>
                    </a:cubicBezTo>
                    <a:cubicBezTo>
                      <a:pt x="5590" y="11294"/>
                      <a:pt x="5317" y="11312"/>
                      <a:pt x="5044" y="11312"/>
                    </a:cubicBezTo>
                    <a:cubicBezTo>
                      <a:pt x="4656" y="11312"/>
                      <a:pt x="4268" y="11276"/>
                      <a:pt x="3880" y="11240"/>
                    </a:cubicBezTo>
                    <a:cubicBezTo>
                      <a:pt x="3316" y="11188"/>
                      <a:pt x="2787" y="10981"/>
                      <a:pt x="2237" y="10859"/>
                    </a:cubicBezTo>
                    <a:cubicBezTo>
                      <a:pt x="2204" y="10852"/>
                      <a:pt x="2170" y="10840"/>
                      <a:pt x="2147" y="10819"/>
                    </a:cubicBezTo>
                    <a:cubicBezTo>
                      <a:pt x="2120" y="10798"/>
                      <a:pt x="2108" y="10763"/>
                      <a:pt x="2068" y="10700"/>
                    </a:cubicBezTo>
                    <a:lnTo>
                      <a:pt x="2068" y="10700"/>
                    </a:lnTo>
                    <a:cubicBezTo>
                      <a:pt x="2168" y="10714"/>
                      <a:pt x="2233" y="10717"/>
                      <a:pt x="2296" y="10732"/>
                    </a:cubicBezTo>
                    <a:cubicBezTo>
                      <a:pt x="2573" y="10798"/>
                      <a:pt x="2853" y="10856"/>
                      <a:pt x="3126" y="10936"/>
                    </a:cubicBezTo>
                    <a:cubicBezTo>
                      <a:pt x="3703" y="11104"/>
                      <a:pt x="4296" y="11155"/>
                      <a:pt x="4893" y="11170"/>
                    </a:cubicBezTo>
                    <a:cubicBezTo>
                      <a:pt x="5015" y="11173"/>
                      <a:pt x="5139" y="11179"/>
                      <a:pt x="5263" y="11179"/>
                    </a:cubicBezTo>
                    <a:cubicBezTo>
                      <a:pt x="5399" y="11179"/>
                      <a:pt x="5534" y="11172"/>
                      <a:pt x="5666" y="11150"/>
                    </a:cubicBezTo>
                    <a:cubicBezTo>
                      <a:pt x="6452" y="11023"/>
                      <a:pt x="7175" y="10715"/>
                      <a:pt x="7863" y="10315"/>
                    </a:cubicBezTo>
                    <a:cubicBezTo>
                      <a:pt x="8134" y="10156"/>
                      <a:pt x="8355" y="9936"/>
                      <a:pt x="8563" y="9711"/>
                    </a:cubicBezTo>
                    <a:cubicBezTo>
                      <a:pt x="8764" y="9494"/>
                      <a:pt x="8922" y="9237"/>
                      <a:pt x="9105" y="9002"/>
                    </a:cubicBezTo>
                    <a:cubicBezTo>
                      <a:pt x="9283" y="8771"/>
                      <a:pt x="9457" y="8537"/>
                      <a:pt x="9651" y="8319"/>
                    </a:cubicBezTo>
                    <a:cubicBezTo>
                      <a:pt x="9977" y="7951"/>
                      <a:pt x="10316" y="7596"/>
                      <a:pt x="10650" y="7237"/>
                    </a:cubicBezTo>
                    <a:cubicBezTo>
                      <a:pt x="11039" y="6820"/>
                      <a:pt x="11347" y="6353"/>
                      <a:pt x="11551" y="5819"/>
                    </a:cubicBezTo>
                    <a:cubicBezTo>
                      <a:pt x="11576" y="5752"/>
                      <a:pt x="11612" y="5681"/>
                      <a:pt x="11614" y="5611"/>
                    </a:cubicBezTo>
                    <a:cubicBezTo>
                      <a:pt x="11620" y="5248"/>
                      <a:pt x="11608" y="4888"/>
                      <a:pt x="11504" y="4530"/>
                    </a:cubicBezTo>
                    <a:cubicBezTo>
                      <a:pt x="11362" y="4035"/>
                      <a:pt x="11243" y="3533"/>
                      <a:pt x="11132" y="3030"/>
                    </a:cubicBezTo>
                    <a:cubicBezTo>
                      <a:pt x="11078" y="2785"/>
                      <a:pt x="11043" y="2532"/>
                      <a:pt x="11039" y="2281"/>
                    </a:cubicBezTo>
                    <a:cubicBezTo>
                      <a:pt x="11031" y="1959"/>
                      <a:pt x="10868" y="1809"/>
                      <a:pt x="10572" y="1741"/>
                    </a:cubicBezTo>
                    <a:cubicBezTo>
                      <a:pt x="10506" y="1726"/>
                      <a:pt x="10443" y="1717"/>
                      <a:pt x="10383" y="1717"/>
                    </a:cubicBezTo>
                    <a:cubicBezTo>
                      <a:pt x="10242" y="1717"/>
                      <a:pt x="10118" y="1764"/>
                      <a:pt x="10011" y="1885"/>
                    </a:cubicBezTo>
                    <a:cubicBezTo>
                      <a:pt x="9678" y="2257"/>
                      <a:pt x="9376" y="2652"/>
                      <a:pt x="9181" y="3117"/>
                    </a:cubicBezTo>
                    <a:cubicBezTo>
                      <a:pt x="9129" y="3243"/>
                      <a:pt x="9082" y="3386"/>
                      <a:pt x="9088" y="3518"/>
                    </a:cubicBezTo>
                    <a:cubicBezTo>
                      <a:pt x="9103" y="3975"/>
                      <a:pt x="9081" y="4433"/>
                      <a:pt x="9165" y="4886"/>
                    </a:cubicBezTo>
                    <a:cubicBezTo>
                      <a:pt x="9199" y="5075"/>
                      <a:pt x="9186" y="5266"/>
                      <a:pt x="9118" y="5468"/>
                    </a:cubicBezTo>
                    <a:cubicBezTo>
                      <a:pt x="9067" y="5435"/>
                      <a:pt x="9027" y="5410"/>
                      <a:pt x="8977" y="5378"/>
                    </a:cubicBezTo>
                    <a:cubicBezTo>
                      <a:pt x="8929" y="5441"/>
                      <a:pt x="8883" y="5497"/>
                      <a:pt x="8844" y="5557"/>
                    </a:cubicBezTo>
                    <a:cubicBezTo>
                      <a:pt x="8766" y="5678"/>
                      <a:pt x="8661" y="5737"/>
                      <a:pt x="8514" y="5740"/>
                    </a:cubicBezTo>
                    <a:cubicBezTo>
                      <a:pt x="8341" y="5743"/>
                      <a:pt x="8170" y="5770"/>
                      <a:pt x="7998" y="5771"/>
                    </a:cubicBezTo>
                    <a:cubicBezTo>
                      <a:pt x="7838" y="5773"/>
                      <a:pt x="7696" y="5815"/>
                      <a:pt x="7568" y="5906"/>
                    </a:cubicBezTo>
                    <a:cubicBezTo>
                      <a:pt x="7331" y="6074"/>
                      <a:pt x="7097" y="6248"/>
                      <a:pt x="6863" y="6421"/>
                    </a:cubicBezTo>
                    <a:cubicBezTo>
                      <a:pt x="6803" y="6464"/>
                      <a:pt x="6745" y="6513"/>
                      <a:pt x="6686" y="6558"/>
                    </a:cubicBezTo>
                    <a:cubicBezTo>
                      <a:pt x="6676" y="6547"/>
                      <a:pt x="6667" y="6538"/>
                      <a:pt x="6656" y="6528"/>
                    </a:cubicBezTo>
                    <a:cubicBezTo>
                      <a:pt x="6667" y="6506"/>
                      <a:pt x="6674" y="6482"/>
                      <a:pt x="6689" y="6466"/>
                    </a:cubicBezTo>
                    <a:cubicBezTo>
                      <a:pt x="6947" y="6188"/>
                      <a:pt x="7235" y="5944"/>
                      <a:pt x="7561" y="5749"/>
                    </a:cubicBezTo>
                    <a:cubicBezTo>
                      <a:pt x="7700" y="5666"/>
                      <a:pt x="7855" y="5630"/>
                      <a:pt x="8017" y="5629"/>
                    </a:cubicBezTo>
                    <a:cubicBezTo>
                      <a:pt x="8157" y="5627"/>
                      <a:pt x="8296" y="5620"/>
                      <a:pt x="8434" y="5617"/>
                    </a:cubicBezTo>
                    <a:cubicBezTo>
                      <a:pt x="8578" y="5612"/>
                      <a:pt x="8691" y="5554"/>
                      <a:pt x="8769" y="5434"/>
                    </a:cubicBezTo>
                    <a:cubicBezTo>
                      <a:pt x="8824" y="5350"/>
                      <a:pt x="8877" y="5266"/>
                      <a:pt x="8935" y="5186"/>
                    </a:cubicBezTo>
                    <a:cubicBezTo>
                      <a:pt x="9028" y="5062"/>
                      <a:pt x="9048" y="4927"/>
                      <a:pt x="9036" y="4774"/>
                    </a:cubicBezTo>
                    <a:cubicBezTo>
                      <a:pt x="9004" y="4398"/>
                      <a:pt x="8982" y="4020"/>
                      <a:pt x="8964" y="3644"/>
                    </a:cubicBezTo>
                    <a:cubicBezTo>
                      <a:pt x="8955" y="3389"/>
                      <a:pt x="8992" y="3140"/>
                      <a:pt x="9130" y="2917"/>
                    </a:cubicBezTo>
                    <a:cubicBezTo>
                      <a:pt x="9288" y="2665"/>
                      <a:pt x="9447" y="2413"/>
                      <a:pt x="9612" y="2167"/>
                    </a:cubicBezTo>
                    <a:cubicBezTo>
                      <a:pt x="9677" y="2073"/>
                      <a:pt x="9722" y="1981"/>
                      <a:pt x="9687" y="1872"/>
                    </a:cubicBezTo>
                    <a:cubicBezTo>
                      <a:pt x="9627" y="1681"/>
                      <a:pt x="9647" y="1492"/>
                      <a:pt x="9680" y="1302"/>
                    </a:cubicBezTo>
                    <a:cubicBezTo>
                      <a:pt x="9686" y="1260"/>
                      <a:pt x="9680" y="1214"/>
                      <a:pt x="9680" y="1162"/>
                    </a:cubicBezTo>
                    <a:cubicBezTo>
                      <a:pt x="9480" y="1191"/>
                      <a:pt x="9289" y="1278"/>
                      <a:pt x="9082" y="1278"/>
                    </a:cubicBezTo>
                    <a:cubicBezTo>
                      <a:pt x="8994" y="1278"/>
                      <a:pt x="8903" y="1262"/>
                      <a:pt x="8808" y="1220"/>
                    </a:cubicBezTo>
                    <a:cubicBezTo>
                      <a:pt x="8881" y="1190"/>
                      <a:pt x="8954" y="1187"/>
                      <a:pt x="9024" y="1187"/>
                    </a:cubicBezTo>
                    <a:cubicBezTo>
                      <a:pt x="9043" y="1187"/>
                      <a:pt x="9062" y="1187"/>
                      <a:pt x="9080" y="1187"/>
                    </a:cubicBezTo>
                    <a:cubicBezTo>
                      <a:pt x="9174" y="1187"/>
                      <a:pt x="9260" y="1181"/>
                      <a:pt x="9330" y="1105"/>
                    </a:cubicBezTo>
                    <a:cubicBezTo>
                      <a:pt x="8983" y="941"/>
                      <a:pt x="8635" y="776"/>
                      <a:pt x="8286" y="610"/>
                    </a:cubicBezTo>
                    <a:cubicBezTo>
                      <a:pt x="8212" y="737"/>
                      <a:pt x="8239" y="851"/>
                      <a:pt x="8253" y="971"/>
                    </a:cubicBezTo>
                    <a:cubicBezTo>
                      <a:pt x="8281" y="1207"/>
                      <a:pt x="8298" y="1446"/>
                      <a:pt x="8308" y="1683"/>
                    </a:cubicBezTo>
                    <a:cubicBezTo>
                      <a:pt x="8313" y="1776"/>
                      <a:pt x="8295" y="1873"/>
                      <a:pt x="8173" y="1920"/>
                    </a:cubicBezTo>
                    <a:cubicBezTo>
                      <a:pt x="8173" y="1725"/>
                      <a:pt x="8193" y="1545"/>
                      <a:pt x="8167" y="1371"/>
                    </a:cubicBezTo>
                    <a:cubicBezTo>
                      <a:pt x="8125" y="1075"/>
                      <a:pt x="8062" y="784"/>
                      <a:pt x="8137" y="485"/>
                    </a:cubicBezTo>
                    <a:cubicBezTo>
                      <a:pt x="8139" y="476"/>
                      <a:pt x="8125" y="463"/>
                      <a:pt x="8119" y="452"/>
                    </a:cubicBezTo>
                    <a:cubicBezTo>
                      <a:pt x="8109" y="450"/>
                      <a:pt x="8098" y="444"/>
                      <a:pt x="8087" y="444"/>
                    </a:cubicBezTo>
                    <a:cubicBezTo>
                      <a:pt x="8085" y="444"/>
                      <a:pt x="8082" y="444"/>
                      <a:pt x="8080" y="445"/>
                    </a:cubicBezTo>
                    <a:cubicBezTo>
                      <a:pt x="8026" y="464"/>
                      <a:pt x="7971" y="487"/>
                      <a:pt x="7917" y="511"/>
                    </a:cubicBezTo>
                    <a:cubicBezTo>
                      <a:pt x="7695" y="609"/>
                      <a:pt x="7470" y="647"/>
                      <a:pt x="7241" y="647"/>
                    </a:cubicBezTo>
                    <a:cubicBezTo>
                      <a:pt x="7083" y="647"/>
                      <a:pt x="6924" y="629"/>
                      <a:pt x="6764" y="601"/>
                    </a:cubicBezTo>
                    <a:cubicBezTo>
                      <a:pt x="6731" y="595"/>
                      <a:pt x="6704" y="562"/>
                      <a:pt x="6674" y="541"/>
                    </a:cubicBezTo>
                    <a:cubicBezTo>
                      <a:pt x="6784" y="526"/>
                      <a:pt x="6893" y="526"/>
                      <a:pt x="7001" y="526"/>
                    </a:cubicBezTo>
                    <a:cubicBezTo>
                      <a:pt x="7015" y="526"/>
                      <a:pt x="7028" y="526"/>
                      <a:pt x="7042" y="526"/>
                    </a:cubicBezTo>
                    <a:cubicBezTo>
                      <a:pt x="7234" y="526"/>
                      <a:pt x="7423" y="523"/>
                      <a:pt x="7609" y="445"/>
                    </a:cubicBezTo>
                    <a:cubicBezTo>
                      <a:pt x="7094" y="314"/>
                      <a:pt x="6580" y="185"/>
                      <a:pt x="6074" y="58"/>
                    </a:cubicBezTo>
                    <a:cubicBezTo>
                      <a:pt x="6017" y="245"/>
                      <a:pt x="5969" y="430"/>
                      <a:pt x="5904" y="610"/>
                    </a:cubicBezTo>
                    <a:cubicBezTo>
                      <a:pt x="5808" y="875"/>
                      <a:pt x="5733" y="1138"/>
                      <a:pt x="5792" y="1425"/>
                    </a:cubicBezTo>
                    <a:cubicBezTo>
                      <a:pt x="5804" y="1488"/>
                      <a:pt x="5835" y="1569"/>
                      <a:pt x="5751" y="1621"/>
                    </a:cubicBezTo>
                    <a:cubicBezTo>
                      <a:pt x="5732" y="1606"/>
                      <a:pt x="5708" y="1596"/>
                      <a:pt x="5703" y="1581"/>
                    </a:cubicBezTo>
                    <a:cubicBezTo>
                      <a:pt x="5648" y="1368"/>
                      <a:pt x="5606" y="1153"/>
                      <a:pt x="5672" y="935"/>
                    </a:cubicBezTo>
                    <a:cubicBezTo>
                      <a:pt x="5729" y="737"/>
                      <a:pt x="5792" y="542"/>
                      <a:pt x="5853" y="347"/>
                    </a:cubicBezTo>
                    <a:cubicBezTo>
                      <a:pt x="5891" y="229"/>
                      <a:pt x="5928" y="112"/>
                      <a:pt x="5828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3">
                <a:extLst>
                  <a:ext uri="{FF2B5EF4-FFF2-40B4-BE49-F238E27FC236}">
                    <a16:creationId xmlns:a16="http://schemas.microsoft.com/office/drawing/2014/main" id="{A00C39F6-137D-2E99-572D-B50E3D9E778C}"/>
                  </a:ext>
                </a:extLst>
              </p:cNvPr>
              <p:cNvSpPr/>
              <p:nvPr/>
            </p:nvSpPr>
            <p:spPr>
              <a:xfrm>
                <a:off x="1762400" y="1250375"/>
                <a:ext cx="74900" cy="50000"/>
              </a:xfrm>
              <a:custGeom>
                <a:avLst/>
                <a:gdLst/>
                <a:ahLst/>
                <a:cxnLst/>
                <a:rect l="l" t="t" r="r" b="b"/>
                <a:pathLst>
                  <a:path w="2996" h="2000" extrusionOk="0">
                    <a:moveTo>
                      <a:pt x="1597" y="0"/>
                    </a:moveTo>
                    <a:cubicBezTo>
                      <a:pt x="1285" y="0"/>
                      <a:pt x="972" y="45"/>
                      <a:pt x="667" y="134"/>
                    </a:cubicBezTo>
                    <a:cubicBezTo>
                      <a:pt x="443" y="200"/>
                      <a:pt x="259" y="322"/>
                      <a:pt x="116" y="508"/>
                    </a:cubicBezTo>
                    <a:cubicBezTo>
                      <a:pt x="35" y="614"/>
                      <a:pt x="2" y="715"/>
                      <a:pt x="43" y="853"/>
                    </a:cubicBezTo>
                    <a:cubicBezTo>
                      <a:pt x="74" y="962"/>
                      <a:pt x="59" y="1088"/>
                      <a:pt x="53" y="1206"/>
                    </a:cubicBezTo>
                    <a:cubicBezTo>
                      <a:pt x="47" y="1311"/>
                      <a:pt x="22" y="1414"/>
                      <a:pt x="1" y="1537"/>
                    </a:cubicBezTo>
                    <a:lnTo>
                      <a:pt x="2" y="1537"/>
                    </a:lnTo>
                    <a:cubicBezTo>
                      <a:pt x="161" y="1671"/>
                      <a:pt x="352" y="1713"/>
                      <a:pt x="524" y="1795"/>
                    </a:cubicBezTo>
                    <a:cubicBezTo>
                      <a:pt x="814" y="1935"/>
                      <a:pt x="1112" y="2000"/>
                      <a:pt x="1422" y="2000"/>
                    </a:cubicBezTo>
                    <a:cubicBezTo>
                      <a:pt x="1540" y="2000"/>
                      <a:pt x="1660" y="1990"/>
                      <a:pt x="1782" y="1972"/>
                    </a:cubicBezTo>
                    <a:cubicBezTo>
                      <a:pt x="2065" y="1930"/>
                      <a:pt x="2317" y="1834"/>
                      <a:pt x="2541" y="1659"/>
                    </a:cubicBezTo>
                    <a:cubicBezTo>
                      <a:pt x="2670" y="1557"/>
                      <a:pt x="2758" y="1426"/>
                      <a:pt x="2811" y="1273"/>
                    </a:cubicBezTo>
                    <a:cubicBezTo>
                      <a:pt x="2995" y="745"/>
                      <a:pt x="2701" y="110"/>
                      <a:pt x="1984" y="23"/>
                    </a:cubicBezTo>
                    <a:cubicBezTo>
                      <a:pt x="1856" y="8"/>
                      <a:pt x="1726" y="0"/>
                      <a:pt x="1597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3">
                <a:extLst>
                  <a:ext uri="{FF2B5EF4-FFF2-40B4-BE49-F238E27FC236}">
                    <a16:creationId xmlns:a16="http://schemas.microsoft.com/office/drawing/2014/main" id="{E4D81461-2F4B-2BCA-2BCF-CD16563886BA}"/>
                  </a:ext>
                </a:extLst>
              </p:cNvPr>
              <p:cNvSpPr/>
              <p:nvPr/>
            </p:nvSpPr>
            <p:spPr>
              <a:xfrm>
                <a:off x="1694500" y="1262200"/>
                <a:ext cx="66800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10" extrusionOk="0">
                    <a:moveTo>
                      <a:pt x="1494" y="1"/>
                    </a:moveTo>
                    <a:cubicBezTo>
                      <a:pt x="1236" y="1"/>
                      <a:pt x="980" y="48"/>
                      <a:pt x="723" y="122"/>
                    </a:cubicBezTo>
                    <a:cubicBezTo>
                      <a:pt x="362" y="225"/>
                      <a:pt x="185" y="485"/>
                      <a:pt x="44" y="790"/>
                    </a:cubicBezTo>
                    <a:cubicBezTo>
                      <a:pt x="8" y="866"/>
                      <a:pt x="1" y="974"/>
                      <a:pt x="23" y="1055"/>
                    </a:cubicBezTo>
                    <a:cubicBezTo>
                      <a:pt x="88" y="1277"/>
                      <a:pt x="250" y="1414"/>
                      <a:pt x="479" y="1445"/>
                    </a:cubicBezTo>
                    <a:cubicBezTo>
                      <a:pt x="714" y="1477"/>
                      <a:pt x="952" y="1489"/>
                      <a:pt x="1189" y="1510"/>
                    </a:cubicBezTo>
                    <a:lnTo>
                      <a:pt x="1189" y="1492"/>
                    </a:lnTo>
                    <a:cubicBezTo>
                      <a:pt x="1256" y="1492"/>
                      <a:pt x="1322" y="1495"/>
                      <a:pt x="1389" y="1495"/>
                    </a:cubicBezTo>
                    <a:cubicBezTo>
                      <a:pt x="1428" y="1495"/>
                      <a:pt x="1468" y="1494"/>
                      <a:pt x="1507" y="1490"/>
                    </a:cubicBezTo>
                    <a:cubicBezTo>
                      <a:pt x="1824" y="1462"/>
                      <a:pt x="2112" y="1354"/>
                      <a:pt x="2361" y="1153"/>
                    </a:cubicBezTo>
                    <a:cubicBezTo>
                      <a:pt x="2609" y="952"/>
                      <a:pt x="2672" y="686"/>
                      <a:pt x="2616" y="386"/>
                    </a:cubicBezTo>
                    <a:cubicBezTo>
                      <a:pt x="2594" y="264"/>
                      <a:pt x="2525" y="183"/>
                      <a:pt x="2399" y="156"/>
                    </a:cubicBezTo>
                    <a:cubicBezTo>
                      <a:pt x="2242" y="122"/>
                      <a:pt x="2089" y="86"/>
                      <a:pt x="1935" y="50"/>
                    </a:cubicBezTo>
                    <a:cubicBezTo>
                      <a:pt x="1786" y="16"/>
                      <a:pt x="1640" y="1"/>
                      <a:pt x="1494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3">
                <a:extLst>
                  <a:ext uri="{FF2B5EF4-FFF2-40B4-BE49-F238E27FC236}">
                    <a16:creationId xmlns:a16="http://schemas.microsoft.com/office/drawing/2014/main" id="{CD45FEA5-FDBF-3C02-1E35-E3444ABED5A1}"/>
                  </a:ext>
                </a:extLst>
              </p:cNvPr>
              <p:cNvSpPr/>
              <p:nvPr/>
            </p:nvSpPr>
            <p:spPr>
              <a:xfrm>
                <a:off x="1683825" y="1246400"/>
                <a:ext cx="297325" cy="481975"/>
              </a:xfrm>
              <a:custGeom>
                <a:avLst/>
                <a:gdLst/>
                <a:ahLst/>
                <a:cxnLst/>
                <a:rect l="l" t="t" r="r" b="b"/>
                <a:pathLst>
                  <a:path w="11893" h="19279" extrusionOk="0">
                    <a:moveTo>
                      <a:pt x="7023" y="169"/>
                    </a:moveTo>
                    <a:cubicBezTo>
                      <a:pt x="7465" y="169"/>
                      <a:pt x="7889" y="263"/>
                      <a:pt x="8305" y="403"/>
                    </a:cubicBezTo>
                    <a:cubicBezTo>
                      <a:pt x="8740" y="548"/>
                      <a:pt x="8953" y="914"/>
                      <a:pt x="8836" y="1362"/>
                    </a:cubicBezTo>
                    <a:cubicBezTo>
                      <a:pt x="8797" y="1512"/>
                      <a:pt x="8716" y="1653"/>
                      <a:pt x="8644" y="1792"/>
                    </a:cubicBezTo>
                    <a:cubicBezTo>
                      <a:pt x="8589" y="1897"/>
                      <a:pt x="8490" y="1953"/>
                      <a:pt x="8374" y="1977"/>
                    </a:cubicBezTo>
                    <a:cubicBezTo>
                      <a:pt x="8177" y="2017"/>
                      <a:pt x="7980" y="2046"/>
                      <a:pt x="7783" y="2046"/>
                    </a:cubicBezTo>
                    <a:cubicBezTo>
                      <a:pt x="7614" y="2046"/>
                      <a:pt x="7445" y="2025"/>
                      <a:pt x="7276" y="1972"/>
                    </a:cubicBezTo>
                    <a:cubicBezTo>
                      <a:pt x="6959" y="1876"/>
                      <a:pt x="6637" y="1803"/>
                      <a:pt x="6322" y="1704"/>
                    </a:cubicBezTo>
                    <a:cubicBezTo>
                      <a:pt x="6116" y="1639"/>
                      <a:pt x="6086" y="1585"/>
                      <a:pt x="6128" y="1383"/>
                    </a:cubicBezTo>
                    <a:cubicBezTo>
                      <a:pt x="6180" y="1133"/>
                      <a:pt x="6155" y="893"/>
                      <a:pt x="6068" y="661"/>
                    </a:cubicBezTo>
                    <a:cubicBezTo>
                      <a:pt x="6029" y="557"/>
                      <a:pt x="6047" y="488"/>
                      <a:pt x="6122" y="413"/>
                    </a:cubicBezTo>
                    <a:lnTo>
                      <a:pt x="6122" y="415"/>
                    </a:lnTo>
                    <a:cubicBezTo>
                      <a:pt x="6268" y="270"/>
                      <a:pt x="6433" y="170"/>
                      <a:pt x="6644" y="170"/>
                    </a:cubicBezTo>
                    <a:cubicBezTo>
                      <a:pt x="6651" y="170"/>
                      <a:pt x="6659" y="170"/>
                      <a:pt x="6667" y="170"/>
                    </a:cubicBezTo>
                    <a:cubicBezTo>
                      <a:pt x="6697" y="171"/>
                      <a:pt x="6728" y="172"/>
                      <a:pt x="6759" y="172"/>
                    </a:cubicBezTo>
                    <a:cubicBezTo>
                      <a:pt x="6820" y="172"/>
                      <a:pt x="6882" y="170"/>
                      <a:pt x="6944" y="170"/>
                    </a:cubicBezTo>
                    <a:cubicBezTo>
                      <a:pt x="6971" y="170"/>
                      <a:pt x="6997" y="169"/>
                      <a:pt x="7023" y="169"/>
                    </a:cubicBezTo>
                    <a:close/>
                    <a:moveTo>
                      <a:pt x="1920" y="633"/>
                    </a:moveTo>
                    <a:cubicBezTo>
                      <a:pt x="2065" y="633"/>
                      <a:pt x="2212" y="648"/>
                      <a:pt x="2360" y="682"/>
                    </a:cubicBezTo>
                    <a:cubicBezTo>
                      <a:pt x="2515" y="718"/>
                      <a:pt x="2669" y="754"/>
                      <a:pt x="2824" y="788"/>
                    </a:cubicBezTo>
                    <a:cubicBezTo>
                      <a:pt x="2950" y="815"/>
                      <a:pt x="3021" y="896"/>
                      <a:pt x="3043" y="1018"/>
                    </a:cubicBezTo>
                    <a:cubicBezTo>
                      <a:pt x="3099" y="1318"/>
                      <a:pt x="3036" y="1584"/>
                      <a:pt x="2788" y="1785"/>
                    </a:cubicBezTo>
                    <a:cubicBezTo>
                      <a:pt x="2539" y="1986"/>
                      <a:pt x="2251" y="2094"/>
                      <a:pt x="1934" y="2122"/>
                    </a:cubicBezTo>
                    <a:cubicBezTo>
                      <a:pt x="1894" y="2126"/>
                      <a:pt x="1855" y="2127"/>
                      <a:pt x="1815" y="2127"/>
                    </a:cubicBezTo>
                    <a:cubicBezTo>
                      <a:pt x="1749" y="2127"/>
                      <a:pt x="1683" y="2124"/>
                      <a:pt x="1616" y="2124"/>
                    </a:cubicBezTo>
                    <a:lnTo>
                      <a:pt x="1616" y="2142"/>
                    </a:lnTo>
                    <a:cubicBezTo>
                      <a:pt x="1379" y="2121"/>
                      <a:pt x="1141" y="2109"/>
                      <a:pt x="905" y="2077"/>
                    </a:cubicBezTo>
                    <a:cubicBezTo>
                      <a:pt x="677" y="2046"/>
                      <a:pt x="515" y="1909"/>
                      <a:pt x="450" y="1687"/>
                    </a:cubicBezTo>
                    <a:cubicBezTo>
                      <a:pt x="428" y="1606"/>
                      <a:pt x="435" y="1497"/>
                      <a:pt x="470" y="1422"/>
                    </a:cubicBezTo>
                    <a:cubicBezTo>
                      <a:pt x="612" y="1117"/>
                      <a:pt x="788" y="857"/>
                      <a:pt x="1150" y="754"/>
                    </a:cubicBezTo>
                    <a:cubicBezTo>
                      <a:pt x="1407" y="680"/>
                      <a:pt x="1662" y="633"/>
                      <a:pt x="1920" y="633"/>
                    </a:cubicBezTo>
                    <a:close/>
                    <a:moveTo>
                      <a:pt x="4737" y="160"/>
                    </a:moveTo>
                    <a:cubicBezTo>
                      <a:pt x="4867" y="160"/>
                      <a:pt x="4997" y="168"/>
                      <a:pt x="5127" y="184"/>
                    </a:cubicBezTo>
                    <a:cubicBezTo>
                      <a:pt x="5844" y="269"/>
                      <a:pt x="6138" y="905"/>
                      <a:pt x="5954" y="1434"/>
                    </a:cubicBezTo>
                    <a:cubicBezTo>
                      <a:pt x="5901" y="1587"/>
                      <a:pt x="5813" y="1716"/>
                      <a:pt x="5684" y="1818"/>
                    </a:cubicBezTo>
                    <a:cubicBezTo>
                      <a:pt x="5460" y="1993"/>
                      <a:pt x="5208" y="2089"/>
                      <a:pt x="4925" y="2133"/>
                    </a:cubicBezTo>
                    <a:cubicBezTo>
                      <a:pt x="4804" y="2150"/>
                      <a:pt x="4685" y="2160"/>
                      <a:pt x="4568" y="2160"/>
                    </a:cubicBezTo>
                    <a:cubicBezTo>
                      <a:pt x="4257" y="2160"/>
                      <a:pt x="3958" y="2095"/>
                      <a:pt x="3667" y="1956"/>
                    </a:cubicBezTo>
                    <a:cubicBezTo>
                      <a:pt x="3495" y="1873"/>
                      <a:pt x="3304" y="1831"/>
                      <a:pt x="3145" y="1696"/>
                    </a:cubicBezTo>
                    <a:cubicBezTo>
                      <a:pt x="3165" y="1573"/>
                      <a:pt x="3190" y="1470"/>
                      <a:pt x="3196" y="1366"/>
                    </a:cubicBezTo>
                    <a:cubicBezTo>
                      <a:pt x="3204" y="1247"/>
                      <a:pt x="3217" y="1123"/>
                      <a:pt x="3186" y="1012"/>
                    </a:cubicBezTo>
                    <a:cubicBezTo>
                      <a:pt x="3147" y="874"/>
                      <a:pt x="3178" y="773"/>
                      <a:pt x="3259" y="667"/>
                    </a:cubicBezTo>
                    <a:cubicBezTo>
                      <a:pt x="3402" y="481"/>
                      <a:pt x="3586" y="359"/>
                      <a:pt x="3810" y="295"/>
                    </a:cubicBezTo>
                    <a:cubicBezTo>
                      <a:pt x="4113" y="205"/>
                      <a:pt x="4425" y="160"/>
                      <a:pt x="4737" y="160"/>
                    </a:cubicBezTo>
                    <a:close/>
                    <a:moveTo>
                      <a:pt x="9321" y="928"/>
                    </a:moveTo>
                    <a:cubicBezTo>
                      <a:pt x="9443" y="928"/>
                      <a:pt x="9571" y="951"/>
                      <a:pt x="9684" y="995"/>
                    </a:cubicBezTo>
                    <a:cubicBezTo>
                      <a:pt x="9911" y="1085"/>
                      <a:pt x="10085" y="1250"/>
                      <a:pt x="10217" y="1458"/>
                    </a:cubicBezTo>
                    <a:cubicBezTo>
                      <a:pt x="10266" y="1536"/>
                      <a:pt x="10311" y="1618"/>
                      <a:pt x="10365" y="1693"/>
                    </a:cubicBezTo>
                    <a:cubicBezTo>
                      <a:pt x="10539" y="1932"/>
                      <a:pt x="10514" y="2175"/>
                      <a:pt x="10386" y="2422"/>
                    </a:cubicBezTo>
                    <a:cubicBezTo>
                      <a:pt x="10266" y="2655"/>
                      <a:pt x="10065" y="2734"/>
                      <a:pt x="9813" y="2745"/>
                    </a:cubicBezTo>
                    <a:cubicBezTo>
                      <a:pt x="9786" y="2746"/>
                      <a:pt x="9760" y="2747"/>
                      <a:pt x="9734" y="2747"/>
                    </a:cubicBezTo>
                    <a:cubicBezTo>
                      <a:pt x="9497" y="2747"/>
                      <a:pt x="9278" y="2692"/>
                      <a:pt x="9067" y="2577"/>
                    </a:cubicBezTo>
                    <a:cubicBezTo>
                      <a:pt x="8922" y="2499"/>
                      <a:pt x="8773" y="2425"/>
                      <a:pt x="8631" y="2341"/>
                    </a:cubicBezTo>
                    <a:cubicBezTo>
                      <a:pt x="8566" y="2304"/>
                      <a:pt x="8512" y="2247"/>
                      <a:pt x="8415" y="2166"/>
                    </a:cubicBezTo>
                    <a:cubicBezTo>
                      <a:pt x="8485" y="2118"/>
                      <a:pt x="8517" y="2094"/>
                      <a:pt x="8550" y="2073"/>
                    </a:cubicBezTo>
                    <a:cubicBezTo>
                      <a:pt x="8869" y="1867"/>
                      <a:pt x="8979" y="1546"/>
                      <a:pt x="9022" y="1193"/>
                    </a:cubicBezTo>
                    <a:cubicBezTo>
                      <a:pt x="9051" y="974"/>
                      <a:pt x="9073" y="934"/>
                      <a:pt x="9300" y="928"/>
                    </a:cubicBezTo>
                    <a:cubicBezTo>
                      <a:pt x="9307" y="928"/>
                      <a:pt x="9314" y="928"/>
                      <a:pt x="9321" y="928"/>
                    </a:cubicBezTo>
                    <a:close/>
                    <a:moveTo>
                      <a:pt x="5951" y="1803"/>
                    </a:moveTo>
                    <a:cubicBezTo>
                      <a:pt x="6051" y="1914"/>
                      <a:pt x="6014" y="2031"/>
                      <a:pt x="5976" y="2149"/>
                    </a:cubicBezTo>
                    <a:cubicBezTo>
                      <a:pt x="5915" y="2344"/>
                      <a:pt x="5852" y="2539"/>
                      <a:pt x="5795" y="2737"/>
                    </a:cubicBezTo>
                    <a:cubicBezTo>
                      <a:pt x="5729" y="2955"/>
                      <a:pt x="5771" y="3170"/>
                      <a:pt x="5826" y="3383"/>
                    </a:cubicBezTo>
                    <a:cubicBezTo>
                      <a:pt x="5831" y="3398"/>
                      <a:pt x="5855" y="3408"/>
                      <a:pt x="5874" y="3423"/>
                    </a:cubicBezTo>
                    <a:cubicBezTo>
                      <a:pt x="5958" y="3371"/>
                      <a:pt x="5927" y="3290"/>
                      <a:pt x="5915" y="3227"/>
                    </a:cubicBezTo>
                    <a:cubicBezTo>
                      <a:pt x="5856" y="2940"/>
                      <a:pt x="5931" y="2677"/>
                      <a:pt x="6027" y="2412"/>
                    </a:cubicBezTo>
                    <a:cubicBezTo>
                      <a:pt x="6092" y="2232"/>
                      <a:pt x="6140" y="2047"/>
                      <a:pt x="6197" y="1860"/>
                    </a:cubicBezTo>
                    <a:cubicBezTo>
                      <a:pt x="6703" y="1987"/>
                      <a:pt x="7217" y="2116"/>
                      <a:pt x="7732" y="2247"/>
                    </a:cubicBezTo>
                    <a:cubicBezTo>
                      <a:pt x="7543" y="2326"/>
                      <a:pt x="7350" y="2328"/>
                      <a:pt x="7154" y="2328"/>
                    </a:cubicBezTo>
                    <a:cubicBezTo>
                      <a:pt x="7145" y="2328"/>
                      <a:pt x="7136" y="2328"/>
                      <a:pt x="7127" y="2328"/>
                    </a:cubicBezTo>
                    <a:cubicBezTo>
                      <a:pt x="7018" y="2328"/>
                      <a:pt x="6908" y="2329"/>
                      <a:pt x="6797" y="2343"/>
                    </a:cubicBezTo>
                    <a:cubicBezTo>
                      <a:pt x="6827" y="2364"/>
                      <a:pt x="6856" y="2397"/>
                      <a:pt x="6887" y="2403"/>
                    </a:cubicBezTo>
                    <a:cubicBezTo>
                      <a:pt x="7047" y="2431"/>
                      <a:pt x="7206" y="2449"/>
                      <a:pt x="7364" y="2449"/>
                    </a:cubicBezTo>
                    <a:cubicBezTo>
                      <a:pt x="7593" y="2449"/>
                      <a:pt x="7818" y="2411"/>
                      <a:pt x="8040" y="2313"/>
                    </a:cubicBezTo>
                    <a:cubicBezTo>
                      <a:pt x="8094" y="2289"/>
                      <a:pt x="8149" y="2266"/>
                      <a:pt x="8205" y="2247"/>
                    </a:cubicBezTo>
                    <a:cubicBezTo>
                      <a:pt x="8207" y="2246"/>
                      <a:pt x="8209" y="2246"/>
                      <a:pt x="8211" y="2246"/>
                    </a:cubicBezTo>
                    <a:cubicBezTo>
                      <a:pt x="8221" y="2246"/>
                      <a:pt x="8232" y="2252"/>
                      <a:pt x="8242" y="2253"/>
                    </a:cubicBezTo>
                    <a:cubicBezTo>
                      <a:pt x="8248" y="2265"/>
                      <a:pt x="8262" y="2278"/>
                      <a:pt x="8260" y="2287"/>
                    </a:cubicBezTo>
                    <a:cubicBezTo>
                      <a:pt x="8185" y="2586"/>
                      <a:pt x="8248" y="2877"/>
                      <a:pt x="8292" y="3173"/>
                    </a:cubicBezTo>
                    <a:cubicBezTo>
                      <a:pt x="8316" y="3347"/>
                      <a:pt x="8296" y="3527"/>
                      <a:pt x="8296" y="3722"/>
                    </a:cubicBezTo>
                    <a:cubicBezTo>
                      <a:pt x="8419" y="3675"/>
                      <a:pt x="8436" y="3576"/>
                      <a:pt x="8431" y="3485"/>
                    </a:cubicBezTo>
                    <a:cubicBezTo>
                      <a:pt x="8421" y="3248"/>
                      <a:pt x="8404" y="3009"/>
                      <a:pt x="8376" y="2773"/>
                    </a:cubicBezTo>
                    <a:cubicBezTo>
                      <a:pt x="8362" y="2653"/>
                      <a:pt x="8335" y="2539"/>
                      <a:pt x="8409" y="2412"/>
                    </a:cubicBezTo>
                    <a:cubicBezTo>
                      <a:pt x="8758" y="2578"/>
                      <a:pt x="9106" y="2743"/>
                      <a:pt x="9453" y="2907"/>
                    </a:cubicBezTo>
                    <a:cubicBezTo>
                      <a:pt x="9383" y="2983"/>
                      <a:pt x="9297" y="2989"/>
                      <a:pt x="9203" y="2989"/>
                    </a:cubicBezTo>
                    <a:cubicBezTo>
                      <a:pt x="9185" y="2989"/>
                      <a:pt x="9166" y="2989"/>
                      <a:pt x="9147" y="2989"/>
                    </a:cubicBezTo>
                    <a:cubicBezTo>
                      <a:pt x="9077" y="2989"/>
                      <a:pt x="9004" y="2992"/>
                      <a:pt x="8931" y="3022"/>
                    </a:cubicBezTo>
                    <a:cubicBezTo>
                      <a:pt x="9026" y="3064"/>
                      <a:pt x="9117" y="3080"/>
                      <a:pt x="9205" y="3080"/>
                    </a:cubicBezTo>
                    <a:cubicBezTo>
                      <a:pt x="9412" y="3080"/>
                      <a:pt x="9603" y="2993"/>
                      <a:pt x="9803" y="2964"/>
                    </a:cubicBezTo>
                    <a:cubicBezTo>
                      <a:pt x="9803" y="3016"/>
                      <a:pt x="9810" y="3062"/>
                      <a:pt x="9803" y="3104"/>
                    </a:cubicBezTo>
                    <a:cubicBezTo>
                      <a:pt x="9770" y="3294"/>
                      <a:pt x="9750" y="3483"/>
                      <a:pt x="9810" y="3674"/>
                    </a:cubicBezTo>
                    <a:cubicBezTo>
                      <a:pt x="9845" y="3783"/>
                      <a:pt x="9800" y="3875"/>
                      <a:pt x="9735" y="3969"/>
                    </a:cubicBezTo>
                    <a:cubicBezTo>
                      <a:pt x="9570" y="4215"/>
                      <a:pt x="9411" y="4467"/>
                      <a:pt x="9253" y="4719"/>
                    </a:cubicBezTo>
                    <a:cubicBezTo>
                      <a:pt x="9115" y="4942"/>
                      <a:pt x="9078" y="5191"/>
                      <a:pt x="9088" y="5446"/>
                    </a:cubicBezTo>
                    <a:cubicBezTo>
                      <a:pt x="9105" y="5822"/>
                      <a:pt x="9127" y="6200"/>
                      <a:pt x="9159" y="6576"/>
                    </a:cubicBezTo>
                    <a:cubicBezTo>
                      <a:pt x="9172" y="6729"/>
                      <a:pt x="9151" y="6864"/>
                      <a:pt x="9058" y="6988"/>
                    </a:cubicBezTo>
                    <a:cubicBezTo>
                      <a:pt x="9000" y="7068"/>
                      <a:pt x="8947" y="7152"/>
                      <a:pt x="8892" y="7236"/>
                    </a:cubicBezTo>
                    <a:cubicBezTo>
                      <a:pt x="8814" y="7356"/>
                      <a:pt x="8701" y="7414"/>
                      <a:pt x="8557" y="7419"/>
                    </a:cubicBezTo>
                    <a:cubicBezTo>
                      <a:pt x="8419" y="7422"/>
                      <a:pt x="8280" y="7429"/>
                      <a:pt x="8140" y="7431"/>
                    </a:cubicBezTo>
                    <a:cubicBezTo>
                      <a:pt x="7978" y="7432"/>
                      <a:pt x="7823" y="7468"/>
                      <a:pt x="7684" y="7551"/>
                    </a:cubicBezTo>
                    <a:cubicBezTo>
                      <a:pt x="7358" y="7746"/>
                      <a:pt x="7070" y="7990"/>
                      <a:pt x="6812" y="8268"/>
                    </a:cubicBezTo>
                    <a:cubicBezTo>
                      <a:pt x="6797" y="8284"/>
                      <a:pt x="6790" y="8308"/>
                      <a:pt x="6779" y="8330"/>
                    </a:cubicBezTo>
                    <a:cubicBezTo>
                      <a:pt x="6790" y="8340"/>
                      <a:pt x="6799" y="8349"/>
                      <a:pt x="6809" y="8360"/>
                    </a:cubicBezTo>
                    <a:cubicBezTo>
                      <a:pt x="6868" y="8315"/>
                      <a:pt x="6926" y="8266"/>
                      <a:pt x="6986" y="8223"/>
                    </a:cubicBezTo>
                    <a:cubicBezTo>
                      <a:pt x="7222" y="8050"/>
                      <a:pt x="7454" y="7878"/>
                      <a:pt x="7691" y="7708"/>
                    </a:cubicBezTo>
                    <a:cubicBezTo>
                      <a:pt x="7817" y="7617"/>
                      <a:pt x="7961" y="7575"/>
                      <a:pt x="8121" y="7573"/>
                    </a:cubicBezTo>
                    <a:cubicBezTo>
                      <a:pt x="8293" y="7572"/>
                      <a:pt x="8464" y="7545"/>
                      <a:pt x="8637" y="7542"/>
                    </a:cubicBezTo>
                    <a:cubicBezTo>
                      <a:pt x="8784" y="7539"/>
                      <a:pt x="8889" y="7480"/>
                      <a:pt x="8967" y="7359"/>
                    </a:cubicBezTo>
                    <a:cubicBezTo>
                      <a:pt x="9006" y="7299"/>
                      <a:pt x="9052" y="7243"/>
                      <a:pt x="9100" y="7180"/>
                    </a:cubicBezTo>
                    <a:cubicBezTo>
                      <a:pt x="9150" y="7212"/>
                      <a:pt x="9190" y="7237"/>
                      <a:pt x="9241" y="7270"/>
                    </a:cubicBezTo>
                    <a:cubicBezTo>
                      <a:pt x="9309" y="7068"/>
                      <a:pt x="9322" y="6877"/>
                      <a:pt x="9288" y="6688"/>
                    </a:cubicBezTo>
                    <a:cubicBezTo>
                      <a:pt x="9204" y="6235"/>
                      <a:pt x="9226" y="5777"/>
                      <a:pt x="9211" y="5320"/>
                    </a:cubicBezTo>
                    <a:cubicBezTo>
                      <a:pt x="9205" y="5188"/>
                      <a:pt x="9252" y="5045"/>
                      <a:pt x="9304" y="4919"/>
                    </a:cubicBezTo>
                    <a:cubicBezTo>
                      <a:pt x="9499" y="4454"/>
                      <a:pt x="9801" y="4059"/>
                      <a:pt x="10134" y="3687"/>
                    </a:cubicBezTo>
                    <a:cubicBezTo>
                      <a:pt x="10241" y="3566"/>
                      <a:pt x="10365" y="3519"/>
                      <a:pt x="10506" y="3519"/>
                    </a:cubicBezTo>
                    <a:cubicBezTo>
                      <a:pt x="10566" y="3519"/>
                      <a:pt x="10629" y="3528"/>
                      <a:pt x="10695" y="3543"/>
                    </a:cubicBezTo>
                    <a:cubicBezTo>
                      <a:pt x="10991" y="3611"/>
                      <a:pt x="11154" y="3761"/>
                      <a:pt x="11162" y="4083"/>
                    </a:cubicBezTo>
                    <a:cubicBezTo>
                      <a:pt x="11166" y="4334"/>
                      <a:pt x="11201" y="4587"/>
                      <a:pt x="11255" y="4832"/>
                    </a:cubicBezTo>
                    <a:cubicBezTo>
                      <a:pt x="11366" y="5335"/>
                      <a:pt x="11485" y="5837"/>
                      <a:pt x="11627" y="6332"/>
                    </a:cubicBezTo>
                    <a:cubicBezTo>
                      <a:pt x="11731" y="6690"/>
                      <a:pt x="11743" y="7050"/>
                      <a:pt x="11737" y="7413"/>
                    </a:cubicBezTo>
                    <a:cubicBezTo>
                      <a:pt x="11735" y="7483"/>
                      <a:pt x="11699" y="7554"/>
                      <a:pt x="11674" y="7621"/>
                    </a:cubicBezTo>
                    <a:cubicBezTo>
                      <a:pt x="11470" y="8155"/>
                      <a:pt x="11162" y="8622"/>
                      <a:pt x="10773" y="9039"/>
                    </a:cubicBezTo>
                    <a:cubicBezTo>
                      <a:pt x="10439" y="9398"/>
                      <a:pt x="10100" y="9753"/>
                      <a:pt x="9774" y="10121"/>
                    </a:cubicBezTo>
                    <a:cubicBezTo>
                      <a:pt x="9580" y="10339"/>
                      <a:pt x="9406" y="10573"/>
                      <a:pt x="9228" y="10804"/>
                    </a:cubicBezTo>
                    <a:cubicBezTo>
                      <a:pt x="9045" y="11039"/>
                      <a:pt x="8887" y="11294"/>
                      <a:pt x="8686" y="11513"/>
                    </a:cubicBezTo>
                    <a:cubicBezTo>
                      <a:pt x="8478" y="11738"/>
                      <a:pt x="8257" y="11958"/>
                      <a:pt x="7986" y="12117"/>
                    </a:cubicBezTo>
                    <a:cubicBezTo>
                      <a:pt x="7298" y="12517"/>
                      <a:pt x="6575" y="12825"/>
                      <a:pt x="5789" y="12952"/>
                    </a:cubicBezTo>
                    <a:cubicBezTo>
                      <a:pt x="5657" y="12974"/>
                      <a:pt x="5522" y="12981"/>
                      <a:pt x="5386" y="12981"/>
                    </a:cubicBezTo>
                    <a:cubicBezTo>
                      <a:pt x="5262" y="12981"/>
                      <a:pt x="5138" y="12975"/>
                      <a:pt x="5016" y="12972"/>
                    </a:cubicBezTo>
                    <a:cubicBezTo>
                      <a:pt x="4419" y="12957"/>
                      <a:pt x="3826" y="12906"/>
                      <a:pt x="3249" y="12738"/>
                    </a:cubicBezTo>
                    <a:cubicBezTo>
                      <a:pt x="2976" y="12658"/>
                      <a:pt x="2696" y="12600"/>
                      <a:pt x="2419" y="12534"/>
                    </a:cubicBezTo>
                    <a:cubicBezTo>
                      <a:pt x="2356" y="12519"/>
                      <a:pt x="2291" y="12516"/>
                      <a:pt x="2191" y="12502"/>
                    </a:cubicBezTo>
                    <a:lnTo>
                      <a:pt x="2191" y="12502"/>
                    </a:lnTo>
                    <a:cubicBezTo>
                      <a:pt x="2231" y="12565"/>
                      <a:pt x="2243" y="12600"/>
                      <a:pt x="2270" y="12621"/>
                    </a:cubicBezTo>
                    <a:cubicBezTo>
                      <a:pt x="2294" y="12642"/>
                      <a:pt x="2327" y="12654"/>
                      <a:pt x="2360" y="12661"/>
                    </a:cubicBezTo>
                    <a:cubicBezTo>
                      <a:pt x="2910" y="12783"/>
                      <a:pt x="3439" y="12990"/>
                      <a:pt x="4003" y="13042"/>
                    </a:cubicBezTo>
                    <a:cubicBezTo>
                      <a:pt x="4391" y="13078"/>
                      <a:pt x="4779" y="13114"/>
                      <a:pt x="5167" y="13114"/>
                    </a:cubicBezTo>
                    <a:cubicBezTo>
                      <a:pt x="5440" y="13114"/>
                      <a:pt x="5713" y="13096"/>
                      <a:pt x="5985" y="13047"/>
                    </a:cubicBezTo>
                    <a:cubicBezTo>
                      <a:pt x="6800" y="12900"/>
                      <a:pt x="7538" y="12564"/>
                      <a:pt x="8230" y="12121"/>
                    </a:cubicBezTo>
                    <a:cubicBezTo>
                      <a:pt x="8287" y="12085"/>
                      <a:pt x="8340" y="12046"/>
                      <a:pt x="8413" y="11998"/>
                    </a:cubicBezTo>
                    <a:cubicBezTo>
                      <a:pt x="8424" y="12051"/>
                      <a:pt x="8437" y="12091"/>
                      <a:pt x="8437" y="12132"/>
                    </a:cubicBezTo>
                    <a:cubicBezTo>
                      <a:pt x="8449" y="13650"/>
                      <a:pt x="8463" y="15168"/>
                      <a:pt x="8467" y="16688"/>
                    </a:cubicBezTo>
                    <a:cubicBezTo>
                      <a:pt x="8469" y="17085"/>
                      <a:pt x="8449" y="17482"/>
                      <a:pt x="8431" y="17880"/>
                    </a:cubicBezTo>
                    <a:cubicBezTo>
                      <a:pt x="8415" y="18289"/>
                      <a:pt x="8350" y="18396"/>
                      <a:pt x="7966" y="18516"/>
                    </a:cubicBezTo>
                    <a:cubicBezTo>
                      <a:pt x="7118" y="18778"/>
                      <a:pt x="6263" y="19019"/>
                      <a:pt x="5372" y="19095"/>
                    </a:cubicBezTo>
                    <a:cubicBezTo>
                      <a:pt x="5237" y="19107"/>
                      <a:pt x="5102" y="19112"/>
                      <a:pt x="4968" y="19112"/>
                    </a:cubicBezTo>
                    <a:cubicBezTo>
                      <a:pt x="4559" y="19112"/>
                      <a:pt x="4154" y="19063"/>
                      <a:pt x="3748" y="18996"/>
                    </a:cubicBezTo>
                    <a:cubicBezTo>
                      <a:pt x="3429" y="18944"/>
                      <a:pt x="3103" y="18912"/>
                      <a:pt x="2787" y="18842"/>
                    </a:cubicBezTo>
                    <a:cubicBezTo>
                      <a:pt x="2516" y="18781"/>
                      <a:pt x="2255" y="18681"/>
                      <a:pt x="1991" y="18597"/>
                    </a:cubicBezTo>
                    <a:cubicBezTo>
                      <a:pt x="1952" y="18585"/>
                      <a:pt x="1918" y="18565"/>
                      <a:pt x="1882" y="18547"/>
                    </a:cubicBezTo>
                    <a:cubicBezTo>
                      <a:pt x="1651" y="18438"/>
                      <a:pt x="1516" y="18306"/>
                      <a:pt x="1556" y="18001"/>
                    </a:cubicBezTo>
                    <a:cubicBezTo>
                      <a:pt x="1703" y="16873"/>
                      <a:pt x="1657" y="15737"/>
                      <a:pt x="1664" y="14604"/>
                    </a:cubicBezTo>
                    <a:cubicBezTo>
                      <a:pt x="1669" y="13889"/>
                      <a:pt x="1694" y="13173"/>
                      <a:pt x="1711" y="12445"/>
                    </a:cubicBezTo>
                    <a:cubicBezTo>
                      <a:pt x="1762" y="12453"/>
                      <a:pt x="1814" y="12459"/>
                      <a:pt x="1903" y="12471"/>
                    </a:cubicBezTo>
                    <a:cubicBezTo>
                      <a:pt x="1862" y="12414"/>
                      <a:pt x="1844" y="12384"/>
                      <a:pt x="1822" y="12358"/>
                    </a:cubicBezTo>
                    <a:cubicBezTo>
                      <a:pt x="1810" y="12343"/>
                      <a:pt x="1790" y="12333"/>
                      <a:pt x="1775" y="12321"/>
                    </a:cubicBezTo>
                    <a:cubicBezTo>
                      <a:pt x="1228" y="11943"/>
                      <a:pt x="1324" y="12025"/>
                      <a:pt x="1049" y="11416"/>
                    </a:cubicBezTo>
                    <a:cubicBezTo>
                      <a:pt x="656" y="10541"/>
                      <a:pt x="390" y="9626"/>
                      <a:pt x="206" y="8688"/>
                    </a:cubicBezTo>
                    <a:cubicBezTo>
                      <a:pt x="162" y="8463"/>
                      <a:pt x="146" y="8227"/>
                      <a:pt x="150" y="7996"/>
                    </a:cubicBezTo>
                    <a:cubicBezTo>
                      <a:pt x="158" y="7321"/>
                      <a:pt x="174" y="6645"/>
                      <a:pt x="203" y="5969"/>
                    </a:cubicBezTo>
                    <a:cubicBezTo>
                      <a:pt x="218" y="5593"/>
                      <a:pt x="273" y="5218"/>
                      <a:pt x="294" y="4841"/>
                    </a:cubicBezTo>
                    <a:cubicBezTo>
                      <a:pt x="303" y="4685"/>
                      <a:pt x="291" y="4521"/>
                      <a:pt x="252" y="4370"/>
                    </a:cubicBezTo>
                    <a:cubicBezTo>
                      <a:pt x="149" y="3965"/>
                      <a:pt x="123" y="3561"/>
                      <a:pt x="209" y="3150"/>
                    </a:cubicBezTo>
                    <a:cubicBezTo>
                      <a:pt x="275" y="2833"/>
                      <a:pt x="327" y="2514"/>
                      <a:pt x="389" y="2196"/>
                    </a:cubicBezTo>
                    <a:cubicBezTo>
                      <a:pt x="399" y="2145"/>
                      <a:pt x="422" y="2098"/>
                      <a:pt x="440" y="2047"/>
                    </a:cubicBezTo>
                    <a:cubicBezTo>
                      <a:pt x="830" y="2210"/>
                      <a:pt x="1214" y="2297"/>
                      <a:pt x="1594" y="2297"/>
                    </a:cubicBezTo>
                    <a:cubicBezTo>
                      <a:pt x="2059" y="2297"/>
                      <a:pt x="2519" y="2166"/>
                      <a:pt x="2976" y="1879"/>
                    </a:cubicBezTo>
                    <a:cubicBezTo>
                      <a:pt x="2983" y="1950"/>
                      <a:pt x="2997" y="1999"/>
                      <a:pt x="2992" y="2046"/>
                    </a:cubicBezTo>
                    <a:cubicBezTo>
                      <a:pt x="2965" y="2329"/>
                      <a:pt x="2926" y="2611"/>
                      <a:pt x="2904" y="2895"/>
                    </a:cubicBezTo>
                    <a:cubicBezTo>
                      <a:pt x="2892" y="3053"/>
                      <a:pt x="2893" y="3213"/>
                      <a:pt x="2908" y="3371"/>
                    </a:cubicBezTo>
                    <a:cubicBezTo>
                      <a:pt x="2917" y="3464"/>
                      <a:pt x="2943" y="3564"/>
                      <a:pt x="3052" y="3656"/>
                    </a:cubicBezTo>
                    <a:cubicBezTo>
                      <a:pt x="3052" y="3579"/>
                      <a:pt x="3066" y="3528"/>
                      <a:pt x="3051" y="3488"/>
                    </a:cubicBezTo>
                    <a:cubicBezTo>
                      <a:pt x="2992" y="3341"/>
                      <a:pt x="2991" y="3192"/>
                      <a:pt x="3010" y="3037"/>
                    </a:cubicBezTo>
                    <a:cubicBezTo>
                      <a:pt x="3055" y="2697"/>
                      <a:pt x="3096" y="2355"/>
                      <a:pt x="3138" y="2014"/>
                    </a:cubicBezTo>
                    <a:cubicBezTo>
                      <a:pt x="3141" y="1989"/>
                      <a:pt x="3153" y="1965"/>
                      <a:pt x="3166" y="1921"/>
                    </a:cubicBezTo>
                    <a:cubicBezTo>
                      <a:pt x="3638" y="2099"/>
                      <a:pt x="4088" y="2342"/>
                      <a:pt x="4603" y="2342"/>
                    </a:cubicBezTo>
                    <a:cubicBezTo>
                      <a:pt x="4649" y="2342"/>
                      <a:pt x="4697" y="2340"/>
                      <a:pt x="4745" y="2335"/>
                    </a:cubicBezTo>
                    <a:lnTo>
                      <a:pt x="4745" y="2335"/>
                    </a:lnTo>
                    <a:cubicBezTo>
                      <a:pt x="4637" y="2439"/>
                      <a:pt x="4509" y="2440"/>
                      <a:pt x="4380" y="2446"/>
                    </a:cubicBezTo>
                    <a:cubicBezTo>
                      <a:pt x="4367" y="2447"/>
                      <a:pt x="4354" y="2447"/>
                      <a:pt x="4341" y="2447"/>
                    </a:cubicBezTo>
                    <a:cubicBezTo>
                      <a:pt x="4297" y="2447"/>
                      <a:pt x="4253" y="2445"/>
                      <a:pt x="4206" y="2445"/>
                    </a:cubicBezTo>
                    <a:cubicBezTo>
                      <a:pt x="4135" y="2445"/>
                      <a:pt x="4057" y="2451"/>
                      <a:pt x="3967" y="2482"/>
                    </a:cubicBezTo>
                    <a:cubicBezTo>
                      <a:pt x="4042" y="2523"/>
                      <a:pt x="4077" y="2551"/>
                      <a:pt x="4114" y="2559"/>
                    </a:cubicBezTo>
                    <a:cubicBezTo>
                      <a:pt x="4183" y="2573"/>
                      <a:pt x="4249" y="2580"/>
                      <a:pt x="4315" y="2580"/>
                    </a:cubicBezTo>
                    <a:cubicBezTo>
                      <a:pt x="4547" y="2580"/>
                      <a:pt x="4764" y="2498"/>
                      <a:pt x="4974" y="2391"/>
                    </a:cubicBezTo>
                    <a:cubicBezTo>
                      <a:pt x="5162" y="2295"/>
                      <a:pt x="5349" y="2196"/>
                      <a:pt x="5531" y="2088"/>
                    </a:cubicBezTo>
                    <a:cubicBezTo>
                      <a:pt x="5673" y="2004"/>
                      <a:pt x="5805" y="1903"/>
                      <a:pt x="5951" y="1803"/>
                    </a:cubicBezTo>
                    <a:close/>
                    <a:moveTo>
                      <a:pt x="6831" y="0"/>
                    </a:moveTo>
                    <a:cubicBezTo>
                      <a:pt x="6496" y="0"/>
                      <a:pt x="6203" y="90"/>
                      <a:pt x="5966" y="349"/>
                    </a:cubicBezTo>
                    <a:cubicBezTo>
                      <a:pt x="5960" y="358"/>
                      <a:pt x="5942" y="358"/>
                      <a:pt x="5922" y="364"/>
                    </a:cubicBezTo>
                    <a:cubicBezTo>
                      <a:pt x="5844" y="313"/>
                      <a:pt x="5766" y="245"/>
                      <a:pt x="5678" y="206"/>
                    </a:cubicBezTo>
                    <a:cubicBezTo>
                      <a:pt x="5522" y="136"/>
                      <a:pt x="5363" y="41"/>
                      <a:pt x="5199" y="29"/>
                    </a:cubicBezTo>
                    <a:cubicBezTo>
                      <a:pt x="5029" y="16"/>
                      <a:pt x="4857" y="5"/>
                      <a:pt x="4685" y="5"/>
                    </a:cubicBezTo>
                    <a:cubicBezTo>
                      <a:pt x="4492" y="5"/>
                      <a:pt x="4300" y="19"/>
                      <a:pt x="4110" y="59"/>
                    </a:cubicBezTo>
                    <a:cubicBezTo>
                      <a:pt x="3730" y="142"/>
                      <a:pt x="3357" y="241"/>
                      <a:pt x="3141" y="614"/>
                    </a:cubicBezTo>
                    <a:cubicBezTo>
                      <a:pt x="3108" y="672"/>
                      <a:pt x="3060" y="694"/>
                      <a:pt x="3005" y="694"/>
                    </a:cubicBezTo>
                    <a:cubicBezTo>
                      <a:pt x="2982" y="694"/>
                      <a:pt x="2957" y="690"/>
                      <a:pt x="2932" y="683"/>
                    </a:cubicBezTo>
                    <a:cubicBezTo>
                      <a:pt x="2889" y="671"/>
                      <a:pt x="2845" y="653"/>
                      <a:pt x="2802" y="638"/>
                    </a:cubicBezTo>
                    <a:cubicBezTo>
                      <a:pt x="2506" y="539"/>
                      <a:pt x="2210" y="489"/>
                      <a:pt x="1915" y="489"/>
                    </a:cubicBezTo>
                    <a:cubicBezTo>
                      <a:pt x="1618" y="489"/>
                      <a:pt x="1322" y="539"/>
                      <a:pt x="1025" y="638"/>
                    </a:cubicBezTo>
                    <a:cubicBezTo>
                      <a:pt x="693" y="749"/>
                      <a:pt x="297" y="1276"/>
                      <a:pt x="288" y="1624"/>
                    </a:cubicBezTo>
                    <a:cubicBezTo>
                      <a:pt x="287" y="1663"/>
                      <a:pt x="302" y="1702"/>
                      <a:pt x="302" y="1741"/>
                    </a:cubicBezTo>
                    <a:cubicBezTo>
                      <a:pt x="299" y="1881"/>
                      <a:pt x="308" y="2020"/>
                      <a:pt x="284" y="2155"/>
                    </a:cubicBezTo>
                    <a:cubicBezTo>
                      <a:pt x="222" y="2535"/>
                      <a:pt x="147" y="2911"/>
                      <a:pt x="74" y="3288"/>
                    </a:cubicBezTo>
                    <a:cubicBezTo>
                      <a:pt x="14" y="3599"/>
                      <a:pt x="30" y="3908"/>
                      <a:pt x="98" y="4215"/>
                    </a:cubicBezTo>
                    <a:cubicBezTo>
                      <a:pt x="179" y="4589"/>
                      <a:pt x="168" y="4964"/>
                      <a:pt x="141" y="5344"/>
                    </a:cubicBezTo>
                    <a:cubicBezTo>
                      <a:pt x="84" y="6089"/>
                      <a:pt x="33" y="6838"/>
                      <a:pt x="12" y="7585"/>
                    </a:cubicBezTo>
                    <a:cubicBezTo>
                      <a:pt x="0" y="7975"/>
                      <a:pt x="23" y="8372"/>
                      <a:pt x="92" y="8754"/>
                    </a:cubicBezTo>
                    <a:cubicBezTo>
                      <a:pt x="263" y="9723"/>
                      <a:pt x="564" y="10657"/>
                      <a:pt x="966" y="11555"/>
                    </a:cubicBezTo>
                    <a:cubicBezTo>
                      <a:pt x="1103" y="11860"/>
                      <a:pt x="1247" y="12159"/>
                      <a:pt x="1565" y="12315"/>
                    </a:cubicBezTo>
                    <a:lnTo>
                      <a:pt x="1565" y="12408"/>
                    </a:lnTo>
                    <a:cubicBezTo>
                      <a:pt x="1549" y="13555"/>
                      <a:pt x="1519" y="14702"/>
                      <a:pt x="1522" y="15848"/>
                    </a:cubicBezTo>
                    <a:cubicBezTo>
                      <a:pt x="1526" y="16666"/>
                      <a:pt x="1459" y="17476"/>
                      <a:pt x="1402" y="18289"/>
                    </a:cubicBezTo>
                    <a:cubicBezTo>
                      <a:pt x="1397" y="18337"/>
                      <a:pt x="1429" y="18409"/>
                      <a:pt x="1468" y="18438"/>
                    </a:cubicBezTo>
                    <a:cubicBezTo>
                      <a:pt x="1612" y="18544"/>
                      <a:pt x="1756" y="18660"/>
                      <a:pt x="1916" y="18726"/>
                    </a:cubicBezTo>
                    <a:cubicBezTo>
                      <a:pt x="2179" y="18836"/>
                      <a:pt x="2449" y="18938"/>
                      <a:pt x="2728" y="18990"/>
                    </a:cubicBezTo>
                    <a:cubicBezTo>
                      <a:pt x="3274" y="19092"/>
                      <a:pt x="3826" y="19164"/>
                      <a:pt x="4377" y="19238"/>
                    </a:cubicBezTo>
                    <a:cubicBezTo>
                      <a:pt x="4577" y="19265"/>
                      <a:pt x="4777" y="19278"/>
                      <a:pt x="4977" y="19278"/>
                    </a:cubicBezTo>
                    <a:cubicBezTo>
                      <a:pt x="5241" y="19278"/>
                      <a:pt x="5505" y="19255"/>
                      <a:pt x="5765" y="19211"/>
                    </a:cubicBezTo>
                    <a:cubicBezTo>
                      <a:pt x="6253" y="19127"/>
                      <a:pt x="6737" y="19011"/>
                      <a:pt x="7219" y="18894"/>
                    </a:cubicBezTo>
                    <a:cubicBezTo>
                      <a:pt x="7528" y="18819"/>
                      <a:pt x="7831" y="18720"/>
                      <a:pt x="8134" y="18625"/>
                    </a:cubicBezTo>
                    <a:cubicBezTo>
                      <a:pt x="8403" y="18541"/>
                      <a:pt x="8562" y="18373"/>
                      <a:pt x="8551" y="18073"/>
                    </a:cubicBezTo>
                    <a:cubicBezTo>
                      <a:pt x="8550" y="18001"/>
                      <a:pt x="8575" y="17929"/>
                      <a:pt x="8577" y="17857"/>
                    </a:cubicBezTo>
                    <a:cubicBezTo>
                      <a:pt x="8593" y="16969"/>
                      <a:pt x="8613" y="16081"/>
                      <a:pt x="8620" y="15192"/>
                    </a:cubicBezTo>
                    <a:cubicBezTo>
                      <a:pt x="8625" y="14636"/>
                      <a:pt x="8614" y="14079"/>
                      <a:pt x="8605" y="13521"/>
                    </a:cubicBezTo>
                    <a:cubicBezTo>
                      <a:pt x="8598" y="13011"/>
                      <a:pt x="8583" y="12501"/>
                      <a:pt x="8569" y="11991"/>
                    </a:cubicBezTo>
                    <a:cubicBezTo>
                      <a:pt x="8566" y="11911"/>
                      <a:pt x="8598" y="11859"/>
                      <a:pt x="8652" y="11801"/>
                    </a:cubicBezTo>
                    <a:cubicBezTo>
                      <a:pt x="8773" y="11671"/>
                      <a:pt x="8884" y="11530"/>
                      <a:pt x="8991" y="11387"/>
                    </a:cubicBezTo>
                    <a:cubicBezTo>
                      <a:pt x="9237" y="11059"/>
                      <a:pt x="9460" y="10712"/>
                      <a:pt x="9725" y="10399"/>
                    </a:cubicBezTo>
                    <a:cubicBezTo>
                      <a:pt x="10098" y="9959"/>
                      <a:pt x="10497" y="9542"/>
                      <a:pt x="10887" y="9117"/>
                    </a:cubicBezTo>
                    <a:cubicBezTo>
                      <a:pt x="11310" y="8658"/>
                      <a:pt x="11633" y="8137"/>
                      <a:pt x="11860" y="7558"/>
                    </a:cubicBezTo>
                    <a:cubicBezTo>
                      <a:pt x="11876" y="7515"/>
                      <a:pt x="11893" y="7468"/>
                      <a:pt x="11891" y="7423"/>
                    </a:cubicBezTo>
                    <a:cubicBezTo>
                      <a:pt x="11884" y="7080"/>
                      <a:pt x="11891" y="6738"/>
                      <a:pt x="11789" y="6400"/>
                    </a:cubicBezTo>
                    <a:cubicBezTo>
                      <a:pt x="11641" y="5912"/>
                      <a:pt x="11507" y="5419"/>
                      <a:pt x="11397" y="4922"/>
                    </a:cubicBezTo>
                    <a:cubicBezTo>
                      <a:pt x="11322" y="4587"/>
                      <a:pt x="11294" y="4242"/>
                      <a:pt x="11253" y="3900"/>
                    </a:cubicBezTo>
                    <a:cubicBezTo>
                      <a:pt x="11228" y="3680"/>
                      <a:pt x="11133" y="3527"/>
                      <a:pt x="10907" y="3474"/>
                    </a:cubicBezTo>
                    <a:cubicBezTo>
                      <a:pt x="10856" y="3462"/>
                      <a:pt x="10808" y="3437"/>
                      <a:pt x="10758" y="3416"/>
                    </a:cubicBezTo>
                    <a:cubicBezTo>
                      <a:pt x="10675" y="3380"/>
                      <a:pt x="10595" y="3363"/>
                      <a:pt x="10516" y="3363"/>
                    </a:cubicBezTo>
                    <a:cubicBezTo>
                      <a:pt x="10391" y="3363"/>
                      <a:pt x="10270" y="3405"/>
                      <a:pt x="10154" y="3482"/>
                    </a:cubicBezTo>
                    <a:cubicBezTo>
                      <a:pt x="10095" y="3522"/>
                      <a:pt x="10035" y="3564"/>
                      <a:pt x="9957" y="3621"/>
                    </a:cubicBezTo>
                    <a:cubicBezTo>
                      <a:pt x="9851" y="3387"/>
                      <a:pt x="9926" y="3188"/>
                      <a:pt x="9978" y="2983"/>
                    </a:cubicBezTo>
                    <a:cubicBezTo>
                      <a:pt x="10011" y="2851"/>
                      <a:pt x="10133" y="2850"/>
                      <a:pt x="10220" y="2802"/>
                    </a:cubicBezTo>
                    <a:cubicBezTo>
                      <a:pt x="10449" y="2677"/>
                      <a:pt x="10676" y="2209"/>
                      <a:pt x="10628" y="1951"/>
                    </a:cubicBezTo>
                    <a:cubicBezTo>
                      <a:pt x="10622" y="1926"/>
                      <a:pt x="10616" y="1899"/>
                      <a:pt x="10605" y="1875"/>
                    </a:cubicBezTo>
                    <a:cubicBezTo>
                      <a:pt x="10463" y="1542"/>
                      <a:pt x="10269" y="1243"/>
                      <a:pt x="9986" y="1012"/>
                    </a:cubicBezTo>
                    <a:cubicBezTo>
                      <a:pt x="9796" y="856"/>
                      <a:pt x="9582" y="779"/>
                      <a:pt x="9346" y="779"/>
                    </a:cubicBezTo>
                    <a:cubicBezTo>
                      <a:pt x="9300" y="779"/>
                      <a:pt x="9253" y="782"/>
                      <a:pt x="9205" y="788"/>
                    </a:cubicBezTo>
                    <a:cubicBezTo>
                      <a:pt x="9129" y="797"/>
                      <a:pt x="9049" y="800"/>
                      <a:pt x="8980" y="805"/>
                    </a:cubicBezTo>
                    <a:cubicBezTo>
                      <a:pt x="8959" y="772"/>
                      <a:pt x="8946" y="757"/>
                      <a:pt x="8940" y="739"/>
                    </a:cubicBezTo>
                    <a:cubicBezTo>
                      <a:pt x="8866" y="484"/>
                      <a:pt x="8679" y="362"/>
                      <a:pt x="8440" y="274"/>
                    </a:cubicBezTo>
                    <a:cubicBezTo>
                      <a:pt x="7948" y="92"/>
                      <a:pt x="7441" y="25"/>
                      <a:pt x="6920" y="2"/>
                    </a:cubicBezTo>
                    <a:cubicBezTo>
                      <a:pt x="6890" y="1"/>
                      <a:pt x="6860" y="0"/>
                      <a:pt x="6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3">
                <a:extLst>
                  <a:ext uri="{FF2B5EF4-FFF2-40B4-BE49-F238E27FC236}">
                    <a16:creationId xmlns:a16="http://schemas.microsoft.com/office/drawing/2014/main" id="{8D46D367-05DE-952A-D2EA-A3FA673554E5}"/>
                  </a:ext>
                </a:extLst>
              </p:cNvPr>
              <p:cNvSpPr/>
              <p:nvPr/>
            </p:nvSpPr>
            <p:spPr>
              <a:xfrm>
                <a:off x="1738725" y="1334775"/>
                <a:ext cx="12750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5100" h="1098" extrusionOk="0">
                    <a:moveTo>
                      <a:pt x="3575" y="1"/>
                    </a:moveTo>
                    <a:cubicBezTo>
                      <a:pt x="3056" y="1"/>
                      <a:pt x="2543" y="72"/>
                      <a:pt x="2031" y="166"/>
                    </a:cubicBezTo>
                    <a:cubicBezTo>
                      <a:pt x="1453" y="271"/>
                      <a:pt x="901" y="445"/>
                      <a:pt x="389" y="734"/>
                    </a:cubicBezTo>
                    <a:cubicBezTo>
                      <a:pt x="286" y="793"/>
                      <a:pt x="190" y="865"/>
                      <a:pt x="95" y="935"/>
                    </a:cubicBezTo>
                    <a:cubicBezTo>
                      <a:pt x="47" y="970"/>
                      <a:pt x="1" y="1013"/>
                      <a:pt x="47" y="1097"/>
                    </a:cubicBezTo>
                    <a:cubicBezTo>
                      <a:pt x="92" y="1072"/>
                      <a:pt x="137" y="1049"/>
                      <a:pt x="179" y="1021"/>
                    </a:cubicBezTo>
                    <a:lnTo>
                      <a:pt x="179" y="1022"/>
                    </a:lnTo>
                    <a:cubicBezTo>
                      <a:pt x="538" y="781"/>
                      <a:pt x="921" y="587"/>
                      <a:pt x="1330" y="448"/>
                    </a:cubicBezTo>
                    <a:cubicBezTo>
                      <a:pt x="2050" y="203"/>
                      <a:pt x="2796" y="103"/>
                      <a:pt x="3554" y="83"/>
                    </a:cubicBezTo>
                    <a:cubicBezTo>
                      <a:pt x="3583" y="83"/>
                      <a:pt x="3613" y="82"/>
                      <a:pt x="3642" y="82"/>
                    </a:cubicBezTo>
                    <a:cubicBezTo>
                      <a:pt x="3991" y="82"/>
                      <a:pt x="4334" y="124"/>
                      <a:pt x="4673" y="217"/>
                    </a:cubicBezTo>
                    <a:cubicBezTo>
                      <a:pt x="4813" y="256"/>
                      <a:pt x="4957" y="272"/>
                      <a:pt x="5099" y="298"/>
                    </a:cubicBezTo>
                    <a:cubicBezTo>
                      <a:pt x="4882" y="178"/>
                      <a:pt x="4324" y="47"/>
                      <a:pt x="4045" y="22"/>
                    </a:cubicBezTo>
                    <a:cubicBezTo>
                      <a:pt x="3887" y="7"/>
                      <a:pt x="3731" y="1"/>
                      <a:pt x="35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3">
                <a:extLst>
                  <a:ext uri="{FF2B5EF4-FFF2-40B4-BE49-F238E27FC236}">
                    <a16:creationId xmlns:a16="http://schemas.microsoft.com/office/drawing/2014/main" id="{C0D2094C-F6F7-26E1-AC5A-85EA486B5D80}"/>
                  </a:ext>
                </a:extLst>
              </p:cNvPr>
              <p:cNvSpPr/>
              <p:nvPr/>
            </p:nvSpPr>
            <p:spPr>
              <a:xfrm>
                <a:off x="1782875" y="1349925"/>
                <a:ext cx="656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475" extrusionOk="0">
                    <a:moveTo>
                      <a:pt x="2049" y="0"/>
                    </a:moveTo>
                    <a:cubicBezTo>
                      <a:pt x="1795" y="0"/>
                      <a:pt x="1539" y="3"/>
                      <a:pt x="1285" y="20"/>
                    </a:cubicBezTo>
                    <a:cubicBezTo>
                      <a:pt x="922" y="46"/>
                      <a:pt x="568" y="133"/>
                      <a:pt x="224" y="256"/>
                    </a:cubicBezTo>
                    <a:cubicBezTo>
                      <a:pt x="136" y="289"/>
                      <a:pt x="41" y="320"/>
                      <a:pt x="1" y="475"/>
                    </a:cubicBezTo>
                    <a:cubicBezTo>
                      <a:pt x="427" y="271"/>
                      <a:pt x="853" y="175"/>
                      <a:pt x="1285" y="131"/>
                    </a:cubicBezTo>
                    <a:cubicBezTo>
                      <a:pt x="1716" y="88"/>
                      <a:pt x="2152" y="79"/>
                      <a:pt x="2625" y="53"/>
                    </a:cubicBezTo>
                    <a:cubicBezTo>
                      <a:pt x="2508" y="31"/>
                      <a:pt x="2421" y="1"/>
                      <a:pt x="2336" y="1"/>
                    </a:cubicBezTo>
                    <a:cubicBezTo>
                      <a:pt x="2240" y="1"/>
                      <a:pt x="2145" y="0"/>
                      <a:pt x="2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3">
                <a:extLst>
                  <a:ext uri="{FF2B5EF4-FFF2-40B4-BE49-F238E27FC236}">
                    <a16:creationId xmlns:a16="http://schemas.microsoft.com/office/drawing/2014/main" id="{57EF9ECE-3FF7-4D52-0125-E2B89239B390}"/>
                  </a:ext>
                </a:extLst>
              </p:cNvPr>
              <p:cNvSpPr/>
              <p:nvPr/>
            </p:nvSpPr>
            <p:spPr>
              <a:xfrm>
                <a:off x="1713950" y="1304475"/>
                <a:ext cx="25375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232" extrusionOk="0">
                    <a:moveTo>
                      <a:pt x="1014" y="0"/>
                    </a:moveTo>
                    <a:lnTo>
                      <a:pt x="1014" y="0"/>
                    </a:lnTo>
                    <a:cubicBezTo>
                      <a:pt x="818" y="80"/>
                      <a:pt x="618" y="106"/>
                      <a:pt x="416" y="106"/>
                    </a:cubicBezTo>
                    <a:cubicBezTo>
                      <a:pt x="278" y="106"/>
                      <a:pt x="139" y="94"/>
                      <a:pt x="0" y="78"/>
                    </a:cubicBezTo>
                    <a:lnTo>
                      <a:pt x="0" y="78"/>
                    </a:lnTo>
                    <a:cubicBezTo>
                      <a:pt x="103" y="182"/>
                      <a:pt x="261" y="231"/>
                      <a:pt x="428" y="231"/>
                    </a:cubicBezTo>
                    <a:cubicBezTo>
                      <a:pt x="642" y="231"/>
                      <a:pt x="870" y="150"/>
                      <a:pt x="1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3">
                <a:extLst>
                  <a:ext uri="{FF2B5EF4-FFF2-40B4-BE49-F238E27FC236}">
                    <a16:creationId xmlns:a16="http://schemas.microsoft.com/office/drawing/2014/main" id="{E561B785-C3A5-7792-D774-B6FBAD2B6122}"/>
                  </a:ext>
                </a:extLst>
              </p:cNvPr>
              <p:cNvSpPr/>
              <p:nvPr/>
            </p:nvSpPr>
            <p:spPr>
              <a:xfrm>
                <a:off x="1811425" y="1358575"/>
                <a:ext cx="13150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526" h="99" extrusionOk="0">
                    <a:moveTo>
                      <a:pt x="397" y="1"/>
                    </a:moveTo>
                    <a:cubicBezTo>
                      <a:pt x="259" y="1"/>
                      <a:pt x="128" y="38"/>
                      <a:pt x="1" y="96"/>
                    </a:cubicBezTo>
                    <a:cubicBezTo>
                      <a:pt x="32" y="97"/>
                      <a:pt x="64" y="98"/>
                      <a:pt x="95" y="98"/>
                    </a:cubicBezTo>
                    <a:cubicBezTo>
                      <a:pt x="243" y="98"/>
                      <a:pt x="388" y="80"/>
                      <a:pt x="526" y="12"/>
                    </a:cubicBezTo>
                    <a:cubicBezTo>
                      <a:pt x="482" y="4"/>
                      <a:pt x="439" y="1"/>
                      <a:pt x="3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3">
                <a:extLst>
                  <a:ext uri="{FF2B5EF4-FFF2-40B4-BE49-F238E27FC236}">
                    <a16:creationId xmlns:a16="http://schemas.microsoft.com/office/drawing/2014/main" id="{3CBD880E-AAC1-5564-9FD8-1A11113B3954}"/>
                  </a:ext>
                </a:extLst>
              </p:cNvPr>
              <p:cNvSpPr/>
              <p:nvPr/>
            </p:nvSpPr>
            <p:spPr>
              <a:xfrm>
                <a:off x="1796125" y="1314100"/>
                <a:ext cx="3075" cy="120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48" extrusionOk="0">
                    <a:moveTo>
                      <a:pt x="3" y="1"/>
                    </a:moveTo>
                    <a:cubicBezTo>
                      <a:pt x="2" y="16"/>
                      <a:pt x="0" y="31"/>
                      <a:pt x="0" y="47"/>
                    </a:cubicBezTo>
                    <a:cubicBezTo>
                      <a:pt x="41" y="46"/>
                      <a:pt x="82" y="43"/>
                      <a:pt x="122" y="41"/>
                    </a:cubicBezTo>
                    <a:lnTo>
                      <a:pt x="122" y="10"/>
                    </a:lnTo>
                    <a:cubicBezTo>
                      <a:pt x="82" y="7"/>
                      <a:pt x="43" y="4"/>
                      <a:pt x="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4" name="Google Shape;274;p33">
            <a:extLst>
              <a:ext uri="{FF2B5EF4-FFF2-40B4-BE49-F238E27FC236}">
                <a16:creationId xmlns:a16="http://schemas.microsoft.com/office/drawing/2014/main" id="{5E154E9E-E6C7-642A-C643-D78AEE94A244}"/>
              </a:ext>
            </a:extLst>
          </p:cNvPr>
          <p:cNvSpPr/>
          <p:nvPr/>
        </p:nvSpPr>
        <p:spPr>
          <a:xfrm>
            <a:off x="7401431" y="337406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75" name="Google Shape;275;p33">
            <a:extLst>
              <a:ext uri="{FF2B5EF4-FFF2-40B4-BE49-F238E27FC236}">
                <a16:creationId xmlns:a16="http://schemas.microsoft.com/office/drawing/2014/main" id="{A32C06AA-ED0E-8AF3-939D-04EEFA884347}"/>
              </a:ext>
            </a:extLst>
          </p:cNvPr>
          <p:cNvGrpSpPr/>
          <p:nvPr/>
        </p:nvGrpSpPr>
        <p:grpSpPr>
          <a:xfrm>
            <a:off x="7632713" y="3293438"/>
            <a:ext cx="646537" cy="1270351"/>
            <a:chOff x="1997386" y="332334"/>
            <a:chExt cx="667290" cy="1310991"/>
          </a:xfrm>
        </p:grpSpPr>
        <p:sp>
          <p:nvSpPr>
            <p:cNvPr id="276" name="Google Shape;276;p33">
              <a:extLst>
                <a:ext uri="{FF2B5EF4-FFF2-40B4-BE49-F238E27FC236}">
                  <a16:creationId xmlns:a16="http://schemas.microsoft.com/office/drawing/2014/main" id="{5235E226-ADB5-C7DE-D799-5C4A5BFD979B}"/>
                </a:ext>
              </a:extLst>
            </p:cNvPr>
            <p:cNvSpPr/>
            <p:nvPr/>
          </p:nvSpPr>
          <p:spPr>
            <a:xfrm>
              <a:off x="1997471" y="332350"/>
              <a:ext cx="667148" cy="1310975"/>
            </a:xfrm>
            <a:custGeom>
              <a:avLst/>
              <a:gdLst/>
              <a:ahLst/>
              <a:cxnLst/>
              <a:rect l="l" t="t" r="r" b="b"/>
              <a:pathLst>
                <a:path w="9440" h="18550" extrusionOk="0">
                  <a:moveTo>
                    <a:pt x="4288" y="1"/>
                  </a:moveTo>
                  <a:cubicBezTo>
                    <a:pt x="4149" y="1"/>
                    <a:pt x="4011" y="35"/>
                    <a:pt x="3873" y="90"/>
                  </a:cubicBezTo>
                  <a:cubicBezTo>
                    <a:pt x="3730" y="147"/>
                    <a:pt x="3630" y="239"/>
                    <a:pt x="3606" y="395"/>
                  </a:cubicBezTo>
                  <a:cubicBezTo>
                    <a:pt x="3564" y="656"/>
                    <a:pt x="3526" y="918"/>
                    <a:pt x="3486" y="1179"/>
                  </a:cubicBezTo>
                  <a:cubicBezTo>
                    <a:pt x="3477" y="1239"/>
                    <a:pt x="3510" y="1313"/>
                    <a:pt x="3433" y="1374"/>
                  </a:cubicBezTo>
                  <a:cubicBezTo>
                    <a:pt x="3402" y="1311"/>
                    <a:pt x="3373" y="1259"/>
                    <a:pt x="3349" y="1205"/>
                  </a:cubicBezTo>
                  <a:cubicBezTo>
                    <a:pt x="3274" y="1037"/>
                    <a:pt x="3205" y="867"/>
                    <a:pt x="3124" y="702"/>
                  </a:cubicBezTo>
                  <a:cubicBezTo>
                    <a:pt x="3021" y="494"/>
                    <a:pt x="2874" y="398"/>
                    <a:pt x="2668" y="398"/>
                  </a:cubicBezTo>
                  <a:cubicBezTo>
                    <a:pt x="2626" y="398"/>
                    <a:pt x="2582" y="402"/>
                    <a:pt x="2536" y="410"/>
                  </a:cubicBezTo>
                  <a:cubicBezTo>
                    <a:pt x="2374" y="437"/>
                    <a:pt x="2247" y="516"/>
                    <a:pt x="2141" y="642"/>
                  </a:cubicBezTo>
                  <a:cubicBezTo>
                    <a:pt x="1928" y="899"/>
                    <a:pt x="1799" y="1194"/>
                    <a:pt x="1735" y="1520"/>
                  </a:cubicBezTo>
                  <a:cubicBezTo>
                    <a:pt x="1679" y="1805"/>
                    <a:pt x="1619" y="2089"/>
                    <a:pt x="1553" y="2410"/>
                  </a:cubicBezTo>
                  <a:cubicBezTo>
                    <a:pt x="1432" y="2222"/>
                    <a:pt x="1346" y="2069"/>
                    <a:pt x="1240" y="1930"/>
                  </a:cubicBezTo>
                  <a:cubicBezTo>
                    <a:pt x="1133" y="1789"/>
                    <a:pt x="995" y="1684"/>
                    <a:pt x="827" y="1684"/>
                  </a:cubicBezTo>
                  <a:cubicBezTo>
                    <a:pt x="790" y="1684"/>
                    <a:pt x="751" y="1689"/>
                    <a:pt x="712" y="1700"/>
                  </a:cubicBezTo>
                  <a:cubicBezTo>
                    <a:pt x="488" y="1760"/>
                    <a:pt x="320" y="1915"/>
                    <a:pt x="275" y="2144"/>
                  </a:cubicBezTo>
                  <a:cubicBezTo>
                    <a:pt x="222" y="2416"/>
                    <a:pt x="194" y="2696"/>
                    <a:pt x="180" y="2974"/>
                  </a:cubicBezTo>
                  <a:cubicBezTo>
                    <a:pt x="164" y="3326"/>
                    <a:pt x="171" y="3681"/>
                    <a:pt x="170" y="4035"/>
                  </a:cubicBezTo>
                  <a:cubicBezTo>
                    <a:pt x="167" y="4327"/>
                    <a:pt x="176" y="4620"/>
                    <a:pt x="164" y="4911"/>
                  </a:cubicBezTo>
                  <a:cubicBezTo>
                    <a:pt x="123" y="5856"/>
                    <a:pt x="72" y="6800"/>
                    <a:pt x="36" y="7744"/>
                  </a:cubicBezTo>
                  <a:cubicBezTo>
                    <a:pt x="23" y="8131"/>
                    <a:pt x="0" y="8524"/>
                    <a:pt x="45" y="8907"/>
                  </a:cubicBezTo>
                  <a:cubicBezTo>
                    <a:pt x="137" y="9709"/>
                    <a:pt x="254" y="10510"/>
                    <a:pt x="393" y="11306"/>
                  </a:cubicBezTo>
                  <a:cubicBezTo>
                    <a:pt x="509" y="11960"/>
                    <a:pt x="739" y="12577"/>
                    <a:pt x="1174" y="13097"/>
                  </a:cubicBezTo>
                  <a:cubicBezTo>
                    <a:pt x="1231" y="13165"/>
                    <a:pt x="1283" y="13237"/>
                    <a:pt x="1328" y="13312"/>
                  </a:cubicBezTo>
                  <a:cubicBezTo>
                    <a:pt x="1358" y="13363"/>
                    <a:pt x="1388" y="13420"/>
                    <a:pt x="1394" y="13477"/>
                  </a:cubicBezTo>
                  <a:cubicBezTo>
                    <a:pt x="1418" y="13685"/>
                    <a:pt x="1433" y="13895"/>
                    <a:pt x="1447" y="14106"/>
                  </a:cubicBezTo>
                  <a:cubicBezTo>
                    <a:pt x="1478" y="14554"/>
                    <a:pt x="1511" y="15001"/>
                    <a:pt x="1535" y="15450"/>
                  </a:cubicBezTo>
                  <a:cubicBezTo>
                    <a:pt x="1576" y="16190"/>
                    <a:pt x="1612" y="16929"/>
                    <a:pt x="1643" y="17671"/>
                  </a:cubicBezTo>
                  <a:cubicBezTo>
                    <a:pt x="1648" y="17776"/>
                    <a:pt x="1681" y="17852"/>
                    <a:pt x="1756" y="17918"/>
                  </a:cubicBezTo>
                  <a:cubicBezTo>
                    <a:pt x="2140" y="18260"/>
                    <a:pt x="2601" y="18443"/>
                    <a:pt x="3100" y="18508"/>
                  </a:cubicBezTo>
                  <a:cubicBezTo>
                    <a:pt x="3329" y="18537"/>
                    <a:pt x="3560" y="18550"/>
                    <a:pt x="3790" y="18550"/>
                  </a:cubicBezTo>
                  <a:cubicBezTo>
                    <a:pt x="4103" y="18550"/>
                    <a:pt x="4416" y="18526"/>
                    <a:pt x="4728" y="18488"/>
                  </a:cubicBezTo>
                  <a:cubicBezTo>
                    <a:pt x="4958" y="18460"/>
                    <a:pt x="5187" y="18430"/>
                    <a:pt x="5412" y="18380"/>
                  </a:cubicBezTo>
                  <a:cubicBezTo>
                    <a:pt x="5717" y="18313"/>
                    <a:pt x="6017" y="18224"/>
                    <a:pt x="6320" y="18146"/>
                  </a:cubicBezTo>
                  <a:cubicBezTo>
                    <a:pt x="6827" y="18016"/>
                    <a:pt x="7334" y="17884"/>
                    <a:pt x="7782" y="17593"/>
                  </a:cubicBezTo>
                  <a:cubicBezTo>
                    <a:pt x="7860" y="17543"/>
                    <a:pt x="7935" y="17489"/>
                    <a:pt x="8008" y="17439"/>
                  </a:cubicBezTo>
                  <a:cubicBezTo>
                    <a:pt x="7869" y="16734"/>
                    <a:pt x="7851" y="16041"/>
                    <a:pt x="7812" y="15349"/>
                  </a:cubicBezTo>
                  <a:cubicBezTo>
                    <a:pt x="7785" y="14887"/>
                    <a:pt x="7773" y="14425"/>
                    <a:pt x="7747" y="13964"/>
                  </a:cubicBezTo>
                  <a:cubicBezTo>
                    <a:pt x="7738" y="13820"/>
                    <a:pt x="7735" y="13693"/>
                    <a:pt x="7891" y="13624"/>
                  </a:cubicBezTo>
                  <a:cubicBezTo>
                    <a:pt x="7915" y="13613"/>
                    <a:pt x="7932" y="13588"/>
                    <a:pt x="7950" y="13568"/>
                  </a:cubicBezTo>
                  <a:cubicBezTo>
                    <a:pt x="8088" y="13420"/>
                    <a:pt x="8220" y="13265"/>
                    <a:pt x="8364" y="13121"/>
                  </a:cubicBezTo>
                  <a:cubicBezTo>
                    <a:pt x="8536" y="12952"/>
                    <a:pt x="8664" y="12757"/>
                    <a:pt x="8746" y="12527"/>
                  </a:cubicBezTo>
                  <a:cubicBezTo>
                    <a:pt x="9021" y="11765"/>
                    <a:pt x="9222" y="10983"/>
                    <a:pt x="9356" y="10183"/>
                  </a:cubicBezTo>
                  <a:cubicBezTo>
                    <a:pt x="9440" y="9685"/>
                    <a:pt x="9429" y="9201"/>
                    <a:pt x="9284" y="8711"/>
                  </a:cubicBezTo>
                  <a:cubicBezTo>
                    <a:pt x="9049" y="7930"/>
                    <a:pt x="8905" y="7127"/>
                    <a:pt x="8788" y="6318"/>
                  </a:cubicBezTo>
                  <a:cubicBezTo>
                    <a:pt x="8751" y="6057"/>
                    <a:pt x="8710" y="5795"/>
                    <a:pt x="8665" y="5534"/>
                  </a:cubicBezTo>
                  <a:cubicBezTo>
                    <a:pt x="8634" y="5357"/>
                    <a:pt x="8560" y="5196"/>
                    <a:pt x="8439" y="5061"/>
                  </a:cubicBezTo>
                  <a:cubicBezTo>
                    <a:pt x="8338" y="4948"/>
                    <a:pt x="8221" y="4892"/>
                    <a:pt x="8091" y="4892"/>
                  </a:cubicBezTo>
                  <a:cubicBezTo>
                    <a:pt x="8031" y="4892"/>
                    <a:pt x="7968" y="4904"/>
                    <a:pt x="7903" y="4927"/>
                  </a:cubicBezTo>
                  <a:cubicBezTo>
                    <a:pt x="7849" y="4948"/>
                    <a:pt x="7797" y="4974"/>
                    <a:pt x="7722" y="5007"/>
                  </a:cubicBezTo>
                  <a:cubicBezTo>
                    <a:pt x="7696" y="4912"/>
                    <a:pt x="7671" y="4837"/>
                    <a:pt x="7656" y="4759"/>
                  </a:cubicBezTo>
                  <a:cubicBezTo>
                    <a:pt x="7563" y="4266"/>
                    <a:pt x="7465" y="3772"/>
                    <a:pt x="7381" y="3277"/>
                  </a:cubicBezTo>
                  <a:cubicBezTo>
                    <a:pt x="7312" y="2869"/>
                    <a:pt x="7232" y="2464"/>
                    <a:pt x="7226" y="2045"/>
                  </a:cubicBezTo>
                  <a:cubicBezTo>
                    <a:pt x="7222" y="1728"/>
                    <a:pt x="7142" y="1412"/>
                    <a:pt x="7088" y="1098"/>
                  </a:cubicBezTo>
                  <a:cubicBezTo>
                    <a:pt x="7061" y="939"/>
                    <a:pt x="6979" y="807"/>
                    <a:pt x="6848" y="707"/>
                  </a:cubicBezTo>
                  <a:cubicBezTo>
                    <a:pt x="6727" y="614"/>
                    <a:pt x="6595" y="570"/>
                    <a:pt x="6471" y="570"/>
                  </a:cubicBezTo>
                  <a:cubicBezTo>
                    <a:pt x="6234" y="570"/>
                    <a:pt x="6025" y="728"/>
                    <a:pt x="5968" y="1008"/>
                  </a:cubicBezTo>
                  <a:cubicBezTo>
                    <a:pt x="5896" y="1359"/>
                    <a:pt x="5839" y="1718"/>
                    <a:pt x="5815" y="2075"/>
                  </a:cubicBezTo>
                  <a:cubicBezTo>
                    <a:pt x="5779" y="2617"/>
                    <a:pt x="5779" y="3163"/>
                    <a:pt x="5762" y="3706"/>
                  </a:cubicBezTo>
                  <a:cubicBezTo>
                    <a:pt x="5759" y="3762"/>
                    <a:pt x="5749" y="3816"/>
                    <a:pt x="5743" y="3871"/>
                  </a:cubicBezTo>
                  <a:cubicBezTo>
                    <a:pt x="5705" y="3850"/>
                    <a:pt x="5695" y="3832"/>
                    <a:pt x="5692" y="3813"/>
                  </a:cubicBezTo>
                  <a:cubicBezTo>
                    <a:pt x="5622" y="3322"/>
                    <a:pt x="5544" y="2831"/>
                    <a:pt x="5489" y="2338"/>
                  </a:cubicBezTo>
                  <a:cubicBezTo>
                    <a:pt x="5417" y="1706"/>
                    <a:pt x="5247" y="1100"/>
                    <a:pt x="5033" y="504"/>
                  </a:cubicBezTo>
                  <a:cubicBezTo>
                    <a:pt x="4955" y="284"/>
                    <a:pt x="4802" y="141"/>
                    <a:pt x="4587" y="57"/>
                  </a:cubicBezTo>
                  <a:cubicBezTo>
                    <a:pt x="4486" y="18"/>
                    <a:pt x="4387" y="1"/>
                    <a:pt x="4288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" name="Google Shape;277;p33">
              <a:extLst>
                <a:ext uri="{FF2B5EF4-FFF2-40B4-BE49-F238E27FC236}">
                  <a16:creationId xmlns:a16="http://schemas.microsoft.com/office/drawing/2014/main" id="{0FE6317E-5457-91C0-7A31-5575F4FE2EAA}"/>
                </a:ext>
              </a:extLst>
            </p:cNvPr>
            <p:cNvGrpSpPr/>
            <p:nvPr/>
          </p:nvGrpSpPr>
          <p:grpSpPr>
            <a:xfrm>
              <a:off x="1997386" y="332334"/>
              <a:ext cx="667290" cy="1310975"/>
              <a:chOff x="1038625" y="1235125"/>
              <a:chExt cx="236050" cy="463750"/>
            </a:xfrm>
          </p:grpSpPr>
          <p:sp>
            <p:nvSpPr>
              <p:cNvPr id="278" name="Google Shape;278;p33">
                <a:extLst>
                  <a:ext uri="{FF2B5EF4-FFF2-40B4-BE49-F238E27FC236}">
                    <a16:creationId xmlns:a16="http://schemas.microsoft.com/office/drawing/2014/main" id="{174A0C69-BA35-5782-0A8A-E883E747680E}"/>
                  </a:ext>
                </a:extLst>
              </p:cNvPr>
              <p:cNvSpPr/>
              <p:nvPr/>
            </p:nvSpPr>
            <p:spPr>
              <a:xfrm>
                <a:off x="1043050" y="1238075"/>
                <a:ext cx="228425" cy="454875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18195" extrusionOk="0">
                    <a:moveTo>
                      <a:pt x="4116" y="7959"/>
                    </a:moveTo>
                    <a:cubicBezTo>
                      <a:pt x="4262" y="7959"/>
                      <a:pt x="4415" y="7980"/>
                      <a:pt x="4537" y="8028"/>
                    </a:cubicBezTo>
                    <a:lnTo>
                      <a:pt x="3723" y="8028"/>
                    </a:lnTo>
                    <a:cubicBezTo>
                      <a:pt x="3815" y="7983"/>
                      <a:pt x="3961" y="7959"/>
                      <a:pt x="4116" y="7959"/>
                    </a:cubicBezTo>
                    <a:close/>
                    <a:moveTo>
                      <a:pt x="4233" y="7647"/>
                    </a:moveTo>
                    <a:cubicBezTo>
                      <a:pt x="4495" y="7647"/>
                      <a:pt x="4758" y="7656"/>
                      <a:pt x="5020" y="7666"/>
                    </a:cubicBezTo>
                    <a:cubicBezTo>
                      <a:pt x="5303" y="7678"/>
                      <a:pt x="5584" y="7746"/>
                      <a:pt x="5866" y="7791"/>
                    </a:cubicBezTo>
                    <a:cubicBezTo>
                      <a:pt x="5888" y="7794"/>
                      <a:pt x="5908" y="7818"/>
                      <a:pt x="5962" y="7855"/>
                    </a:cubicBezTo>
                    <a:cubicBezTo>
                      <a:pt x="5900" y="7855"/>
                      <a:pt x="5854" y="7860"/>
                      <a:pt x="5814" y="7860"/>
                    </a:cubicBezTo>
                    <a:cubicBezTo>
                      <a:pt x="5792" y="7860"/>
                      <a:pt x="5772" y="7858"/>
                      <a:pt x="5752" y="7854"/>
                    </a:cubicBezTo>
                    <a:cubicBezTo>
                      <a:pt x="5405" y="7771"/>
                      <a:pt x="5056" y="7749"/>
                      <a:pt x="4706" y="7749"/>
                    </a:cubicBezTo>
                    <a:cubicBezTo>
                      <a:pt x="4467" y="7749"/>
                      <a:pt x="4227" y="7759"/>
                      <a:pt x="3987" y="7767"/>
                    </a:cubicBezTo>
                    <a:cubicBezTo>
                      <a:pt x="3221" y="7789"/>
                      <a:pt x="2475" y="7911"/>
                      <a:pt x="1740" y="8125"/>
                    </a:cubicBezTo>
                    <a:cubicBezTo>
                      <a:pt x="1610" y="8164"/>
                      <a:pt x="1480" y="8208"/>
                      <a:pt x="1338" y="8208"/>
                    </a:cubicBezTo>
                    <a:cubicBezTo>
                      <a:pt x="1291" y="8208"/>
                      <a:pt x="1242" y="8203"/>
                      <a:pt x="1192" y="8191"/>
                    </a:cubicBezTo>
                    <a:cubicBezTo>
                      <a:pt x="1248" y="8166"/>
                      <a:pt x="1302" y="8128"/>
                      <a:pt x="1360" y="8115"/>
                    </a:cubicBezTo>
                    <a:cubicBezTo>
                      <a:pt x="1882" y="7989"/>
                      <a:pt x="2398" y="7843"/>
                      <a:pt x="2927" y="7749"/>
                    </a:cubicBezTo>
                    <a:cubicBezTo>
                      <a:pt x="3359" y="7671"/>
                      <a:pt x="3796" y="7647"/>
                      <a:pt x="4233" y="7647"/>
                    </a:cubicBezTo>
                    <a:close/>
                    <a:moveTo>
                      <a:pt x="6237" y="9740"/>
                    </a:moveTo>
                    <a:cubicBezTo>
                      <a:pt x="6248" y="9740"/>
                      <a:pt x="6260" y="9742"/>
                      <a:pt x="6273" y="9744"/>
                    </a:cubicBezTo>
                    <a:lnTo>
                      <a:pt x="6274" y="9744"/>
                    </a:lnTo>
                    <a:cubicBezTo>
                      <a:pt x="6277" y="9831"/>
                      <a:pt x="6217" y="9875"/>
                      <a:pt x="6169" y="9926"/>
                    </a:cubicBezTo>
                    <a:cubicBezTo>
                      <a:pt x="6003" y="10104"/>
                      <a:pt x="5836" y="10281"/>
                      <a:pt x="5669" y="10460"/>
                    </a:cubicBezTo>
                    <a:cubicBezTo>
                      <a:pt x="5429" y="10718"/>
                      <a:pt x="5320" y="11035"/>
                      <a:pt x="5270" y="11377"/>
                    </a:cubicBezTo>
                    <a:cubicBezTo>
                      <a:pt x="5257" y="11470"/>
                      <a:pt x="5240" y="11561"/>
                      <a:pt x="5225" y="11654"/>
                    </a:cubicBezTo>
                    <a:cubicBezTo>
                      <a:pt x="5212" y="11653"/>
                      <a:pt x="5198" y="11651"/>
                      <a:pt x="5185" y="11648"/>
                    </a:cubicBezTo>
                    <a:cubicBezTo>
                      <a:pt x="5176" y="11569"/>
                      <a:pt x="5153" y="11489"/>
                      <a:pt x="5161" y="11411"/>
                    </a:cubicBezTo>
                    <a:cubicBezTo>
                      <a:pt x="5201" y="11021"/>
                      <a:pt x="5303" y="10652"/>
                      <a:pt x="5581" y="10356"/>
                    </a:cubicBezTo>
                    <a:cubicBezTo>
                      <a:pt x="5749" y="10178"/>
                      <a:pt x="5919" y="10002"/>
                      <a:pt x="6090" y="9828"/>
                    </a:cubicBezTo>
                    <a:cubicBezTo>
                      <a:pt x="6128" y="9789"/>
                      <a:pt x="6166" y="9740"/>
                      <a:pt x="6237" y="9740"/>
                    </a:cubicBezTo>
                    <a:close/>
                    <a:moveTo>
                      <a:pt x="1269" y="8753"/>
                    </a:moveTo>
                    <a:cubicBezTo>
                      <a:pt x="1325" y="8753"/>
                      <a:pt x="1368" y="8781"/>
                      <a:pt x="1410" y="8805"/>
                    </a:cubicBezTo>
                    <a:lnTo>
                      <a:pt x="1410" y="8807"/>
                    </a:lnTo>
                    <a:cubicBezTo>
                      <a:pt x="1741" y="8996"/>
                      <a:pt x="2050" y="9216"/>
                      <a:pt x="2328" y="9480"/>
                    </a:cubicBezTo>
                    <a:cubicBezTo>
                      <a:pt x="2475" y="9620"/>
                      <a:pt x="2622" y="9761"/>
                      <a:pt x="2769" y="9903"/>
                    </a:cubicBezTo>
                    <a:cubicBezTo>
                      <a:pt x="3489" y="10609"/>
                      <a:pt x="4061" y="11423"/>
                      <a:pt x="4522" y="12318"/>
                    </a:cubicBezTo>
                    <a:cubicBezTo>
                      <a:pt x="4559" y="12394"/>
                      <a:pt x="4588" y="12475"/>
                      <a:pt x="4621" y="12555"/>
                    </a:cubicBezTo>
                    <a:cubicBezTo>
                      <a:pt x="4601" y="12564"/>
                      <a:pt x="4583" y="12573"/>
                      <a:pt x="4565" y="12582"/>
                    </a:cubicBezTo>
                    <a:cubicBezTo>
                      <a:pt x="4534" y="12525"/>
                      <a:pt x="4501" y="12469"/>
                      <a:pt x="4471" y="12412"/>
                    </a:cubicBezTo>
                    <a:cubicBezTo>
                      <a:pt x="3857" y="11192"/>
                      <a:pt x="3032" y="10142"/>
                      <a:pt x="1956" y="9296"/>
                    </a:cubicBezTo>
                    <a:cubicBezTo>
                      <a:pt x="1765" y="9147"/>
                      <a:pt x="1545" y="9035"/>
                      <a:pt x="1338" y="8906"/>
                    </a:cubicBezTo>
                    <a:cubicBezTo>
                      <a:pt x="1284" y="8871"/>
                      <a:pt x="1231" y="8837"/>
                      <a:pt x="1156" y="8789"/>
                    </a:cubicBezTo>
                    <a:cubicBezTo>
                      <a:pt x="1200" y="8763"/>
                      <a:pt x="1237" y="8753"/>
                      <a:pt x="1269" y="8753"/>
                    </a:cubicBezTo>
                    <a:close/>
                    <a:moveTo>
                      <a:pt x="6682" y="13988"/>
                    </a:moveTo>
                    <a:lnTo>
                      <a:pt x="6682" y="13988"/>
                    </a:lnTo>
                    <a:cubicBezTo>
                      <a:pt x="6706" y="14097"/>
                      <a:pt x="6645" y="14127"/>
                      <a:pt x="6592" y="14148"/>
                    </a:cubicBezTo>
                    <a:cubicBezTo>
                      <a:pt x="6103" y="14348"/>
                      <a:pt x="5612" y="14549"/>
                      <a:pt x="5087" y="14640"/>
                    </a:cubicBezTo>
                    <a:cubicBezTo>
                      <a:pt x="5083" y="14641"/>
                      <a:pt x="5078" y="14642"/>
                      <a:pt x="5073" y="14642"/>
                    </a:cubicBezTo>
                    <a:cubicBezTo>
                      <a:pt x="5049" y="14642"/>
                      <a:pt x="5022" y="14629"/>
                      <a:pt x="4991" y="14607"/>
                    </a:cubicBezTo>
                    <a:cubicBezTo>
                      <a:pt x="5255" y="14456"/>
                      <a:pt x="5561" y="14432"/>
                      <a:pt x="5837" y="14318"/>
                    </a:cubicBezTo>
                    <a:cubicBezTo>
                      <a:pt x="6115" y="14202"/>
                      <a:pt x="6396" y="14099"/>
                      <a:pt x="6682" y="13988"/>
                    </a:cubicBezTo>
                    <a:close/>
                    <a:moveTo>
                      <a:pt x="4073" y="0"/>
                    </a:moveTo>
                    <a:cubicBezTo>
                      <a:pt x="3861" y="0"/>
                      <a:pt x="3669" y="130"/>
                      <a:pt x="3564" y="379"/>
                    </a:cubicBezTo>
                    <a:cubicBezTo>
                      <a:pt x="3494" y="551"/>
                      <a:pt x="3450" y="746"/>
                      <a:pt x="3446" y="931"/>
                    </a:cubicBezTo>
                    <a:cubicBezTo>
                      <a:pt x="3437" y="1339"/>
                      <a:pt x="3453" y="1747"/>
                      <a:pt x="3470" y="2154"/>
                    </a:cubicBezTo>
                    <a:cubicBezTo>
                      <a:pt x="3480" y="2439"/>
                      <a:pt x="3485" y="2727"/>
                      <a:pt x="3531" y="3007"/>
                    </a:cubicBezTo>
                    <a:cubicBezTo>
                      <a:pt x="3650" y="3726"/>
                      <a:pt x="3666" y="4454"/>
                      <a:pt x="3714" y="5179"/>
                    </a:cubicBezTo>
                    <a:cubicBezTo>
                      <a:pt x="3752" y="5747"/>
                      <a:pt x="3792" y="6317"/>
                      <a:pt x="3831" y="6886"/>
                    </a:cubicBezTo>
                    <a:cubicBezTo>
                      <a:pt x="3834" y="6933"/>
                      <a:pt x="3827" y="6982"/>
                      <a:pt x="3824" y="7030"/>
                    </a:cubicBezTo>
                    <a:cubicBezTo>
                      <a:pt x="3807" y="7032"/>
                      <a:pt x="3791" y="7033"/>
                      <a:pt x="3776" y="7035"/>
                    </a:cubicBezTo>
                    <a:cubicBezTo>
                      <a:pt x="3755" y="6969"/>
                      <a:pt x="3720" y="6904"/>
                      <a:pt x="3714" y="6838"/>
                    </a:cubicBezTo>
                    <a:cubicBezTo>
                      <a:pt x="3687" y="6526"/>
                      <a:pt x="3666" y="6215"/>
                      <a:pt x="3645" y="5903"/>
                    </a:cubicBezTo>
                    <a:cubicBezTo>
                      <a:pt x="3602" y="5204"/>
                      <a:pt x="3567" y="4505"/>
                      <a:pt x="3510" y="3807"/>
                    </a:cubicBezTo>
                    <a:cubicBezTo>
                      <a:pt x="3474" y="3361"/>
                      <a:pt x="3396" y="2919"/>
                      <a:pt x="3353" y="2473"/>
                    </a:cubicBezTo>
                    <a:cubicBezTo>
                      <a:pt x="3312" y="2052"/>
                      <a:pt x="3236" y="1639"/>
                      <a:pt x="3092" y="1241"/>
                    </a:cubicBezTo>
                    <a:cubicBezTo>
                      <a:pt x="3018" y="1037"/>
                      <a:pt x="2936" y="833"/>
                      <a:pt x="2828" y="647"/>
                    </a:cubicBezTo>
                    <a:cubicBezTo>
                      <a:pt x="2746" y="506"/>
                      <a:pt x="2596" y="434"/>
                      <a:pt x="2445" y="434"/>
                    </a:cubicBezTo>
                    <a:cubicBezTo>
                      <a:pt x="2323" y="434"/>
                      <a:pt x="2200" y="482"/>
                      <a:pt x="2112" y="580"/>
                    </a:cubicBezTo>
                    <a:cubicBezTo>
                      <a:pt x="1929" y="784"/>
                      <a:pt x="1786" y="1018"/>
                      <a:pt x="1728" y="1289"/>
                    </a:cubicBezTo>
                    <a:cubicBezTo>
                      <a:pt x="1654" y="1628"/>
                      <a:pt x="1590" y="1968"/>
                      <a:pt x="1534" y="2308"/>
                    </a:cubicBezTo>
                    <a:cubicBezTo>
                      <a:pt x="1506" y="2488"/>
                      <a:pt x="1459" y="2682"/>
                      <a:pt x="1500" y="2851"/>
                    </a:cubicBezTo>
                    <a:cubicBezTo>
                      <a:pt x="1627" y="3376"/>
                      <a:pt x="1668" y="3909"/>
                      <a:pt x="1714" y="4443"/>
                    </a:cubicBezTo>
                    <a:cubicBezTo>
                      <a:pt x="1755" y="4917"/>
                      <a:pt x="1791" y="5392"/>
                      <a:pt x="1827" y="5866"/>
                    </a:cubicBezTo>
                    <a:cubicBezTo>
                      <a:pt x="1849" y="6143"/>
                      <a:pt x="1869" y="6421"/>
                      <a:pt x="1885" y="6700"/>
                    </a:cubicBezTo>
                    <a:cubicBezTo>
                      <a:pt x="1891" y="6775"/>
                      <a:pt x="1903" y="6859"/>
                      <a:pt x="1794" y="6931"/>
                    </a:cubicBezTo>
                    <a:cubicBezTo>
                      <a:pt x="1783" y="6844"/>
                      <a:pt x="1774" y="6781"/>
                      <a:pt x="1770" y="6716"/>
                    </a:cubicBezTo>
                    <a:cubicBezTo>
                      <a:pt x="1762" y="6566"/>
                      <a:pt x="1765" y="6416"/>
                      <a:pt x="1753" y="6268"/>
                    </a:cubicBezTo>
                    <a:cubicBezTo>
                      <a:pt x="1701" y="5645"/>
                      <a:pt x="1650" y="5022"/>
                      <a:pt x="1590" y="4401"/>
                    </a:cubicBezTo>
                    <a:cubicBezTo>
                      <a:pt x="1552" y="4016"/>
                      <a:pt x="1510" y="3632"/>
                      <a:pt x="1444" y="3250"/>
                    </a:cubicBezTo>
                    <a:cubicBezTo>
                      <a:pt x="1402" y="3004"/>
                      <a:pt x="1299" y="2769"/>
                      <a:pt x="1248" y="2524"/>
                    </a:cubicBezTo>
                    <a:cubicBezTo>
                      <a:pt x="1201" y="2298"/>
                      <a:pt x="1096" y="2106"/>
                      <a:pt x="967" y="1920"/>
                    </a:cubicBezTo>
                    <a:cubicBezTo>
                      <a:pt x="885" y="1801"/>
                      <a:pt x="785" y="1717"/>
                      <a:pt x="651" y="1717"/>
                    </a:cubicBezTo>
                    <a:cubicBezTo>
                      <a:pt x="621" y="1717"/>
                      <a:pt x="589" y="1721"/>
                      <a:pt x="554" y="1731"/>
                    </a:cubicBezTo>
                    <a:cubicBezTo>
                      <a:pt x="371" y="1782"/>
                      <a:pt x="239" y="1902"/>
                      <a:pt x="212" y="2095"/>
                    </a:cubicBezTo>
                    <a:cubicBezTo>
                      <a:pt x="176" y="2365"/>
                      <a:pt x="145" y="2635"/>
                      <a:pt x="137" y="2907"/>
                    </a:cubicBezTo>
                    <a:cubicBezTo>
                      <a:pt x="116" y="3702"/>
                      <a:pt x="110" y="4497"/>
                      <a:pt x="92" y="5291"/>
                    </a:cubicBezTo>
                    <a:cubicBezTo>
                      <a:pt x="82" y="5755"/>
                      <a:pt x="55" y="6215"/>
                      <a:pt x="46" y="6677"/>
                    </a:cubicBezTo>
                    <a:cubicBezTo>
                      <a:pt x="31" y="7398"/>
                      <a:pt x="1" y="8119"/>
                      <a:pt x="19" y="8840"/>
                    </a:cubicBezTo>
                    <a:cubicBezTo>
                      <a:pt x="37" y="9525"/>
                      <a:pt x="154" y="10203"/>
                      <a:pt x="275" y="10879"/>
                    </a:cubicBezTo>
                    <a:cubicBezTo>
                      <a:pt x="358" y="11341"/>
                      <a:pt x="457" y="11800"/>
                      <a:pt x="694" y="12213"/>
                    </a:cubicBezTo>
                    <a:cubicBezTo>
                      <a:pt x="822" y="12438"/>
                      <a:pt x="952" y="12661"/>
                      <a:pt x="1096" y="12874"/>
                    </a:cubicBezTo>
                    <a:cubicBezTo>
                      <a:pt x="1164" y="12973"/>
                      <a:pt x="1261" y="13056"/>
                      <a:pt x="1357" y="13128"/>
                    </a:cubicBezTo>
                    <a:cubicBezTo>
                      <a:pt x="1542" y="13266"/>
                      <a:pt x="1738" y="13390"/>
                      <a:pt x="1926" y="13524"/>
                    </a:cubicBezTo>
                    <a:cubicBezTo>
                      <a:pt x="2269" y="13767"/>
                      <a:pt x="2618" y="14009"/>
                      <a:pt x="3021" y="14145"/>
                    </a:cubicBezTo>
                    <a:cubicBezTo>
                      <a:pt x="3303" y="14241"/>
                      <a:pt x="3591" y="14322"/>
                      <a:pt x="3878" y="14405"/>
                    </a:cubicBezTo>
                    <a:cubicBezTo>
                      <a:pt x="4028" y="14448"/>
                      <a:pt x="4184" y="14472"/>
                      <a:pt x="4330" y="14522"/>
                    </a:cubicBezTo>
                    <a:cubicBezTo>
                      <a:pt x="4370" y="14535"/>
                      <a:pt x="4411" y="14615"/>
                      <a:pt x="4409" y="14663"/>
                    </a:cubicBezTo>
                    <a:cubicBezTo>
                      <a:pt x="4407" y="14721"/>
                      <a:pt x="4365" y="14739"/>
                      <a:pt x="4318" y="14739"/>
                    </a:cubicBezTo>
                    <a:cubicBezTo>
                      <a:pt x="4301" y="14739"/>
                      <a:pt x="4284" y="14737"/>
                      <a:pt x="4268" y="14733"/>
                    </a:cubicBezTo>
                    <a:cubicBezTo>
                      <a:pt x="3848" y="14643"/>
                      <a:pt x="3435" y="14535"/>
                      <a:pt x="3033" y="14382"/>
                    </a:cubicBezTo>
                    <a:cubicBezTo>
                      <a:pt x="2649" y="14237"/>
                      <a:pt x="2305" y="14019"/>
                      <a:pt x="1954" y="13812"/>
                    </a:cubicBezTo>
                    <a:cubicBezTo>
                      <a:pt x="1794" y="13716"/>
                      <a:pt x="1629" y="13626"/>
                      <a:pt x="1449" y="13522"/>
                    </a:cubicBezTo>
                    <a:lnTo>
                      <a:pt x="1449" y="13522"/>
                    </a:lnTo>
                    <a:cubicBezTo>
                      <a:pt x="1449" y="13597"/>
                      <a:pt x="1447" y="13638"/>
                      <a:pt x="1450" y="13677"/>
                    </a:cubicBezTo>
                    <a:cubicBezTo>
                      <a:pt x="1497" y="14342"/>
                      <a:pt x="1551" y="15006"/>
                      <a:pt x="1593" y="15671"/>
                    </a:cubicBezTo>
                    <a:cubicBezTo>
                      <a:pt x="1629" y="16268"/>
                      <a:pt x="1653" y="16865"/>
                      <a:pt x="1681" y="17464"/>
                    </a:cubicBezTo>
                    <a:cubicBezTo>
                      <a:pt x="1684" y="17539"/>
                      <a:pt x="1695" y="17605"/>
                      <a:pt x="1762" y="17661"/>
                    </a:cubicBezTo>
                    <a:cubicBezTo>
                      <a:pt x="2110" y="17944"/>
                      <a:pt x="2516" y="18099"/>
                      <a:pt x="2952" y="18156"/>
                    </a:cubicBezTo>
                    <a:cubicBezTo>
                      <a:pt x="3160" y="18183"/>
                      <a:pt x="3368" y="18194"/>
                      <a:pt x="3576" y="18194"/>
                    </a:cubicBezTo>
                    <a:cubicBezTo>
                      <a:pt x="3905" y="18194"/>
                      <a:pt x="4233" y="18167"/>
                      <a:pt x="4561" y="18132"/>
                    </a:cubicBezTo>
                    <a:cubicBezTo>
                      <a:pt x="5186" y="18064"/>
                      <a:pt x="5780" y="17863"/>
                      <a:pt x="6387" y="17712"/>
                    </a:cubicBezTo>
                    <a:cubicBezTo>
                      <a:pt x="6751" y="17620"/>
                      <a:pt x="7099" y="17493"/>
                      <a:pt x="7426" y="17302"/>
                    </a:cubicBezTo>
                    <a:cubicBezTo>
                      <a:pt x="7536" y="17237"/>
                      <a:pt x="7587" y="17165"/>
                      <a:pt x="7557" y="17039"/>
                    </a:cubicBezTo>
                    <a:cubicBezTo>
                      <a:pt x="7548" y="17000"/>
                      <a:pt x="7546" y="16958"/>
                      <a:pt x="7543" y="16918"/>
                    </a:cubicBezTo>
                    <a:cubicBezTo>
                      <a:pt x="7498" y="16282"/>
                      <a:pt x="7452" y="15644"/>
                      <a:pt x="7410" y="15008"/>
                    </a:cubicBezTo>
                    <a:cubicBezTo>
                      <a:pt x="7398" y="14796"/>
                      <a:pt x="7399" y="14586"/>
                      <a:pt x="7392" y="14376"/>
                    </a:cubicBezTo>
                    <a:cubicBezTo>
                      <a:pt x="7386" y="14138"/>
                      <a:pt x="7377" y="13900"/>
                      <a:pt x="7368" y="13662"/>
                    </a:cubicBezTo>
                    <a:cubicBezTo>
                      <a:pt x="7365" y="13575"/>
                      <a:pt x="7395" y="13510"/>
                      <a:pt x="7465" y="13452"/>
                    </a:cubicBezTo>
                    <a:cubicBezTo>
                      <a:pt x="7685" y="13267"/>
                      <a:pt x="7899" y="13081"/>
                      <a:pt x="8108" y="12888"/>
                    </a:cubicBezTo>
                    <a:cubicBezTo>
                      <a:pt x="8282" y="12729"/>
                      <a:pt x="8388" y="12526"/>
                      <a:pt x="8471" y="12306"/>
                    </a:cubicBezTo>
                    <a:cubicBezTo>
                      <a:pt x="8778" y="11494"/>
                      <a:pt x="8967" y="10654"/>
                      <a:pt x="9092" y="9798"/>
                    </a:cubicBezTo>
                    <a:cubicBezTo>
                      <a:pt x="9137" y="9495"/>
                      <a:pt x="9129" y="9191"/>
                      <a:pt x="9051" y="8888"/>
                    </a:cubicBezTo>
                    <a:cubicBezTo>
                      <a:pt x="8912" y="8343"/>
                      <a:pt x="8772" y="7795"/>
                      <a:pt x="8660" y="7245"/>
                    </a:cubicBezTo>
                    <a:cubicBezTo>
                      <a:pt x="8547" y="6685"/>
                      <a:pt x="8474" y="6119"/>
                      <a:pt x="8370" y="5558"/>
                    </a:cubicBezTo>
                    <a:cubicBezTo>
                      <a:pt x="8340" y="5402"/>
                      <a:pt x="8277" y="5245"/>
                      <a:pt x="8199" y="5106"/>
                    </a:cubicBezTo>
                    <a:cubicBezTo>
                      <a:pt x="8133" y="4988"/>
                      <a:pt x="8027" y="4929"/>
                      <a:pt x="7914" y="4929"/>
                    </a:cubicBezTo>
                    <a:cubicBezTo>
                      <a:pt x="7839" y="4929"/>
                      <a:pt x="7762" y="4954"/>
                      <a:pt x="7689" y="5004"/>
                    </a:cubicBezTo>
                    <a:cubicBezTo>
                      <a:pt x="7634" y="5042"/>
                      <a:pt x="7584" y="5090"/>
                      <a:pt x="7539" y="5140"/>
                    </a:cubicBezTo>
                    <a:cubicBezTo>
                      <a:pt x="7353" y="5339"/>
                      <a:pt x="7236" y="5576"/>
                      <a:pt x="7188" y="5842"/>
                    </a:cubicBezTo>
                    <a:cubicBezTo>
                      <a:pt x="7062" y="6544"/>
                      <a:pt x="7059" y="7249"/>
                      <a:pt x="7198" y="7950"/>
                    </a:cubicBezTo>
                    <a:cubicBezTo>
                      <a:pt x="7236" y="8142"/>
                      <a:pt x="7234" y="8328"/>
                      <a:pt x="7179" y="8512"/>
                    </a:cubicBezTo>
                    <a:cubicBezTo>
                      <a:pt x="7098" y="8789"/>
                      <a:pt x="6973" y="9045"/>
                      <a:pt x="6799" y="9276"/>
                    </a:cubicBezTo>
                    <a:cubicBezTo>
                      <a:pt x="6774" y="9309"/>
                      <a:pt x="6741" y="9339"/>
                      <a:pt x="6703" y="9380"/>
                    </a:cubicBezTo>
                    <a:cubicBezTo>
                      <a:pt x="6645" y="9278"/>
                      <a:pt x="6706" y="9219"/>
                      <a:pt x="6736" y="9158"/>
                    </a:cubicBezTo>
                    <a:cubicBezTo>
                      <a:pt x="6823" y="8973"/>
                      <a:pt x="6921" y="8793"/>
                      <a:pt x="6999" y="8605"/>
                    </a:cubicBezTo>
                    <a:cubicBezTo>
                      <a:pt x="7083" y="8403"/>
                      <a:pt x="7114" y="8193"/>
                      <a:pt x="7080" y="7968"/>
                    </a:cubicBezTo>
                    <a:cubicBezTo>
                      <a:pt x="7011" y="7525"/>
                      <a:pt x="6954" y="7080"/>
                      <a:pt x="6993" y="6628"/>
                    </a:cubicBezTo>
                    <a:cubicBezTo>
                      <a:pt x="7003" y="6500"/>
                      <a:pt x="7020" y="6371"/>
                      <a:pt x="7018" y="6242"/>
                    </a:cubicBezTo>
                    <a:cubicBezTo>
                      <a:pt x="7012" y="5872"/>
                      <a:pt x="7092" y="5528"/>
                      <a:pt x="7308" y="5221"/>
                    </a:cubicBezTo>
                    <a:cubicBezTo>
                      <a:pt x="7390" y="5103"/>
                      <a:pt x="7402" y="4974"/>
                      <a:pt x="7374" y="4832"/>
                    </a:cubicBezTo>
                    <a:cubicBezTo>
                      <a:pt x="7287" y="4406"/>
                      <a:pt x="7203" y="3980"/>
                      <a:pt x="7126" y="3552"/>
                    </a:cubicBezTo>
                    <a:cubicBezTo>
                      <a:pt x="7026" y="2985"/>
                      <a:pt x="6913" y="2419"/>
                      <a:pt x="6900" y="1837"/>
                    </a:cubicBezTo>
                    <a:cubicBezTo>
                      <a:pt x="6894" y="1562"/>
                      <a:pt x="6831" y="1285"/>
                      <a:pt x="6769" y="1015"/>
                    </a:cubicBezTo>
                    <a:cubicBezTo>
                      <a:pt x="6745" y="902"/>
                      <a:pt x="6675" y="785"/>
                      <a:pt x="6591" y="704"/>
                    </a:cubicBezTo>
                    <a:cubicBezTo>
                      <a:pt x="6512" y="629"/>
                      <a:pt x="6398" y="586"/>
                      <a:pt x="6285" y="586"/>
                    </a:cubicBezTo>
                    <a:cubicBezTo>
                      <a:pt x="6109" y="586"/>
                      <a:pt x="5936" y="689"/>
                      <a:pt x="5908" y="926"/>
                    </a:cubicBezTo>
                    <a:cubicBezTo>
                      <a:pt x="5881" y="1156"/>
                      <a:pt x="5818" y="1381"/>
                      <a:pt x="5800" y="1610"/>
                    </a:cubicBezTo>
                    <a:cubicBezTo>
                      <a:pt x="5765" y="2050"/>
                      <a:pt x="5746" y="2491"/>
                      <a:pt x="5728" y="2932"/>
                    </a:cubicBezTo>
                    <a:cubicBezTo>
                      <a:pt x="5707" y="3468"/>
                      <a:pt x="5692" y="4004"/>
                      <a:pt x="5675" y="4539"/>
                    </a:cubicBezTo>
                    <a:cubicBezTo>
                      <a:pt x="5674" y="4601"/>
                      <a:pt x="5681" y="4664"/>
                      <a:pt x="5696" y="4722"/>
                    </a:cubicBezTo>
                    <a:cubicBezTo>
                      <a:pt x="5765" y="4985"/>
                      <a:pt x="5842" y="5245"/>
                      <a:pt x="5913" y="5507"/>
                    </a:cubicBezTo>
                    <a:cubicBezTo>
                      <a:pt x="6058" y="6046"/>
                      <a:pt x="6204" y="6583"/>
                      <a:pt x="6346" y="7120"/>
                    </a:cubicBezTo>
                    <a:cubicBezTo>
                      <a:pt x="6357" y="7159"/>
                      <a:pt x="6348" y="7201"/>
                      <a:pt x="6348" y="7242"/>
                    </a:cubicBezTo>
                    <a:cubicBezTo>
                      <a:pt x="6330" y="7246"/>
                      <a:pt x="6312" y="7249"/>
                      <a:pt x="6294" y="7252"/>
                    </a:cubicBezTo>
                    <a:cubicBezTo>
                      <a:pt x="6268" y="7188"/>
                      <a:pt x="6238" y="7125"/>
                      <a:pt x="6219" y="7059"/>
                    </a:cubicBezTo>
                    <a:cubicBezTo>
                      <a:pt x="6102" y="6640"/>
                      <a:pt x="5985" y="6221"/>
                      <a:pt x="5870" y="5801"/>
                    </a:cubicBezTo>
                    <a:cubicBezTo>
                      <a:pt x="5735" y="5303"/>
                      <a:pt x="5572" y="4811"/>
                      <a:pt x="5479" y="4305"/>
                    </a:cubicBezTo>
                    <a:cubicBezTo>
                      <a:pt x="5342" y="3558"/>
                      <a:pt x="5273" y="2797"/>
                      <a:pt x="5146" y="2049"/>
                    </a:cubicBezTo>
                    <a:cubicBezTo>
                      <a:pt x="5063" y="1576"/>
                      <a:pt x="4931" y="1111"/>
                      <a:pt x="4808" y="644"/>
                    </a:cubicBezTo>
                    <a:cubicBezTo>
                      <a:pt x="4760" y="458"/>
                      <a:pt x="4651" y="299"/>
                      <a:pt x="4501" y="173"/>
                    </a:cubicBezTo>
                    <a:cubicBezTo>
                      <a:pt x="4362" y="57"/>
                      <a:pt x="4213" y="0"/>
                      <a:pt x="4073" y="0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3">
                <a:extLst>
                  <a:ext uri="{FF2B5EF4-FFF2-40B4-BE49-F238E27FC236}">
                    <a16:creationId xmlns:a16="http://schemas.microsoft.com/office/drawing/2014/main" id="{B98447F6-F9FE-47D6-9449-1D10E99D1C84}"/>
                  </a:ext>
                </a:extLst>
              </p:cNvPr>
              <p:cNvSpPr/>
              <p:nvPr/>
            </p:nvSpPr>
            <p:spPr>
              <a:xfrm>
                <a:off x="1038625" y="1235125"/>
                <a:ext cx="236050" cy="463750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8550" extrusionOk="0">
                    <a:moveTo>
                      <a:pt x="4250" y="117"/>
                    </a:moveTo>
                    <a:cubicBezTo>
                      <a:pt x="4390" y="117"/>
                      <a:pt x="4539" y="174"/>
                      <a:pt x="4676" y="290"/>
                    </a:cubicBezTo>
                    <a:cubicBezTo>
                      <a:pt x="4826" y="417"/>
                      <a:pt x="4936" y="576"/>
                      <a:pt x="4985" y="762"/>
                    </a:cubicBezTo>
                    <a:cubicBezTo>
                      <a:pt x="5107" y="1227"/>
                      <a:pt x="5240" y="1692"/>
                      <a:pt x="5321" y="2167"/>
                    </a:cubicBezTo>
                    <a:cubicBezTo>
                      <a:pt x="5450" y="2915"/>
                      <a:pt x="5519" y="3676"/>
                      <a:pt x="5656" y="4422"/>
                    </a:cubicBezTo>
                    <a:cubicBezTo>
                      <a:pt x="5749" y="4929"/>
                      <a:pt x="5912" y="5421"/>
                      <a:pt x="6047" y="5919"/>
                    </a:cubicBezTo>
                    <a:cubicBezTo>
                      <a:pt x="6162" y="6338"/>
                      <a:pt x="6279" y="6756"/>
                      <a:pt x="6396" y="7175"/>
                    </a:cubicBezTo>
                    <a:cubicBezTo>
                      <a:pt x="6414" y="7241"/>
                      <a:pt x="6445" y="7306"/>
                      <a:pt x="6471" y="7370"/>
                    </a:cubicBezTo>
                    <a:cubicBezTo>
                      <a:pt x="6489" y="7367"/>
                      <a:pt x="6507" y="7363"/>
                      <a:pt x="6525" y="7360"/>
                    </a:cubicBezTo>
                    <a:cubicBezTo>
                      <a:pt x="6525" y="7319"/>
                      <a:pt x="6532" y="7276"/>
                      <a:pt x="6523" y="7238"/>
                    </a:cubicBezTo>
                    <a:cubicBezTo>
                      <a:pt x="6379" y="6701"/>
                      <a:pt x="6235" y="6162"/>
                      <a:pt x="6090" y="5625"/>
                    </a:cubicBezTo>
                    <a:cubicBezTo>
                      <a:pt x="6017" y="5363"/>
                      <a:pt x="5942" y="5101"/>
                      <a:pt x="5873" y="4839"/>
                    </a:cubicBezTo>
                    <a:cubicBezTo>
                      <a:pt x="5858" y="4780"/>
                      <a:pt x="5851" y="4719"/>
                      <a:pt x="5852" y="4657"/>
                    </a:cubicBezTo>
                    <a:cubicBezTo>
                      <a:pt x="5867" y="4122"/>
                      <a:pt x="5882" y="3586"/>
                      <a:pt x="5905" y="3050"/>
                    </a:cubicBezTo>
                    <a:cubicBezTo>
                      <a:pt x="5923" y="2609"/>
                      <a:pt x="5941" y="2168"/>
                      <a:pt x="5975" y="1728"/>
                    </a:cubicBezTo>
                    <a:cubicBezTo>
                      <a:pt x="5995" y="1499"/>
                      <a:pt x="6056" y="1274"/>
                      <a:pt x="6085" y="1044"/>
                    </a:cubicBezTo>
                    <a:cubicBezTo>
                      <a:pt x="6112" y="807"/>
                      <a:pt x="6285" y="704"/>
                      <a:pt x="6461" y="704"/>
                    </a:cubicBezTo>
                    <a:cubicBezTo>
                      <a:pt x="6574" y="704"/>
                      <a:pt x="6689" y="747"/>
                      <a:pt x="6768" y="822"/>
                    </a:cubicBezTo>
                    <a:cubicBezTo>
                      <a:pt x="6850" y="903"/>
                      <a:pt x="6921" y="1020"/>
                      <a:pt x="6946" y="1133"/>
                    </a:cubicBezTo>
                    <a:cubicBezTo>
                      <a:pt x="7008" y="1403"/>
                      <a:pt x="7069" y="1679"/>
                      <a:pt x="7077" y="1955"/>
                    </a:cubicBezTo>
                    <a:cubicBezTo>
                      <a:pt x="7089" y="2537"/>
                      <a:pt x="7201" y="3101"/>
                      <a:pt x="7303" y="3670"/>
                    </a:cubicBezTo>
                    <a:cubicBezTo>
                      <a:pt x="7380" y="4098"/>
                      <a:pt x="7462" y="4524"/>
                      <a:pt x="7549" y="4950"/>
                    </a:cubicBezTo>
                    <a:cubicBezTo>
                      <a:pt x="7579" y="5091"/>
                      <a:pt x="7566" y="5221"/>
                      <a:pt x="7483" y="5339"/>
                    </a:cubicBezTo>
                    <a:cubicBezTo>
                      <a:pt x="7267" y="5646"/>
                      <a:pt x="7188" y="5990"/>
                      <a:pt x="7194" y="6360"/>
                    </a:cubicBezTo>
                    <a:cubicBezTo>
                      <a:pt x="7197" y="6488"/>
                      <a:pt x="7180" y="6617"/>
                      <a:pt x="7170" y="6746"/>
                    </a:cubicBezTo>
                    <a:cubicBezTo>
                      <a:pt x="7131" y="7196"/>
                      <a:pt x="7188" y="7642"/>
                      <a:pt x="7255" y="8086"/>
                    </a:cubicBezTo>
                    <a:cubicBezTo>
                      <a:pt x="7290" y="8309"/>
                      <a:pt x="7260" y="8521"/>
                      <a:pt x="7176" y="8723"/>
                    </a:cubicBezTo>
                    <a:cubicBezTo>
                      <a:pt x="7098" y="8911"/>
                      <a:pt x="7000" y="9090"/>
                      <a:pt x="6912" y="9274"/>
                    </a:cubicBezTo>
                    <a:cubicBezTo>
                      <a:pt x="6882" y="9337"/>
                      <a:pt x="6822" y="9396"/>
                      <a:pt x="6879" y="9496"/>
                    </a:cubicBezTo>
                    <a:cubicBezTo>
                      <a:pt x="6918" y="9456"/>
                      <a:pt x="6949" y="9427"/>
                      <a:pt x="6976" y="9393"/>
                    </a:cubicBezTo>
                    <a:cubicBezTo>
                      <a:pt x="7149" y="9162"/>
                      <a:pt x="7273" y="8907"/>
                      <a:pt x="7356" y="8630"/>
                    </a:cubicBezTo>
                    <a:cubicBezTo>
                      <a:pt x="7410" y="8444"/>
                      <a:pt x="7413" y="8260"/>
                      <a:pt x="7374" y="8066"/>
                    </a:cubicBezTo>
                    <a:cubicBezTo>
                      <a:pt x="7234" y="7367"/>
                      <a:pt x="7239" y="6662"/>
                      <a:pt x="7365" y="5960"/>
                    </a:cubicBezTo>
                    <a:cubicBezTo>
                      <a:pt x="7413" y="5694"/>
                      <a:pt x="7530" y="5457"/>
                      <a:pt x="7714" y="5258"/>
                    </a:cubicBezTo>
                    <a:cubicBezTo>
                      <a:pt x="7761" y="5208"/>
                      <a:pt x="7811" y="5160"/>
                      <a:pt x="7866" y="5122"/>
                    </a:cubicBezTo>
                    <a:cubicBezTo>
                      <a:pt x="7939" y="5072"/>
                      <a:pt x="8017" y="5047"/>
                      <a:pt x="8091" y="5047"/>
                    </a:cubicBezTo>
                    <a:cubicBezTo>
                      <a:pt x="8205" y="5047"/>
                      <a:pt x="8310" y="5106"/>
                      <a:pt x="8376" y="5223"/>
                    </a:cubicBezTo>
                    <a:cubicBezTo>
                      <a:pt x="8454" y="5363"/>
                      <a:pt x="8516" y="5520"/>
                      <a:pt x="8546" y="5676"/>
                    </a:cubicBezTo>
                    <a:cubicBezTo>
                      <a:pt x="8651" y="6237"/>
                      <a:pt x="8723" y="6803"/>
                      <a:pt x="8837" y="7361"/>
                    </a:cubicBezTo>
                    <a:cubicBezTo>
                      <a:pt x="8949" y="7913"/>
                      <a:pt x="9089" y="8459"/>
                      <a:pt x="9228" y="9006"/>
                    </a:cubicBezTo>
                    <a:cubicBezTo>
                      <a:pt x="9306" y="9309"/>
                      <a:pt x="9312" y="9612"/>
                      <a:pt x="9269" y="9916"/>
                    </a:cubicBezTo>
                    <a:cubicBezTo>
                      <a:pt x="9144" y="10772"/>
                      <a:pt x="8954" y="11610"/>
                      <a:pt x="8648" y="12422"/>
                    </a:cubicBezTo>
                    <a:cubicBezTo>
                      <a:pt x="8564" y="12643"/>
                      <a:pt x="8457" y="12845"/>
                      <a:pt x="8285" y="13004"/>
                    </a:cubicBezTo>
                    <a:cubicBezTo>
                      <a:pt x="8076" y="13198"/>
                      <a:pt x="7860" y="13385"/>
                      <a:pt x="7642" y="13568"/>
                    </a:cubicBezTo>
                    <a:cubicBezTo>
                      <a:pt x="7572" y="13627"/>
                      <a:pt x="7542" y="13693"/>
                      <a:pt x="7545" y="13780"/>
                    </a:cubicBezTo>
                    <a:cubicBezTo>
                      <a:pt x="7552" y="14017"/>
                      <a:pt x="7561" y="14256"/>
                      <a:pt x="7569" y="14493"/>
                    </a:cubicBezTo>
                    <a:cubicBezTo>
                      <a:pt x="7575" y="14704"/>
                      <a:pt x="7573" y="14914"/>
                      <a:pt x="7587" y="15124"/>
                    </a:cubicBezTo>
                    <a:cubicBezTo>
                      <a:pt x="7629" y="15762"/>
                      <a:pt x="7675" y="16398"/>
                      <a:pt x="7720" y="17036"/>
                    </a:cubicBezTo>
                    <a:cubicBezTo>
                      <a:pt x="7723" y="17076"/>
                      <a:pt x="7725" y="17118"/>
                      <a:pt x="7734" y="17157"/>
                    </a:cubicBezTo>
                    <a:cubicBezTo>
                      <a:pt x="7764" y="17283"/>
                      <a:pt x="7711" y="17355"/>
                      <a:pt x="7602" y="17420"/>
                    </a:cubicBezTo>
                    <a:cubicBezTo>
                      <a:pt x="7276" y="17609"/>
                      <a:pt x="6928" y="17738"/>
                      <a:pt x="6562" y="17830"/>
                    </a:cubicBezTo>
                    <a:cubicBezTo>
                      <a:pt x="5956" y="17980"/>
                      <a:pt x="5362" y="18182"/>
                      <a:pt x="4736" y="18248"/>
                    </a:cubicBezTo>
                    <a:cubicBezTo>
                      <a:pt x="4408" y="18284"/>
                      <a:pt x="4079" y="18311"/>
                      <a:pt x="3751" y="18311"/>
                    </a:cubicBezTo>
                    <a:cubicBezTo>
                      <a:pt x="3544" y="18311"/>
                      <a:pt x="3336" y="18300"/>
                      <a:pt x="3129" y="18274"/>
                    </a:cubicBezTo>
                    <a:cubicBezTo>
                      <a:pt x="2691" y="18215"/>
                      <a:pt x="2287" y="18062"/>
                      <a:pt x="1938" y="17779"/>
                    </a:cubicBezTo>
                    <a:cubicBezTo>
                      <a:pt x="1870" y="17723"/>
                      <a:pt x="1861" y="17657"/>
                      <a:pt x="1857" y="17581"/>
                    </a:cubicBezTo>
                    <a:cubicBezTo>
                      <a:pt x="1828" y="16983"/>
                      <a:pt x="1806" y="16385"/>
                      <a:pt x="1768" y="15788"/>
                    </a:cubicBezTo>
                    <a:cubicBezTo>
                      <a:pt x="1728" y="15123"/>
                      <a:pt x="1674" y="14460"/>
                      <a:pt x="1626" y="13795"/>
                    </a:cubicBezTo>
                    <a:cubicBezTo>
                      <a:pt x="1623" y="13754"/>
                      <a:pt x="1626" y="13714"/>
                      <a:pt x="1626" y="13640"/>
                    </a:cubicBezTo>
                    <a:cubicBezTo>
                      <a:pt x="1804" y="13742"/>
                      <a:pt x="1969" y="13834"/>
                      <a:pt x="2131" y="13930"/>
                    </a:cubicBezTo>
                    <a:cubicBezTo>
                      <a:pt x="2481" y="14137"/>
                      <a:pt x="2826" y="14353"/>
                      <a:pt x="3210" y="14500"/>
                    </a:cubicBezTo>
                    <a:cubicBezTo>
                      <a:pt x="3612" y="14653"/>
                      <a:pt x="4025" y="14760"/>
                      <a:pt x="4444" y="14851"/>
                    </a:cubicBezTo>
                    <a:cubicBezTo>
                      <a:pt x="4460" y="14855"/>
                      <a:pt x="4477" y="14857"/>
                      <a:pt x="4493" y="14857"/>
                    </a:cubicBezTo>
                    <a:cubicBezTo>
                      <a:pt x="4540" y="14857"/>
                      <a:pt x="4582" y="14839"/>
                      <a:pt x="4585" y="14781"/>
                    </a:cubicBezTo>
                    <a:cubicBezTo>
                      <a:pt x="4588" y="14733"/>
                      <a:pt x="4546" y="14653"/>
                      <a:pt x="4507" y="14640"/>
                    </a:cubicBezTo>
                    <a:cubicBezTo>
                      <a:pt x="4360" y="14590"/>
                      <a:pt x="4203" y="14566"/>
                      <a:pt x="4053" y="14523"/>
                    </a:cubicBezTo>
                    <a:cubicBezTo>
                      <a:pt x="3767" y="14440"/>
                      <a:pt x="3480" y="14358"/>
                      <a:pt x="3197" y="14263"/>
                    </a:cubicBezTo>
                    <a:cubicBezTo>
                      <a:pt x="2793" y="14125"/>
                      <a:pt x="2446" y="13885"/>
                      <a:pt x="2103" y="13640"/>
                    </a:cubicBezTo>
                    <a:cubicBezTo>
                      <a:pt x="1914" y="13507"/>
                      <a:pt x="1719" y="13384"/>
                      <a:pt x="1534" y="13246"/>
                    </a:cubicBezTo>
                    <a:cubicBezTo>
                      <a:pt x="1438" y="13174"/>
                      <a:pt x="1341" y="13091"/>
                      <a:pt x="1273" y="12992"/>
                    </a:cubicBezTo>
                    <a:cubicBezTo>
                      <a:pt x="1129" y="12779"/>
                      <a:pt x="999" y="12554"/>
                      <a:pt x="869" y="12331"/>
                    </a:cubicBezTo>
                    <a:cubicBezTo>
                      <a:pt x="632" y="11918"/>
                      <a:pt x="535" y="11459"/>
                      <a:pt x="451" y="10995"/>
                    </a:cubicBezTo>
                    <a:cubicBezTo>
                      <a:pt x="329" y="10320"/>
                      <a:pt x="212" y="9642"/>
                      <a:pt x="194" y="8956"/>
                    </a:cubicBezTo>
                    <a:cubicBezTo>
                      <a:pt x="176" y="8236"/>
                      <a:pt x="206" y="7516"/>
                      <a:pt x="221" y="6794"/>
                    </a:cubicBezTo>
                    <a:lnTo>
                      <a:pt x="223" y="6795"/>
                    </a:lnTo>
                    <a:cubicBezTo>
                      <a:pt x="232" y="6333"/>
                      <a:pt x="259" y="5871"/>
                      <a:pt x="269" y="5409"/>
                    </a:cubicBezTo>
                    <a:cubicBezTo>
                      <a:pt x="286" y="4614"/>
                      <a:pt x="293" y="3819"/>
                      <a:pt x="314" y="3025"/>
                    </a:cubicBezTo>
                    <a:cubicBezTo>
                      <a:pt x="322" y="2753"/>
                      <a:pt x="353" y="2482"/>
                      <a:pt x="389" y="2213"/>
                    </a:cubicBezTo>
                    <a:cubicBezTo>
                      <a:pt x="415" y="2020"/>
                      <a:pt x="548" y="1900"/>
                      <a:pt x="731" y="1849"/>
                    </a:cubicBezTo>
                    <a:cubicBezTo>
                      <a:pt x="766" y="1839"/>
                      <a:pt x="798" y="1834"/>
                      <a:pt x="829" y="1834"/>
                    </a:cubicBezTo>
                    <a:cubicBezTo>
                      <a:pt x="962" y="1834"/>
                      <a:pt x="1061" y="1918"/>
                      <a:pt x="1144" y="2038"/>
                    </a:cubicBezTo>
                    <a:cubicBezTo>
                      <a:pt x="1273" y="2222"/>
                      <a:pt x="1377" y="2416"/>
                      <a:pt x="1425" y="2642"/>
                    </a:cubicBezTo>
                    <a:cubicBezTo>
                      <a:pt x="1476" y="2887"/>
                      <a:pt x="1578" y="3122"/>
                      <a:pt x="1620" y="3367"/>
                    </a:cubicBezTo>
                    <a:cubicBezTo>
                      <a:pt x="1686" y="3748"/>
                      <a:pt x="1728" y="4134"/>
                      <a:pt x="1765" y="4519"/>
                    </a:cubicBezTo>
                    <a:cubicBezTo>
                      <a:pt x="1827" y="5140"/>
                      <a:pt x="1878" y="5763"/>
                      <a:pt x="1929" y="6386"/>
                    </a:cubicBezTo>
                    <a:cubicBezTo>
                      <a:pt x="1942" y="6534"/>
                      <a:pt x="1939" y="6684"/>
                      <a:pt x="1947" y="6834"/>
                    </a:cubicBezTo>
                    <a:cubicBezTo>
                      <a:pt x="1950" y="6897"/>
                      <a:pt x="1960" y="6962"/>
                      <a:pt x="1971" y="7049"/>
                    </a:cubicBezTo>
                    <a:cubicBezTo>
                      <a:pt x="2080" y="6977"/>
                      <a:pt x="2067" y="6891"/>
                      <a:pt x="2062" y="6816"/>
                    </a:cubicBezTo>
                    <a:cubicBezTo>
                      <a:pt x="2046" y="6539"/>
                      <a:pt x="2025" y="6261"/>
                      <a:pt x="2004" y="5984"/>
                    </a:cubicBezTo>
                    <a:cubicBezTo>
                      <a:pt x="1968" y="5510"/>
                      <a:pt x="1932" y="5035"/>
                      <a:pt x="1891" y="4561"/>
                    </a:cubicBezTo>
                    <a:cubicBezTo>
                      <a:pt x="1845" y="4027"/>
                      <a:pt x="1803" y="3494"/>
                      <a:pt x="1677" y="2968"/>
                    </a:cubicBezTo>
                    <a:cubicBezTo>
                      <a:pt x="1636" y="2800"/>
                      <a:pt x="1681" y="2606"/>
                      <a:pt x="1711" y="2426"/>
                    </a:cubicBezTo>
                    <a:cubicBezTo>
                      <a:pt x="1767" y="2086"/>
                      <a:pt x="1831" y="1745"/>
                      <a:pt x="1905" y="1407"/>
                    </a:cubicBezTo>
                    <a:cubicBezTo>
                      <a:pt x="1963" y="1136"/>
                      <a:pt x="2106" y="900"/>
                      <a:pt x="2289" y="696"/>
                    </a:cubicBezTo>
                    <a:cubicBezTo>
                      <a:pt x="2377" y="598"/>
                      <a:pt x="2499" y="551"/>
                      <a:pt x="2620" y="551"/>
                    </a:cubicBezTo>
                    <a:cubicBezTo>
                      <a:pt x="2771" y="551"/>
                      <a:pt x="2922" y="624"/>
                      <a:pt x="3005" y="765"/>
                    </a:cubicBezTo>
                    <a:cubicBezTo>
                      <a:pt x="3113" y="951"/>
                      <a:pt x="3195" y="1155"/>
                      <a:pt x="3269" y="1358"/>
                    </a:cubicBezTo>
                    <a:cubicBezTo>
                      <a:pt x="3411" y="1756"/>
                      <a:pt x="3489" y="2168"/>
                      <a:pt x="3530" y="2591"/>
                    </a:cubicBezTo>
                    <a:cubicBezTo>
                      <a:pt x="3573" y="3037"/>
                      <a:pt x="3650" y="3479"/>
                      <a:pt x="3687" y="3925"/>
                    </a:cubicBezTo>
                    <a:cubicBezTo>
                      <a:pt x="3743" y="4623"/>
                      <a:pt x="3777" y="5322"/>
                      <a:pt x="3822" y="6021"/>
                    </a:cubicBezTo>
                    <a:cubicBezTo>
                      <a:pt x="3843" y="6332"/>
                      <a:pt x="3864" y="6644"/>
                      <a:pt x="3891" y="6956"/>
                    </a:cubicBezTo>
                    <a:cubicBezTo>
                      <a:pt x="3897" y="7022"/>
                      <a:pt x="3932" y="7087"/>
                      <a:pt x="3951" y="7153"/>
                    </a:cubicBezTo>
                    <a:cubicBezTo>
                      <a:pt x="3968" y="7151"/>
                      <a:pt x="3984" y="7148"/>
                      <a:pt x="3999" y="7147"/>
                    </a:cubicBezTo>
                    <a:cubicBezTo>
                      <a:pt x="4002" y="7099"/>
                      <a:pt x="4011" y="7051"/>
                      <a:pt x="4008" y="7004"/>
                    </a:cubicBezTo>
                    <a:cubicBezTo>
                      <a:pt x="3969" y="6434"/>
                      <a:pt x="3927" y="5865"/>
                      <a:pt x="3890" y="5297"/>
                    </a:cubicBezTo>
                    <a:cubicBezTo>
                      <a:pt x="3843" y="4572"/>
                      <a:pt x="3827" y="3844"/>
                      <a:pt x="3707" y="3125"/>
                    </a:cubicBezTo>
                    <a:cubicBezTo>
                      <a:pt x="3662" y="2845"/>
                      <a:pt x="3657" y="2557"/>
                      <a:pt x="3645" y="2272"/>
                    </a:cubicBezTo>
                    <a:cubicBezTo>
                      <a:pt x="3630" y="1864"/>
                      <a:pt x="3612" y="1455"/>
                      <a:pt x="3623" y="1049"/>
                    </a:cubicBezTo>
                    <a:cubicBezTo>
                      <a:pt x="3627" y="863"/>
                      <a:pt x="3669" y="668"/>
                      <a:pt x="3741" y="497"/>
                    </a:cubicBezTo>
                    <a:cubicBezTo>
                      <a:pt x="3845" y="247"/>
                      <a:pt x="4038" y="117"/>
                      <a:pt x="4250" y="117"/>
                    </a:cubicBezTo>
                    <a:close/>
                    <a:moveTo>
                      <a:pt x="4288" y="1"/>
                    </a:moveTo>
                    <a:cubicBezTo>
                      <a:pt x="4149" y="1"/>
                      <a:pt x="4012" y="35"/>
                      <a:pt x="3875" y="90"/>
                    </a:cubicBezTo>
                    <a:cubicBezTo>
                      <a:pt x="3731" y="147"/>
                      <a:pt x="3630" y="237"/>
                      <a:pt x="3606" y="395"/>
                    </a:cubicBezTo>
                    <a:cubicBezTo>
                      <a:pt x="3566" y="656"/>
                      <a:pt x="3528" y="918"/>
                      <a:pt x="3486" y="1179"/>
                    </a:cubicBezTo>
                    <a:cubicBezTo>
                      <a:pt x="3477" y="1239"/>
                      <a:pt x="3510" y="1313"/>
                      <a:pt x="3434" y="1374"/>
                    </a:cubicBezTo>
                    <a:cubicBezTo>
                      <a:pt x="3402" y="1311"/>
                      <a:pt x="3375" y="1259"/>
                      <a:pt x="3350" y="1205"/>
                    </a:cubicBezTo>
                    <a:cubicBezTo>
                      <a:pt x="3275" y="1037"/>
                      <a:pt x="3207" y="867"/>
                      <a:pt x="3125" y="702"/>
                    </a:cubicBezTo>
                    <a:cubicBezTo>
                      <a:pt x="3021" y="494"/>
                      <a:pt x="2875" y="398"/>
                      <a:pt x="2669" y="398"/>
                    </a:cubicBezTo>
                    <a:cubicBezTo>
                      <a:pt x="2628" y="398"/>
                      <a:pt x="2584" y="402"/>
                      <a:pt x="2538" y="410"/>
                    </a:cubicBezTo>
                    <a:cubicBezTo>
                      <a:pt x="2374" y="437"/>
                      <a:pt x="2247" y="516"/>
                      <a:pt x="2143" y="641"/>
                    </a:cubicBezTo>
                    <a:cubicBezTo>
                      <a:pt x="1929" y="899"/>
                      <a:pt x="1800" y="1193"/>
                      <a:pt x="1735" y="1520"/>
                    </a:cubicBezTo>
                    <a:cubicBezTo>
                      <a:pt x="1680" y="1804"/>
                      <a:pt x="1620" y="2089"/>
                      <a:pt x="1554" y="2408"/>
                    </a:cubicBezTo>
                    <a:cubicBezTo>
                      <a:pt x="1432" y="2222"/>
                      <a:pt x="1347" y="2068"/>
                      <a:pt x="1240" y="1928"/>
                    </a:cubicBezTo>
                    <a:cubicBezTo>
                      <a:pt x="1133" y="1788"/>
                      <a:pt x="997" y="1684"/>
                      <a:pt x="828" y="1684"/>
                    </a:cubicBezTo>
                    <a:cubicBezTo>
                      <a:pt x="791" y="1684"/>
                      <a:pt x="752" y="1689"/>
                      <a:pt x="712" y="1700"/>
                    </a:cubicBezTo>
                    <a:cubicBezTo>
                      <a:pt x="490" y="1760"/>
                      <a:pt x="320" y="1915"/>
                      <a:pt x="275" y="2143"/>
                    </a:cubicBezTo>
                    <a:cubicBezTo>
                      <a:pt x="223" y="2416"/>
                      <a:pt x="196" y="2695"/>
                      <a:pt x="181" y="2972"/>
                    </a:cubicBezTo>
                    <a:cubicBezTo>
                      <a:pt x="164" y="3326"/>
                      <a:pt x="172" y="3681"/>
                      <a:pt x="170" y="4033"/>
                    </a:cubicBezTo>
                    <a:cubicBezTo>
                      <a:pt x="167" y="4326"/>
                      <a:pt x="176" y="4618"/>
                      <a:pt x="164" y="4911"/>
                    </a:cubicBezTo>
                    <a:cubicBezTo>
                      <a:pt x="125" y="5855"/>
                      <a:pt x="73" y="6800"/>
                      <a:pt x="37" y="7744"/>
                    </a:cubicBezTo>
                    <a:cubicBezTo>
                      <a:pt x="23" y="8131"/>
                      <a:pt x="1" y="8522"/>
                      <a:pt x="46" y="8905"/>
                    </a:cubicBezTo>
                    <a:cubicBezTo>
                      <a:pt x="137" y="9709"/>
                      <a:pt x="254" y="10509"/>
                      <a:pt x="394" y="11306"/>
                    </a:cubicBezTo>
                    <a:cubicBezTo>
                      <a:pt x="509" y="11960"/>
                      <a:pt x="739" y="12577"/>
                      <a:pt x="1174" y="13097"/>
                    </a:cubicBezTo>
                    <a:cubicBezTo>
                      <a:pt x="1231" y="13165"/>
                      <a:pt x="1284" y="13237"/>
                      <a:pt x="1329" y="13312"/>
                    </a:cubicBezTo>
                    <a:cubicBezTo>
                      <a:pt x="1359" y="13363"/>
                      <a:pt x="1389" y="13420"/>
                      <a:pt x="1396" y="13477"/>
                    </a:cubicBezTo>
                    <a:cubicBezTo>
                      <a:pt x="1419" y="13685"/>
                      <a:pt x="1434" y="13895"/>
                      <a:pt x="1447" y="14106"/>
                    </a:cubicBezTo>
                    <a:cubicBezTo>
                      <a:pt x="1479" y="14554"/>
                      <a:pt x="1512" y="15001"/>
                      <a:pt x="1536" y="15450"/>
                    </a:cubicBezTo>
                    <a:cubicBezTo>
                      <a:pt x="1576" y="16190"/>
                      <a:pt x="1612" y="16929"/>
                      <a:pt x="1644" y="17671"/>
                    </a:cubicBezTo>
                    <a:cubicBezTo>
                      <a:pt x="1648" y="17776"/>
                      <a:pt x="1681" y="17852"/>
                      <a:pt x="1756" y="17918"/>
                    </a:cubicBezTo>
                    <a:cubicBezTo>
                      <a:pt x="2140" y="18260"/>
                      <a:pt x="2601" y="18443"/>
                      <a:pt x="3101" y="18508"/>
                    </a:cubicBezTo>
                    <a:cubicBezTo>
                      <a:pt x="3329" y="18537"/>
                      <a:pt x="3558" y="18550"/>
                      <a:pt x="3788" y="18550"/>
                    </a:cubicBezTo>
                    <a:cubicBezTo>
                      <a:pt x="4101" y="18550"/>
                      <a:pt x="4416" y="18526"/>
                      <a:pt x="4729" y="18487"/>
                    </a:cubicBezTo>
                    <a:cubicBezTo>
                      <a:pt x="4958" y="18460"/>
                      <a:pt x="5188" y="18430"/>
                      <a:pt x="5413" y="18380"/>
                    </a:cubicBezTo>
                    <a:cubicBezTo>
                      <a:pt x="5717" y="18313"/>
                      <a:pt x="6017" y="18224"/>
                      <a:pt x="6321" y="18146"/>
                    </a:cubicBezTo>
                    <a:cubicBezTo>
                      <a:pt x="6828" y="18016"/>
                      <a:pt x="7335" y="17884"/>
                      <a:pt x="7782" y="17593"/>
                    </a:cubicBezTo>
                    <a:cubicBezTo>
                      <a:pt x="7860" y="17543"/>
                      <a:pt x="7935" y="17489"/>
                      <a:pt x="8009" y="17438"/>
                    </a:cubicBezTo>
                    <a:cubicBezTo>
                      <a:pt x="7871" y="16734"/>
                      <a:pt x="7851" y="16041"/>
                      <a:pt x="7812" y="15349"/>
                    </a:cubicBezTo>
                    <a:cubicBezTo>
                      <a:pt x="7786" y="14887"/>
                      <a:pt x="7773" y="14425"/>
                      <a:pt x="7747" y="13964"/>
                    </a:cubicBezTo>
                    <a:cubicBezTo>
                      <a:pt x="7740" y="13820"/>
                      <a:pt x="7735" y="13693"/>
                      <a:pt x="7892" y="13624"/>
                    </a:cubicBezTo>
                    <a:cubicBezTo>
                      <a:pt x="7916" y="13613"/>
                      <a:pt x="7932" y="13588"/>
                      <a:pt x="7952" y="13568"/>
                    </a:cubicBezTo>
                    <a:cubicBezTo>
                      <a:pt x="8088" y="13420"/>
                      <a:pt x="8220" y="13264"/>
                      <a:pt x="8364" y="13121"/>
                    </a:cubicBezTo>
                    <a:cubicBezTo>
                      <a:pt x="8537" y="12950"/>
                      <a:pt x="8664" y="12755"/>
                      <a:pt x="8747" y="12527"/>
                    </a:cubicBezTo>
                    <a:cubicBezTo>
                      <a:pt x="9021" y="11763"/>
                      <a:pt x="9222" y="10983"/>
                      <a:pt x="9357" y="10183"/>
                    </a:cubicBezTo>
                    <a:cubicBezTo>
                      <a:pt x="9441" y="9684"/>
                      <a:pt x="9431" y="9201"/>
                      <a:pt x="9284" y="8711"/>
                    </a:cubicBezTo>
                    <a:cubicBezTo>
                      <a:pt x="9050" y="7930"/>
                      <a:pt x="8907" y="7127"/>
                      <a:pt x="8789" y="6318"/>
                    </a:cubicBezTo>
                    <a:cubicBezTo>
                      <a:pt x="8751" y="6056"/>
                      <a:pt x="8711" y="5795"/>
                      <a:pt x="8666" y="5534"/>
                    </a:cubicBezTo>
                    <a:cubicBezTo>
                      <a:pt x="8636" y="5357"/>
                      <a:pt x="8561" y="5196"/>
                      <a:pt x="8439" y="5061"/>
                    </a:cubicBezTo>
                    <a:cubicBezTo>
                      <a:pt x="8339" y="4948"/>
                      <a:pt x="8222" y="4891"/>
                      <a:pt x="8092" y="4891"/>
                    </a:cubicBezTo>
                    <a:cubicBezTo>
                      <a:pt x="8032" y="4891"/>
                      <a:pt x="7969" y="4903"/>
                      <a:pt x="7904" y="4927"/>
                    </a:cubicBezTo>
                    <a:cubicBezTo>
                      <a:pt x="7850" y="4948"/>
                      <a:pt x="7797" y="4974"/>
                      <a:pt x="7723" y="5007"/>
                    </a:cubicBezTo>
                    <a:cubicBezTo>
                      <a:pt x="7698" y="4912"/>
                      <a:pt x="7671" y="4837"/>
                      <a:pt x="7656" y="4759"/>
                    </a:cubicBezTo>
                    <a:cubicBezTo>
                      <a:pt x="7563" y="4266"/>
                      <a:pt x="7465" y="3772"/>
                      <a:pt x="7381" y="3275"/>
                    </a:cubicBezTo>
                    <a:cubicBezTo>
                      <a:pt x="7312" y="2867"/>
                      <a:pt x="7233" y="2464"/>
                      <a:pt x="7227" y="2044"/>
                    </a:cubicBezTo>
                    <a:cubicBezTo>
                      <a:pt x="7222" y="1728"/>
                      <a:pt x="7143" y="1412"/>
                      <a:pt x="7089" y="1098"/>
                    </a:cubicBezTo>
                    <a:cubicBezTo>
                      <a:pt x="7062" y="939"/>
                      <a:pt x="6979" y="806"/>
                      <a:pt x="6849" y="707"/>
                    </a:cubicBezTo>
                    <a:cubicBezTo>
                      <a:pt x="6727" y="613"/>
                      <a:pt x="6595" y="569"/>
                      <a:pt x="6470" y="569"/>
                    </a:cubicBezTo>
                    <a:cubicBezTo>
                      <a:pt x="6234" y="569"/>
                      <a:pt x="6025" y="727"/>
                      <a:pt x="5968" y="1007"/>
                    </a:cubicBezTo>
                    <a:cubicBezTo>
                      <a:pt x="5897" y="1359"/>
                      <a:pt x="5839" y="1716"/>
                      <a:pt x="5815" y="2075"/>
                    </a:cubicBezTo>
                    <a:cubicBezTo>
                      <a:pt x="5780" y="2617"/>
                      <a:pt x="5779" y="3161"/>
                      <a:pt x="5762" y="3706"/>
                    </a:cubicBezTo>
                    <a:cubicBezTo>
                      <a:pt x="5759" y="3760"/>
                      <a:pt x="5750" y="3816"/>
                      <a:pt x="5743" y="3870"/>
                    </a:cubicBezTo>
                    <a:cubicBezTo>
                      <a:pt x="5707" y="3849"/>
                      <a:pt x="5695" y="3831"/>
                      <a:pt x="5692" y="3813"/>
                    </a:cubicBezTo>
                    <a:cubicBezTo>
                      <a:pt x="5623" y="3320"/>
                      <a:pt x="5546" y="2830"/>
                      <a:pt x="5489" y="2338"/>
                    </a:cubicBezTo>
                    <a:cubicBezTo>
                      <a:pt x="5417" y="1706"/>
                      <a:pt x="5249" y="1100"/>
                      <a:pt x="5035" y="503"/>
                    </a:cubicBezTo>
                    <a:cubicBezTo>
                      <a:pt x="4955" y="284"/>
                      <a:pt x="4802" y="141"/>
                      <a:pt x="4588" y="57"/>
                    </a:cubicBezTo>
                    <a:cubicBezTo>
                      <a:pt x="4487" y="18"/>
                      <a:pt x="4387" y="1"/>
                      <a:pt x="42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3">
                <a:extLst>
                  <a:ext uri="{FF2B5EF4-FFF2-40B4-BE49-F238E27FC236}">
                    <a16:creationId xmlns:a16="http://schemas.microsoft.com/office/drawing/2014/main" id="{24A7B873-5B33-9F2D-3F58-CE3C616F876E}"/>
                  </a:ext>
                </a:extLst>
              </p:cNvPr>
              <p:cNvSpPr/>
              <p:nvPr/>
            </p:nvSpPr>
            <p:spPr>
              <a:xfrm>
                <a:off x="1072850" y="1429250"/>
                <a:ext cx="119275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562" extrusionOk="0">
                    <a:moveTo>
                      <a:pt x="3029" y="1"/>
                    </a:moveTo>
                    <a:cubicBezTo>
                      <a:pt x="2596" y="1"/>
                      <a:pt x="2163" y="25"/>
                      <a:pt x="1735" y="102"/>
                    </a:cubicBezTo>
                    <a:cubicBezTo>
                      <a:pt x="1206" y="196"/>
                      <a:pt x="690" y="342"/>
                      <a:pt x="168" y="468"/>
                    </a:cubicBezTo>
                    <a:cubicBezTo>
                      <a:pt x="110" y="483"/>
                      <a:pt x="56" y="519"/>
                      <a:pt x="0" y="546"/>
                    </a:cubicBezTo>
                    <a:cubicBezTo>
                      <a:pt x="49" y="557"/>
                      <a:pt x="97" y="561"/>
                      <a:pt x="143" y="561"/>
                    </a:cubicBezTo>
                    <a:cubicBezTo>
                      <a:pt x="286" y="561"/>
                      <a:pt x="418" y="517"/>
                      <a:pt x="549" y="478"/>
                    </a:cubicBezTo>
                    <a:cubicBezTo>
                      <a:pt x="1283" y="264"/>
                      <a:pt x="2029" y="142"/>
                      <a:pt x="2795" y="120"/>
                    </a:cubicBezTo>
                    <a:cubicBezTo>
                      <a:pt x="3035" y="112"/>
                      <a:pt x="3275" y="102"/>
                      <a:pt x="3514" y="102"/>
                    </a:cubicBezTo>
                    <a:cubicBezTo>
                      <a:pt x="3864" y="102"/>
                      <a:pt x="4213" y="124"/>
                      <a:pt x="4560" y="207"/>
                    </a:cubicBezTo>
                    <a:cubicBezTo>
                      <a:pt x="4579" y="212"/>
                      <a:pt x="4599" y="213"/>
                      <a:pt x="4622" y="213"/>
                    </a:cubicBezTo>
                    <a:cubicBezTo>
                      <a:pt x="4661" y="213"/>
                      <a:pt x="4708" y="208"/>
                      <a:pt x="4770" y="208"/>
                    </a:cubicBezTo>
                    <a:cubicBezTo>
                      <a:pt x="4716" y="171"/>
                      <a:pt x="4696" y="148"/>
                      <a:pt x="4674" y="144"/>
                    </a:cubicBezTo>
                    <a:cubicBezTo>
                      <a:pt x="4392" y="99"/>
                      <a:pt x="4111" y="31"/>
                      <a:pt x="3828" y="21"/>
                    </a:cubicBezTo>
                    <a:cubicBezTo>
                      <a:pt x="3562" y="10"/>
                      <a:pt x="3295" y="1"/>
                      <a:pt x="30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3">
                <a:extLst>
                  <a:ext uri="{FF2B5EF4-FFF2-40B4-BE49-F238E27FC236}">
                    <a16:creationId xmlns:a16="http://schemas.microsoft.com/office/drawing/2014/main" id="{F86444D0-21D3-F4C7-DF64-1712544DFD3E}"/>
                  </a:ext>
                </a:extLst>
              </p:cNvPr>
              <p:cNvSpPr/>
              <p:nvPr/>
            </p:nvSpPr>
            <p:spPr>
              <a:xfrm>
                <a:off x="1071950" y="1456900"/>
                <a:ext cx="86625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3465" h="3829" extrusionOk="0">
                    <a:moveTo>
                      <a:pt x="113" y="1"/>
                    </a:moveTo>
                    <a:cubicBezTo>
                      <a:pt x="81" y="1"/>
                      <a:pt x="44" y="11"/>
                      <a:pt x="0" y="37"/>
                    </a:cubicBezTo>
                    <a:cubicBezTo>
                      <a:pt x="75" y="85"/>
                      <a:pt x="129" y="120"/>
                      <a:pt x="182" y="153"/>
                    </a:cubicBezTo>
                    <a:cubicBezTo>
                      <a:pt x="389" y="283"/>
                      <a:pt x="609" y="394"/>
                      <a:pt x="800" y="544"/>
                    </a:cubicBezTo>
                    <a:cubicBezTo>
                      <a:pt x="1876" y="1389"/>
                      <a:pt x="2701" y="2439"/>
                      <a:pt x="3316" y="3659"/>
                    </a:cubicBezTo>
                    <a:cubicBezTo>
                      <a:pt x="3345" y="3716"/>
                      <a:pt x="3378" y="3773"/>
                      <a:pt x="3411" y="3829"/>
                    </a:cubicBezTo>
                    <a:cubicBezTo>
                      <a:pt x="3427" y="3820"/>
                      <a:pt x="3447" y="3811"/>
                      <a:pt x="3465" y="3802"/>
                    </a:cubicBezTo>
                    <a:cubicBezTo>
                      <a:pt x="3432" y="3722"/>
                      <a:pt x="3403" y="3641"/>
                      <a:pt x="3366" y="3565"/>
                    </a:cubicBezTo>
                    <a:cubicBezTo>
                      <a:pt x="2905" y="2670"/>
                      <a:pt x="2333" y="1857"/>
                      <a:pt x="1613" y="1152"/>
                    </a:cubicBezTo>
                    <a:cubicBezTo>
                      <a:pt x="1468" y="1008"/>
                      <a:pt x="1319" y="868"/>
                      <a:pt x="1172" y="727"/>
                    </a:cubicBezTo>
                    <a:cubicBezTo>
                      <a:pt x="894" y="463"/>
                      <a:pt x="585" y="243"/>
                      <a:pt x="254" y="54"/>
                    </a:cubicBezTo>
                    <a:cubicBezTo>
                      <a:pt x="212" y="30"/>
                      <a:pt x="169" y="1"/>
                      <a:pt x="1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3">
                <a:extLst>
                  <a:ext uri="{FF2B5EF4-FFF2-40B4-BE49-F238E27FC236}">
                    <a16:creationId xmlns:a16="http://schemas.microsoft.com/office/drawing/2014/main" id="{C4592E08-1848-4711-54EB-6FE5CE89178A}"/>
                  </a:ext>
                </a:extLst>
              </p:cNvPr>
              <p:cNvSpPr/>
              <p:nvPr/>
            </p:nvSpPr>
            <p:spPr>
              <a:xfrm>
                <a:off x="1171875" y="1481575"/>
                <a:ext cx="281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1915" extrusionOk="0">
                    <a:moveTo>
                      <a:pt x="1085" y="0"/>
                    </a:moveTo>
                    <a:cubicBezTo>
                      <a:pt x="1013" y="0"/>
                      <a:pt x="975" y="49"/>
                      <a:pt x="937" y="88"/>
                    </a:cubicBezTo>
                    <a:cubicBezTo>
                      <a:pt x="766" y="262"/>
                      <a:pt x="596" y="438"/>
                      <a:pt x="429" y="616"/>
                    </a:cubicBezTo>
                    <a:cubicBezTo>
                      <a:pt x="150" y="912"/>
                      <a:pt x="48" y="1281"/>
                      <a:pt x="9" y="1671"/>
                    </a:cubicBezTo>
                    <a:lnTo>
                      <a:pt x="8" y="1671"/>
                    </a:lnTo>
                    <a:cubicBezTo>
                      <a:pt x="0" y="1749"/>
                      <a:pt x="23" y="1830"/>
                      <a:pt x="32" y="1908"/>
                    </a:cubicBezTo>
                    <a:cubicBezTo>
                      <a:pt x="45" y="1911"/>
                      <a:pt x="59" y="1913"/>
                      <a:pt x="72" y="1914"/>
                    </a:cubicBezTo>
                    <a:cubicBezTo>
                      <a:pt x="87" y="1821"/>
                      <a:pt x="105" y="1730"/>
                      <a:pt x="119" y="1637"/>
                    </a:cubicBezTo>
                    <a:cubicBezTo>
                      <a:pt x="167" y="1295"/>
                      <a:pt x="276" y="978"/>
                      <a:pt x="516" y="720"/>
                    </a:cubicBezTo>
                    <a:cubicBezTo>
                      <a:pt x="683" y="541"/>
                      <a:pt x="850" y="364"/>
                      <a:pt x="1016" y="186"/>
                    </a:cubicBezTo>
                    <a:cubicBezTo>
                      <a:pt x="1064" y="135"/>
                      <a:pt x="1124" y="91"/>
                      <a:pt x="1121" y="4"/>
                    </a:cubicBezTo>
                    <a:cubicBezTo>
                      <a:pt x="1108" y="2"/>
                      <a:pt x="1096" y="0"/>
                      <a:pt x="1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3">
                <a:extLst>
                  <a:ext uri="{FF2B5EF4-FFF2-40B4-BE49-F238E27FC236}">
                    <a16:creationId xmlns:a16="http://schemas.microsoft.com/office/drawing/2014/main" id="{1CD26947-F6F5-C9C0-E587-21A3322089FC}"/>
                  </a:ext>
                </a:extLst>
              </p:cNvPr>
              <p:cNvSpPr/>
              <p:nvPr/>
            </p:nvSpPr>
            <p:spPr>
              <a:xfrm>
                <a:off x="1167825" y="1587750"/>
                <a:ext cx="42900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655" extrusionOk="0">
                    <a:moveTo>
                      <a:pt x="1691" y="1"/>
                    </a:moveTo>
                    <a:lnTo>
                      <a:pt x="1691" y="1"/>
                    </a:lnTo>
                    <a:cubicBezTo>
                      <a:pt x="1406" y="112"/>
                      <a:pt x="1124" y="215"/>
                      <a:pt x="846" y="331"/>
                    </a:cubicBezTo>
                    <a:cubicBezTo>
                      <a:pt x="572" y="445"/>
                      <a:pt x="264" y="469"/>
                      <a:pt x="0" y="620"/>
                    </a:cubicBezTo>
                    <a:cubicBezTo>
                      <a:pt x="31" y="642"/>
                      <a:pt x="58" y="655"/>
                      <a:pt x="83" y="655"/>
                    </a:cubicBezTo>
                    <a:cubicBezTo>
                      <a:pt x="88" y="655"/>
                      <a:pt x="93" y="654"/>
                      <a:pt x="98" y="653"/>
                    </a:cubicBezTo>
                    <a:cubicBezTo>
                      <a:pt x="621" y="560"/>
                      <a:pt x="1112" y="361"/>
                      <a:pt x="1601" y="161"/>
                    </a:cubicBezTo>
                    <a:cubicBezTo>
                      <a:pt x="1654" y="140"/>
                      <a:pt x="1715" y="110"/>
                      <a:pt x="16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3">
                <a:extLst>
                  <a:ext uri="{FF2B5EF4-FFF2-40B4-BE49-F238E27FC236}">
                    <a16:creationId xmlns:a16="http://schemas.microsoft.com/office/drawing/2014/main" id="{E9AE5609-59A9-0D3F-7102-0CA88DDA21FF}"/>
                  </a:ext>
                </a:extLst>
              </p:cNvPr>
              <p:cNvSpPr/>
              <p:nvPr/>
            </p:nvSpPr>
            <p:spPr>
              <a:xfrm>
                <a:off x="1136125" y="1437050"/>
                <a:ext cx="2035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69" extrusionOk="0">
                    <a:moveTo>
                      <a:pt x="392" y="0"/>
                    </a:moveTo>
                    <a:cubicBezTo>
                      <a:pt x="238" y="0"/>
                      <a:pt x="93" y="24"/>
                      <a:pt x="0" y="69"/>
                    </a:cubicBezTo>
                    <a:lnTo>
                      <a:pt x="814" y="69"/>
                    </a:lnTo>
                    <a:cubicBezTo>
                      <a:pt x="691" y="22"/>
                      <a:pt x="538" y="0"/>
                      <a:pt x="3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723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19791" y="549450"/>
            <a:ext cx="6723959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US" sz="4000" b="1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Mlflow</a:t>
            </a:r>
            <a:r>
              <a:rPr lang="en-US" sz="4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 for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Hand Gesture Recognition with CNN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ahnschrift Condensed" panose="020B0502040204020203" pitchFamily="34" charset="0"/>
            </a:endParaRPr>
          </a:p>
          <a:p>
            <a:pPr marL="0" indent="0" algn="l">
              <a:lnSpc>
                <a:spcPts val="4850"/>
              </a:lnSpc>
              <a:buNone/>
            </a:pPr>
            <a:r>
              <a:rPr lang="en-US" sz="3850" dirty="0" smtClean="0">
                <a:solidFill>
                  <a:srgbClr val="383838"/>
                </a:solidFill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 </a:t>
            </a:r>
            <a:endParaRPr lang="en-US" sz="3850" dirty="0">
              <a:latin typeface="Bahnschrift Condensed" panose="020B0502040204020203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19791" y="1265253"/>
            <a:ext cx="3284933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endParaRPr lang="en-US" sz="3100" dirty="0">
              <a:latin typeface="Bahnschrift Condensed" panose="020B0502040204020203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19791" y="1659303"/>
            <a:ext cx="847559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Integrating MLflow for reproducible experiment tracking.</a:t>
            </a:r>
            <a:endParaRPr lang="en-US" sz="3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Bahnschrift Condensed" panose="020B0502040204020203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19791" y="2832830"/>
            <a:ext cx="2471782" cy="1375886"/>
          </a:xfrm>
          <a:prstGeom prst="roundRect">
            <a:avLst>
              <a:gd name="adj" fmla="val 7536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sp>
      <p:sp>
        <p:nvSpPr>
          <p:cNvPr id="8" name="Text 4"/>
          <p:cNvSpPr/>
          <p:nvPr/>
        </p:nvSpPr>
        <p:spPr>
          <a:xfrm>
            <a:off x="844772" y="2968800"/>
            <a:ext cx="1621819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ea typeface="Patrick Hand" pitchFamily="34" charset="-122"/>
                <a:cs typeface="Patrick Hand" pitchFamily="34" charset="-120"/>
              </a:rPr>
              <a:t>Goal</a:t>
            </a:r>
            <a:endParaRPr lang="en-US" sz="1900" b="1" dirty="0">
              <a:latin typeface="Arial Rounded MT Bold" panose="020F0704030504030204" pitchFamily="34" charset="0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3293802" y="2832830"/>
            <a:ext cx="2564915" cy="1375886"/>
          </a:xfrm>
          <a:prstGeom prst="roundRect">
            <a:avLst>
              <a:gd name="adj" fmla="val 7536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sp>
      <p:sp>
        <p:nvSpPr>
          <p:cNvPr id="17" name="Shape 3"/>
          <p:cNvSpPr/>
          <p:nvPr/>
        </p:nvSpPr>
        <p:spPr>
          <a:xfrm>
            <a:off x="6260946" y="2832830"/>
            <a:ext cx="2527454" cy="1375886"/>
          </a:xfrm>
          <a:prstGeom prst="roundRect">
            <a:avLst>
              <a:gd name="adj" fmla="val 7536"/>
            </a:avLst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sp>
      <p:sp>
        <p:nvSpPr>
          <p:cNvPr id="11" name="Text 7"/>
          <p:cNvSpPr/>
          <p:nvPr/>
        </p:nvSpPr>
        <p:spPr>
          <a:xfrm>
            <a:off x="3765348" y="2968800"/>
            <a:ext cx="1621819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ea typeface="Patrick Hand" pitchFamily="34" charset="-122"/>
                <a:cs typeface="Patrick Hand" pitchFamily="34" charset="-120"/>
              </a:rPr>
              <a:t>Approach</a:t>
            </a:r>
            <a:endParaRPr lang="en-US" sz="1900" b="1" dirty="0">
              <a:latin typeface="Arial Rounded MT Bold" panose="020F070403050403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713763" y="2968800"/>
            <a:ext cx="1621819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ea typeface="Patrick Hand" pitchFamily="34" charset="-122"/>
                <a:cs typeface="Patrick Hand" pitchFamily="34" charset="-120"/>
              </a:rPr>
              <a:t>Dataset</a:t>
            </a:r>
            <a:endParaRPr lang="en-US" sz="1900" b="1" dirty="0">
              <a:latin typeface="Arial Rounded MT Bold" panose="020F070403050403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338263" y="3375233"/>
            <a:ext cx="2372817" cy="966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 err="1" smtClean="0">
                <a:solidFill>
                  <a:srgbClr val="383838"/>
                </a:solidFill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LeapGestRecog</a:t>
            </a:r>
            <a:r>
              <a:rPr lang="en-US" sz="1900" dirty="0" smtClean="0">
                <a:solidFill>
                  <a:srgbClr val="383838"/>
                </a:solidFill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(10 </a:t>
            </a:r>
            <a:r>
              <a:rPr lang="en-US" sz="1900" dirty="0">
                <a:solidFill>
                  <a:srgbClr val="383838"/>
                </a:solidFill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gestures</a:t>
            </a:r>
            <a:r>
              <a:rPr lang="en-US" sz="1900" dirty="0" smtClean="0">
                <a:solidFill>
                  <a:srgbClr val="383838"/>
                </a:solidFill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)</a:t>
            </a:r>
            <a:endParaRPr lang="en-US" sz="1900" dirty="0">
              <a:latin typeface="Bahnschrift Condensed" panose="020B0502040204020203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389850" y="3413380"/>
            <a:ext cx="2372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CNN + </a:t>
            </a:r>
            <a:r>
              <a:rPr lang="en-US" sz="1900" dirty="0" err="1">
                <a:solidFill>
                  <a:srgbClr val="383838"/>
                </a:solidFill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MLflow</a:t>
            </a:r>
            <a:r>
              <a:rPr lang="en-US" sz="1900" dirty="0">
                <a:solidFill>
                  <a:srgbClr val="383838"/>
                </a:solidFill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1900" dirty="0" smtClean="0">
                <a:solidFill>
                  <a:srgbClr val="383838"/>
                </a:solidFill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tracking</a:t>
            </a:r>
            <a:endParaRPr lang="en-US" sz="1900" dirty="0">
              <a:latin typeface="Bahnschrift Condensed" panose="020B0502040204020203" pitchFamily="34" charset="0"/>
            </a:endParaRPr>
          </a:p>
        </p:txBody>
      </p:sp>
      <p:sp>
        <p:nvSpPr>
          <p:cNvPr id="18" name="Text 5"/>
          <p:cNvSpPr/>
          <p:nvPr/>
        </p:nvSpPr>
        <p:spPr>
          <a:xfrm>
            <a:off x="456946" y="3413379"/>
            <a:ext cx="239747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Bahnschrift Condensed" panose="020B0502040204020203" pitchFamily="34" charset="0"/>
                <a:ea typeface="Patrick Hand" pitchFamily="34" charset="-122"/>
                <a:cs typeface="Patrick Hand" pitchFamily="34" charset="-120"/>
              </a:rPr>
              <a:t>Reproducible ML workflow.</a:t>
            </a:r>
            <a:endParaRPr lang="en-US" sz="19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26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73148" y="335187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Dataset &amp; Preprocessing</a:t>
            </a:r>
            <a:endParaRPr lang="en-US" sz="385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Text 1"/>
          <p:cNvSpPr/>
          <p:nvPr/>
        </p:nvSpPr>
        <p:spPr>
          <a:xfrm>
            <a:off x="373148" y="1100401"/>
            <a:ext cx="2962632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LeapGestRecog Dataset</a:t>
            </a:r>
            <a:endParaRPr lang="en-US" sz="23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6" name="Text 2"/>
          <p:cNvSpPr/>
          <p:nvPr/>
        </p:nvSpPr>
        <p:spPr>
          <a:xfrm>
            <a:off x="373148" y="1480634"/>
            <a:ext cx="42574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300" dirty="0">
                <a:solidFill>
                  <a:schemeClr val="accent2">
                    <a:lumMod val="95000"/>
                    <a:lumOff val="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20,000 images</a:t>
            </a:r>
            <a:endParaRPr lang="en-US" sz="1300" dirty="0">
              <a:solidFill>
                <a:schemeClr val="accent2">
                  <a:lumMod val="95000"/>
                  <a:lumOff val="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7" name="Text 3"/>
          <p:cNvSpPr/>
          <p:nvPr/>
        </p:nvSpPr>
        <p:spPr>
          <a:xfrm>
            <a:off x="373148" y="1962003"/>
            <a:ext cx="42574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300" dirty="0">
                <a:solidFill>
                  <a:schemeClr val="accent2">
                    <a:lumMod val="95000"/>
                    <a:lumOff val="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10 gesture classes</a:t>
            </a:r>
            <a:endParaRPr lang="en-US" sz="1300" dirty="0">
              <a:solidFill>
                <a:schemeClr val="accent2">
                  <a:lumMod val="95000"/>
                  <a:lumOff val="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8" name="Text 4"/>
          <p:cNvSpPr/>
          <p:nvPr/>
        </p:nvSpPr>
        <p:spPr>
          <a:xfrm>
            <a:off x="373148" y="2443373"/>
            <a:ext cx="42574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300" dirty="0">
                <a:solidFill>
                  <a:schemeClr val="accent2">
                    <a:lumMod val="95000"/>
                    <a:lumOff val="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10 subjects</a:t>
            </a:r>
            <a:endParaRPr lang="en-US" sz="1300" dirty="0">
              <a:solidFill>
                <a:schemeClr val="accent2">
                  <a:lumMod val="95000"/>
                  <a:lumOff val="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9" name="Text 5"/>
          <p:cNvSpPr/>
          <p:nvPr/>
        </p:nvSpPr>
        <p:spPr>
          <a:xfrm>
            <a:off x="373148" y="2924743"/>
            <a:ext cx="42574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300" dirty="0">
                <a:solidFill>
                  <a:schemeClr val="accent2">
                    <a:lumMod val="95000"/>
                    <a:lumOff val="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Grayscale images</a:t>
            </a:r>
            <a:endParaRPr lang="en-US" sz="1300" dirty="0">
              <a:solidFill>
                <a:schemeClr val="accent2">
                  <a:lumMod val="95000"/>
                  <a:lumOff val="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886522" y="1100135"/>
            <a:ext cx="2962632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Preprocessing Steps</a:t>
            </a:r>
            <a:endParaRPr lang="en-US" sz="23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1" name="Text 7"/>
          <p:cNvSpPr/>
          <p:nvPr/>
        </p:nvSpPr>
        <p:spPr>
          <a:xfrm>
            <a:off x="4886522" y="1480368"/>
            <a:ext cx="42574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300" dirty="0">
                <a:solidFill>
                  <a:schemeClr val="accent2">
                    <a:lumMod val="95000"/>
                    <a:lumOff val="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Resized to 128x128</a:t>
            </a:r>
            <a:endParaRPr lang="en-US" sz="1300" dirty="0">
              <a:solidFill>
                <a:schemeClr val="accent2">
                  <a:lumMod val="95000"/>
                  <a:lumOff val="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886522" y="1961737"/>
            <a:ext cx="42574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300" dirty="0">
                <a:solidFill>
                  <a:schemeClr val="accent2">
                    <a:lumMod val="95000"/>
                    <a:lumOff val="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Normalized [0, 1]</a:t>
            </a:r>
            <a:endParaRPr lang="en-US" sz="1300" dirty="0">
              <a:solidFill>
                <a:schemeClr val="accent2">
                  <a:lumMod val="95000"/>
                  <a:lumOff val="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886522" y="2443107"/>
            <a:ext cx="42574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300" dirty="0">
                <a:solidFill>
                  <a:schemeClr val="accent2">
                    <a:lumMod val="95000"/>
                    <a:lumOff val="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One-hot encoded labels</a:t>
            </a:r>
            <a:endParaRPr lang="en-US" sz="1300" dirty="0">
              <a:solidFill>
                <a:schemeClr val="accent2">
                  <a:lumMod val="95000"/>
                  <a:lumOff val="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86522" y="2924477"/>
            <a:ext cx="42574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300" dirty="0">
                <a:solidFill>
                  <a:schemeClr val="accent2">
                    <a:lumMod val="95000"/>
                    <a:lumOff val="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Stratified split: 70% Train, 15% Val, 15% Test</a:t>
            </a:r>
            <a:endParaRPr lang="en-US" sz="1300" dirty="0">
              <a:solidFill>
                <a:schemeClr val="accent2">
                  <a:lumMod val="95000"/>
                  <a:lumOff val="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03628" y="3612130"/>
            <a:ext cx="8351752" cy="1203749"/>
          </a:xfrm>
          <a:prstGeom prst="roundRect">
            <a:avLst>
              <a:gd name="adj" fmla="val 10403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sp>
      <p:sp>
        <p:nvSpPr>
          <p:cNvPr id="16" name="Shape 12"/>
          <p:cNvSpPr/>
          <p:nvPr/>
        </p:nvSpPr>
        <p:spPr>
          <a:xfrm>
            <a:off x="403628" y="3622079"/>
            <a:ext cx="121920" cy="1193800"/>
          </a:xfrm>
          <a:prstGeom prst="roundRect">
            <a:avLst>
              <a:gd name="adj" fmla="val 85050"/>
            </a:avLst>
          </a:prstGeom>
          <a:solidFill>
            <a:schemeClr val="bg1"/>
          </a:solidFill>
          <a:ln/>
        </p:spPr>
      </p:sp>
      <p:sp>
        <p:nvSpPr>
          <p:cNvPr id="17" name="Text 13"/>
          <p:cNvSpPr/>
          <p:nvPr/>
        </p:nvSpPr>
        <p:spPr>
          <a:xfrm>
            <a:off x="620024" y="371011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Augmentation</a:t>
            </a:r>
            <a:endParaRPr lang="en-US" sz="19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8" name="Text 14"/>
          <p:cNvSpPr/>
          <p:nvPr/>
        </p:nvSpPr>
        <p:spPr>
          <a:xfrm>
            <a:off x="620024" y="4214005"/>
            <a:ext cx="7667328" cy="284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500" dirty="0">
                <a:solidFill>
                  <a:schemeClr val="accent2">
                    <a:lumMod val="95000"/>
                    <a:lumOff val="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Keras ImageDataGenerator for robustness (rotations, shifts, zooms, shears, horizontal flips).</a:t>
            </a:r>
            <a:endParaRPr lang="en-US" sz="1500" dirty="0">
              <a:solidFill>
                <a:schemeClr val="accent2">
                  <a:lumMod val="95000"/>
                  <a:lumOff val="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4417996" y="1011922"/>
            <a:ext cx="9627" cy="244442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92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926546"/>
              </p:ext>
            </p:extLst>
          </p:nvPr>
        </p:nvGraphicFramePr>
        <p:xfrm>
          <a:off x="445695" y="3248280"/>
          <a:ext cx="8246976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23488">
                  <a:extLst>
                    <a:ext uri="{9D8B030D-6E8A-4147-A177-3AD203B41FA5}">
                      <a16:colId xmlns:a16="http://schemas.microsoft.com/office/drawing/2014/main" val="3564354907"/>
                    </a:ext>
                  </a:extLst>
                </a:gridCol>
                <a:gridCol w="4123488">
                  <a:extLst>
                    <a:ext uri="{9D8B030D-6E8A-4147-A177-3AD203B41FA5}">
                      <a16:colId xmlns:a16="http://schemas.microsoft.com/office/drawing/2014/main" val="3537107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02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98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18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604865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371197" y="353298"/>
            <a:ext cx="4878943" cy="609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dobe Fan Heiti Std B" panose="020B0700000000000000" pitchFamily="34" charset="-128"/>
                <a:ea typeface="Adobe Fan Heiti Std B" panose="020B0700000000000000" pitchFamily="34" charset="-128"/>
                <a:cs typeface="Patrick Hand" pitchFamily="34" charset="-120"/>
              </a:rPr>
              <a:t>CNN Model &amp; Training</a:t>
            </a:r>
            <a:endParaRPr lang="en-US" sz="3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45694" y="1345102"/>
            <a:ext cx="2337308" cy="207169"/>
          </a:xfrm>
          <a:prstGeom prst="roundRect">
            <a:avLst>
              <a:gd name="adj" fmla="val 4201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6" name="Text 2"/>
          <p:cNvSpPr/>
          <p:nvPr/>
        </p:nvSpPr>
        <p:spPr>
          <a:xfrm>
            <a:off x="394612" y="1642313"/>
            <a:ext cx="2439472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Convolutional Blocks</a:t>
            </a:r>
            <a:endParaRPr lang="en-US" sz="19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Text 3"/>
          <p:cNvSpPr/>
          <p:nvPr/>
        </p:nvSpPr>
        <p:spPr>
          <a:xfrm>
            <a:off x="445694" y="1947232"/>
            <a:ext cx="2486303" cy="7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 blocks: Conv (ReLU), Batch Norm, Max Pooling, Dropout.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3231342" y="1506999"/>
            <a:ext cx="2439472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Dense Layers</a:t>
            </a:r>
            <a:endParaRPr lang="en-US" sz="19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Text 6"/>
          <p:cNvSpPr/>
          <p:nvPr/>
        </p:nvSpPr>
        <p:spPr>
          <a:xfrm>
            <a:off x="3211666" y="1846646"/>
            <a:ext cx="2613541" cy="7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Flatten, Dense (256 units, ReLU), Batch Norm, Dropout (0.5).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214471" y="1296226"/>
            <a:ext cx="2439472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Output Layer</a:t>
            </a:r>
            <a:endParaRPr lang="en-US" sz="19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Text 9"/>
          <p:cNvSpPr/>
          <p:nvPr/>
        </p:nvSpPr>
        <p:spPr>
          <a:xfrm>
            <a:off x="6129982" y="1637846"/>
            <a:ext cx="2608450" cy="7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Dense (10 units, Softmax) for gesture probabilities.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19256" y="3238728"/>
            <a:ext cx="3836041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S Reference Sans Serif" panose="020B0604030504040204" pitchFamily="34" charset="0"/>
                <a:ea typeface="Patrick Hand" pitchFamily="34" charset="-122"/>
                <a:cs typeface="Patrick Hand" pitchFamily="34" charset="-120"/>
              </a:rPr>
              <a:t>Optimizer</a:t>
            </a:r>
            <a:endParaRPr lang="en-US" sz="1800" dirty="0">
              <a:latin typeface="MS Reference Sans Serif" panose="020B060403050404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660600" y="3225725"/>
            <a:ext cx="3836041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S Reference Sans Serif" panose="020B0604030504040204" pitchFamily="34" charset="0"/>
                <a:ea typeface="Patrick Hand" pitchFamily="34" charset="-122"/>
                <a:cs typeface="Patrick Hand" pitchFamily="34" charset="-120"/>
              </a:rPr>
              <a:t>Adam (lr = 0.0008)</a:t>
            </a:r>
            <a:endParaRPr lang="en-US" sz="1800" dirty="0">
              <a:latin typeface="MS Reference Sans Serif" panose="020B060403050404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35533" y="3604422"/>
            <a:ext cx="3836041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S Reference Sans Serif" panose="020B0604030504040204" pitchFamily="34" charset="0"/>
                <a:ea typeface="Patrick Hand" pitchFamily="34" charset="-122"/>
                <a:cs typeface="Patrick Hand" pitchFamily="34" charset="-120"/>
              </a:rPr>
              <a:t>Loss</a:t>
            </a:r>
            <a:endParaRPr lang="en-US" sz="1800" dirty="0">
              <a:latin typeface="MS Reference Sans Serif" panose="020B060403050404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656522" y="3606209"/>
            <a:ext cx="3836041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S Reference Sans Serif" panose="020B0604030504040204" pitchFamily="34" charset="0"/>
                <a:ea typeface="Patrick Hand" pitchFamily="34" charset="-122"/>
                <a:cs typeface="Patrick Hand" pitchFamily="34" charset="-120"/>
              </a:rPr>
              <a:t>Categorical crossentropy</a:t>
            </a:r>
            <a:endParaRPr lang="en-US" sz="1800" dirty="0">
              <a:latin typeface="MS Reference Sans Serif" panose="020B060403050404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19255" y="3971508"/>
            <a:ext cx="3836041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S Reference Sans Serif" panose="020B0604030504040204" pitchFamily="34" charset="0"/>
                <a:ea typeface="Patrick Hand" pitchFamily="34" charset="-122"/>
                <a:cs typeface="Patrick Hand" pitchFamily="34" charset="-120"/>
              </a:rPr>
              <a:t>Metric</a:t>
            </a:r>
            <a:endParaRPr lang="en-US" sz="1800" dirty="0">
              <a:latin typeface="MS Reference Sans Serif" panose="020B0604030504040204" pitchFamily="34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682960" y="3973295"/>
            <a:ext cx="3836041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S Reference Sans Serif" panose="020B0604030504040204" pitchFamily="34" charset="0"/>
                <a:ea typeface="Patrick Hand" pitchFamily="34" charset="-122"/>
                <a:cs typeface="Patrick Hand" pitchFamily="34" charset="-120"/>
              </a:rPr>
              <a:t>Accuracy</a:t>
            </a:r>
            <a:endParaRPr lang="en-US" sz="1800" dirty="0">
              <a:latin typeface="MS Reference Sans Serif" panose="020B0604030504040204" pitchFamily="3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35533" y="4374151"/>
            <a:ext cx="3836041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S Reference Sans Serif" panose="020B0604030504040204" pitchFamily="34" charset="0"/>
                <a:ea typeface="Patrick Hand" pitchFamily="34" charset="-122"/>
                <a:cs typeface="Patrick Hand" pitchFamily="34" charset="-120"/>
              </a:rPr>
              <a:t>Epochs</a:t>
            </a:r>
            <a:endParaRPr lang="en-US" sz="1800" dirty="0">
              <a:latin typeface="MS Reference Sans Serif" panose="020B0604030504040204" pitchFamily="34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682960" y="4366981"/>
            <a:ext cx="3836041" cy="2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MS Reference Sans Serif" panose="020B0604030504040204" pitchFamily="34" charset="0"/>
                <a:ea typeface="Patrick Hand" pitchFamily="34" charset="-122"/>
                <a:cs typeface="Patrick Hand" pitchFamily="34" charset="-120"/>
              </a:rPr>
              <a:t>15</a:t>
            </a:r>
            <a:endParaRPr lang="en-US" sz="1800" dirty="0">
              <a:latin typeface="MS Reference Sans Serif" panose="020B0604030504040204" pitchFamily="34" charset="0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6265553" y="1008101"/>
            <a:ext cx="2337308" cy="207169"/>
          </a:xfrm>
          <a:prstGeom prst="roundRect">
            <a:avLst>
              <a:gd name="adj" fmla="val 42019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28" name="Shape 1"/>
          <p:cNvSpPr/>
          <p:nvPr/>
        </p:nvSpPr>
        <p:spPr>
          <a:xfrm>
            <a:off x="3349782" y="1165484"/>
            <a:ext cx="2337308" cy="207169"/>
          </a:xfrm>
          <a:prstGeom prst="roundRect">
            <a:avLst>
              <a:gd name="adj" fmla="val 42019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</p:spTree>
    <p:extLst>
      <p:ext uri="{BB962C8B-B14F-4D97-AF65-F5344CB8AC3E}">
        <p14:creationId xmlns:p14="http://schemas.microsoft.com/office/powerpoint/2010/main" val="105956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92643" y="326476"/>
            <a:ext cx="4784765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MLflow Integration &amp; Results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Shape 1"/>
          <p:cNvSpPr/>
          <p:nvPr/>
        </p:nvSpPr>
        <p:spPr>
          <a:xfrm>
            <a:off x="354366" y="1726234"/>
            <a:ext cx="2737544" cy="2659441"/>
          </a:xfrm>
          <a:prstGeom prst="roundRect">
            <a:avLst>
              <a:gd name="adj" fmla="val 731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392644" y="1678550"/>
            <a:ext cx="2668786" cy="45719"/>
          </a:xfrm>
          <a:prstGeom prst="roundRect">
            <a:avLst>
              <a:gd name="adj" fmla="val 79390"/>
            </a:avLst>
          </a:prstGeom>
          <a:solidFill>
            <a:srgbClr val="CCCCCC"/>
          </a:solidFill>
          <a:ln/>
        </p:spPr>
      </p:sp>
      <p:sp>
        <p:nvSpPr>
          <p:cNvPr id="7" name="Shape 3"/>
          <p:cNvSpPr/>
          <p:nvPr/>
        </p:nvSpPr>
        <p:spPr>
          <a:xfrm>
            <a:off x="1377499" y="1334579"/>
            <a:ext cx="691277" cy="691277"/>
          </a:xfrm>
          <a:prstGeom prst="roundRect">
            <a:avLst>
              <a:gd name="adj" fmla="val 132277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sp>
      <p:sp>
        <p:nvSpPr>
          <p:cNvPr id="8" name="Text 4"/>
          <p:cNvSpPr/>
          <p:nvPr/>
        </p:nvSpPr>
        <p:spPr>
          <a:xfrm>
            <a:off x="1667504" y="1431482"/>
            <a:ext cx="276463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V Boli" panose="02000500030200090000" pitchFamily="2" charset="0"/>
                <a:ea typeface="Patrick Hand" pitchFamily="34" charset="-122"/>
                <a:cs typeface="MV Boli" panose="02000500030200090000" pitchFamily="2" charset="0"/>
              </a:rPr>
              <a:t>1</a:t>
            </a:r>
            <a:endParaRPr lang="en-US" sz="215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70908" y="2111223"/>
            <a:ext cx="2304455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Lucida Console" panose="020B0609040504020204" pitchFamily="49" charset="0"/>
                <a:ea typeface="Patrick Hand" pitchFamily="34" charset="-122"/>
                <a:cs typeface="Patrick Hand" pitchFamily="34" charset="-120"/>
              </a:rPr>
              <a:t>Parameters Logged</a:t>
            </a:r>
            <a:endParaRPr lang="en-US" sz="1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70909" y="2491376"/>
            <a:ext cx="2304455" cy="73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Microsoft New Tai Lue" panose="020B0502040204020203" pitchFamily="34" charset="0"/>
                <a:ea typeface="Patrick Hand" pitchFamily="34" charset="-122"/>
                <a:cs typeface="Microsoft New Tai Lue" panose="020B0502040204020203" pitchFamily="34" charset="0"/>
              </a:rPr>
              <a:t>Image size, batch size, epochs, optimizer, learning rate, </a:t>
            </a:r>
            <a:r>
              <a:rPr lang="en-US" sz="16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Microsoft New Tai Lue" panose="020B0502040204020203" pitchFamily="34" charset="0"/>
                <a:ea typeface="Patrick Hand" pitchFamily="34" charset="-122"/>
                <a:cs typeface="Microsoft New Tai Lue" panose="020B0502040204020203" pitchFamily="34" charset="0"/>
              </a:rPr>
              <a:t>and model </a:t>
            </a:r>
            <a:r>
              <a:rPr lang="en-US" sz="1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Microsoft New Tai Lue" panose="020B0502040204020203" pitchFamily="34" charset="0"/>
                <a:ea typeface="Patrick Hand" pitchFamily="34" charset="-122"/>
                <a:cs typeface="Microsoft New Tai Lue" panose="020B0502040204020203" pitchFamily="34" charset="0"/>
              </a:rPr>
              <a:t>architecture.</a:t>
            </a:r>
            <a:endParaRPr lang="en-US" sz="1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3179927" y="1720460"/>
            <a:ext cx="2737544" cy="2659441"/>
          </a:xfrm>
          <a:prstGeom prst="roundRect">
            <a:avLst>
              <a:gd name="adj" fmla="val 731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Shape 2"/>
          <p:cNvSpPr/>
          <p:nvPr/>
        </p:nvSpPr>
        <p:spPr>
          <a:xfrm>
            <a:off x="3130187" y="1731401"/>
            <a:ext cx="2668786" cy="45719"/>
          </a:xfrm>
          <a:prstGeom prst="roundRect">
            <a:avLst>
              <a:gd name="adj" fmla="val 79390"/>
            </a:avLst>
          </a:prstGeom>
          <a:solidFill>
            <a:srgbClr val="CCCCCC"/>
          </a:solidFill>
          <a:ln/>
        </p:spPr>
      </p:sp>
      <p:sp>
        <p:nvSpPr>
          <p:cNvPr id="29" name="Shape 3"/>
          <p:cNvSpPr/>
          <p:nvPr/>
        </p:nvSpPr>
        <p:spPr>
          <a:xfrm>
            <a:off x="4115042" y="1387430"/>
            <a:ext cx="691277" cy="691277"/>
          </a:xfrm>
          <a:prstGeom prst="roundRect">
            <a:avLst>
              <a:gd name="adj" fmla="val 132277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sp>
      <p:sp>
        <p:nvSpPr>
          <p:cNvPr id="30" name="Text 4"/>
          <p:cNvSpPr/>
          <p:nvPr/>
        </p:nvSpPr>
        <p:spPr>
          <a:xfrm>
            <a:off x="4322446" y="1490525"/>
            <a:ext cx="276463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 smtClean="0">
                <a:solidFill>
                  <a:srgbClr val="000000"/>
                </a:solidFill>
                <a:latin typeface="MV Boli" panose="02000500030200090000" pitchFamily="2" charset="0"/>
                <a:ea typeface="Patrick Hand" pitchFamily="34" charset="-122"/>
                <a:cs typeface="MV Boli" panose="02000500030200090000" pitchFamily="2" charset="0"/>
              </a:rPr>
              <a:t>2</a:t>
            </a:r>
            <a:endParaRPr lang="en-US" sz="215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31" name="Text 5"/>
          <p:cNvSpPr/>
          <p:nvPr/>
        </p:nvSpPr>
        <p:spPr>
          <a:xfrm>
            <a:off x="3396470" y="2366600"/>
            <a:ext cx="2304455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Lucida Console" panose="020B0609040504020204" pitchFamily="49" charset="0"/>
                <a:ea typeface="Patrick Hand" pitchFamily="34" charset="-122"/>
                <a:cs typeface="Patrick Hand" pitchFamily="34" charset="-120"/>
              </a:rPr>
              <a:t>Metrics Logged</a:t>
            </a:r>
            <a:endParaRPr lang="en-US" sz="1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  <p:sp>
        <p:nvSpPr>
          <p:cNvPr id="32" name="Text 6"/>
          <p:cNvSpPr/>
          <p:nvPr/>
        </p:nvSpPr>
        <p:spPr>
          <a:xfrm>
            <a:off x="3396471" y="2929837"/>
            <a:ext cx="2304455" cy="73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6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Microsoft New Tai Lue" panose="020B0502040204020203" pitchFamily="34" charset="0"/>
                <a:ea typeface="Patrick Hand" pitchFamily="34" charset="-122"/>
                <a:cs typeface="Microsoft New Tai Lue" panose="020B0502040204020203" pitchFamily="34" charset="0"/>
              </a:rPr>
              <a:t>Train/Validation/Test Accuracy &amp; Loss.</a:t>
            </a:r>
            <a:endParaRPr lang="en-US" sz="1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</p:txBody>
      </p:sp>
      <p:sp>
        <p:nvSpPr>
          <p:cNvPr id="34" name="Shape 1"/>
          <p:cNvSpPr/>
          <p:nvPr/>
        </p:nvSpPr>
        <p:spPr>
          <a:xfrm>
            <a:off x="6050567" y="1715293"/>
            <a:ext cx="2737544" cy="2659441"/>
          </a:xfrm>
          <a:prstGeom prst="roundRect">
            <a:avLst>
              <a:gd name="adj" fmla="val 731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Shape 2"/>
          <p:cNvSpPr/>
          <p:nvPr/>
        </p:nvSpPr>
        <p:spPr>
          <a:xfrm>
            <a:off x="6000827" y="1726234"/>
            <a:ext cx="2668786" cy="45719"/>
          </a:xfrm>
          <a:prstGeom prst="roundRect">
            <a:avLst>
              <a:gd name="adj" fmla="val 79390"/>
            </a:avLst>
          </a:prstGeom>
          <a:solidFill>
            <a:srgbClr val="CCCCCC"/>
          </a:solidFill>
          <a:ln/>
        </p:spPr>
      </p:sp>
      <p:sp>
        <p:nvSpPr>
          <p:cNvPr id="36" name="Shape 3"/>
          <p:cNvSpPr/>
          <p:nvPr/>
        </p:nvSpPr>
        <p:spPr>
          <a:xfrm>
            <a:off x="6985682" y="1382263"/>
            <a:ext cx="691277" cy="691277"/>
          </a:xfrm>
          <a:prstGeom prst="roundRect">
            <a:avLst>
              <a:gd name="adj" fmla="val 132277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sp>
      <p:sp>
        <p:nvSpPr>
          <p:cNvPr id="37" name="Text 4"/>
          <p:cNvSpPr/>
          <p:nvPr/>
        </p:nvSpPr>
        <p:spPr>
          <a:xfrm>
            <a:off x="7193086" y="1485358"/>
            <a:ext cx="276463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latin typeface="MV Boli" panose="02000500030200090000" pitchFamily="2" charset="0"/>
                <a:ea typeface="Patrick Hand" pitchFamily="34" charset="-122"/>
                <a:cs typeface="MV Boli" panose="02000500030200090000" pitchFamily="2" charset="0"/>
              </a:rPr>
              <a:t>3</a:t>
            </a:r>
            <a:endParaRPr lang="en-US" sz="215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38" name="Text 5"/>
          <p:cNvSpPr/>
          <p:nvPr/>
        </p:nvSpPr>
        <p:spPr>
          <a:xfrm>
            <a:off x="6267110" y="2361433"/>
            <a:ext cx="2304455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Lucida Console" panose="020B0609040504020204" pitchFamily="49" charset="0"/>
                <a:ea typeface="Patrick Hand" pitchFamily="34" charset="-122"/>
                <a:cs typeface="Patrick Hand" pitchFamily="34" charset="-120"/>
              </a:rPr>
              <a:t>Artifacts Logged</a:t>
            </a:r>
            <a:endParaRPr lang="en-US" sz="1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Lucida Console" panose="020B0609040504020204" pitchFamily="49" charset="0"/>
            </a:endParaRPr>
          </a:p>
        </p:txBody>
      </p:sp>
      <p:sp>
        <p:nvSpPr>
          <p:cNvPr id="39" name="Text 6"/>
          <p:cNvSpPr/>
          <p:nvPr/>
        </p:nvSpPr>
        <p:spPr>
          <a:xfrm>
            <a:off x="6261017" y="2711835"/>
            <a:ext cx="2304455" cy="737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6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Microsoft New Tai Lue" panose="020B0502040204020203" pitchFamily="34" charset="0"/>
                <a:ea typeface="Patrick Hand" pitchFamily="34" charset="-122"/>
                <a:cs typeface="Microsoft New Tai Lue" panose="020B0502040204020203" pitchFamily="34" charset="0"/>
              </a:rPr>
              <a:t>Confusion matrix, classification report, label mappings, trained Keras model</a:t>
            </a:r>
            <a:endParaRPr lang="en-US" sz="1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61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3243815" y="478671"/>
            <a:ext cx="2312894" cy="105783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9"/>
          <p:cNvSpPr/>
          <p:nvPr/>
        </p:nvSpPr>
        <p:spPr>
          <a:xfrm>
            <a:off x="3561661" y="627363"/>
            <a:ext cx="1677203" cy="76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950"/>
              </a:lnSpc>
              <a:buNone/>
            </a:pPr>
            <a:r>
              <a:rPr lang="en-US" sz="595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0.95</a:t>
            </a:r>
            <a:endParaRPr lang="en-US" sz="5950" dirty="0"/>
          </a:p>
        </p:txBody>
      </p:sp>
      <p:sp>
        <p:nvSpPr>
          <p:cNvPr id="5" name="Text 20"/>
          <p:cNvSpPr/>
          <p:nvPr/>
        </p:nvSpPr>
        <p:spPr>
          <a:xfrm>
            <a:off x="3922305" y="1740226"/>
            <a:ext cx="1039413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Test Accuracy</a:t>
            </a:r>
            <a:endParaRPr lang="en-US" sz="1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Text 21"/>
          <p:cNvSpPr/>
          <p:nvPr/>
        </p:nvSpPr>
        <p:spPr>
          <a:xfrm>
            <a:off x="1658707" y="2643050"/>
            <a:ext cx="5871410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Strong performance after 15 epochs.</a:t>
            </a:r>
            <a:endParaRPr lang="en-US" sz="1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7" name="Text 22"/>
          <p:cNvSpPr/>
          <p:nvPr/>
        </p:nvSpPr>
        <p:spPr>
          <a:xfrm>
            <a:off x="1658707" y="3270985"/>
            <a:ext cx="5871410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MLflow enables reproducibility, comparison, and debugging. </a:t>
            </a:r>
            <a:endParaRPr lang="en-US" sz="1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4947" y="3898920"/>
            <a:ext cx="8207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This run serves as a solid baseline for future </a:t>
            </a:r>
            <a:r>
              <a:rPr lang="en-US" b="1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hyperparameter</a:t>
            </a:r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  <a:cs typeface="Patrick Hand" pitchFamily="34" charset="-120"/>
              </a:rPr>
              <a:t> exploration and model deployment.</a:t>
            </a:r>
            <a:endParaRPr lang="en-US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  <a:p>
            <a:pPr algn="ctr"/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359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FBF1280D-8827-D545-0A50-76B97180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>
            <a:extLst>
              <a:ext uri="{FF2B5EF4-FFF2-40B4-BE49-F238E27FC236}">
                <a16:creationId xmlns:a16="http://schemas.microsoft.com/office/drawing/2014/main" id="{85DA5EA3-587A-52BA-E191-8911003ED7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1464" y="1555487"/>
            <a:ext cx="8406703" cy="9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Challenges, Future Improvements &amp; Conclusion</a:t>
            </a:r>
          </a:p>
        </p:txBody>
      </p:sp>
      <p:sp>
        <p:nvSpPr>
          <p:cNvPr id="256" name="Google Shape;256;p33">
            <a:extLst>
              <a:ext uri="{FF2B5EF4-FFF2-40B4-BE49-F238E27FC236}">
                <a16:creationId xmlns:a16="http://schemas.microsoft.com/office/drawing/2014/main" id="{7F8118A8-C980-75AD-73FB-D8833615107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504100" y="630750"/>
            <a:ext cx="4360200" cy="11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ar-EG" dirty="0"/>
              <a:t>5</a:t>
            </a:r>
            <a:r>
              <a:rPr lang="en" dirty="0"/>
              <a:t>.</a:t>
            </a:r>
            <a:endParaRPr dirty="0"/>
          </a:p>
        </p:txBody>
      </p:sp>
      <p:sp>
        <p:nvSpPr>
          <p:cNvPr id="258" name="Google Shape;258;p33">
            <a:extLst>
              <a:ext uri="{FF2B5EF4-FFF2-40B4-BE49-F238E27FC236}">
                <a16:creationId xmlns:a16="http://schemas.microsoft.com/office/drawing/2014/main" id="{5018F68B-6EB1-41AD-634C-0AC9A93C9615}"/>
              </a:ext>
            </a:extLst>
          </p:cNvPr>
          <p:cNvSpPr/>
          <p:nvPr/>
        </p:nvSpPr>
        <p:spPr>
          <a:xfrm>
            <a:off x="900169" y="775675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59" name="Google Shape;259;p33">
            <a:extLst>
              <a:ext uri="{FF2B5EF4-FFF2-40B4-BE49-F238E27FC236}">
                <a16:creationId xmlns:a16="http://schemas.microsoft.com/office/drawing/2014/main" id="{E7F5C616-5554-3461-BF6E-076802B8D0E5}"/>
              </a:ext>
            </a:extLst>
          </p:cNvPr>
          <p:cNvGrpSpPr/>
          <p:nvPr/>
        </p:nvGrpSpPr>
        <p:grpSpPr>
          <a:xfrm>
            <a:off x="1099784" y="754905"/>
            <a:ext cx="709869" cy="1150641"/>
            <a:chOff x="2824954" y="566857"/>
            <a:chExt cx="840579" cy="1362512"/>
          </a:xfrm>
        </p:grpSpPr>
        <p:sp>
          <p:nvSpPr>
            <p:cNvPr id="260" name="Google Shape;260;p33">
              <a:extLst>
                <a:ext uri="{FF2B5EF4-FFF2-40B4-BE49-F238E27FC236}">
                  <a16:creationId xmlns:a16="http://schemas.microsoft.com/office/drawing/2014/main" id="{D1F3333D-BD5C-0E1A-20E4-129B9CBF4970}"/>
                </a:ext>
              </a:extLst>
            </p:cNvPr>
            <p:cNvSpPr/>
            <p:nvPr/>
          </p:nvSpPr>
          <p:spPr>
            <a:xfrm>
              <a:off x="2824954" y="566873"/>
              <a:ext cx="840579" cy="1362495"/>
            </a:xfrm>
            <a:custGeom>
              <a:avLst/>
              <a:gdLst/>
              <a:ahLst/>
              <a:cxnLst/>
              <a:rect l="l" t="t" r="r" b="b"/>
              <a:pathLst>
                <a:path w="11894" h="19279" extrusionOk="0">
                  <a:moveTo>
                    <a:pt x="6832" y="0"/>
                  </a:moveTo>
                  <a:cubicBezTo>
                    <a:pt x="6498" y="0"/>
                    <a:pt x="6204" y="90"/>
                    <a:pt x="5968" y="349"/>
                  </a:cubicBezTo>
                  <a:cubicBezTo>
                    <a:pt x="5961" y="358"/>
                    <a:pt x="5944" y="358"/>
                    <a:pt x="5923" y="364"/>
                  </a:cubicBezTo>
                  <a:cubicBezTo>
                    <a:pt x="5845" y="313"/>
                    <a:pt x="5767" y="245"/>
                    <a:pt x="5678" y="206"/>
                  </a:cubicBezTo>
                  <a:cubicBezTo>
                    <a:pt x="5522" y="136"/>
                    <a:pt x="5363" y="41"/>
                    <a:pt x="5200" y="29"/>
                  </a:cubicBezTo>
                  <a:cubicBezTo>
                    <a:pt x="5030" y="16"/>
                    <a:pt x="4858" y="5"/>
                    <a:pt x="4687" y="5"/>
                  </a:cubicBezTo>
                  <a:cubicBezTo>
                    <a:pt x="4494" y="5"/>
                    <a:pt x="4301" y="19"/>
                    <a:pt x="4111" y="59"/>
                  </a:cubicBezTo>
                  <a:cubicBezTo>
                    <a:pt x="3731" y="142"/>
                    <a:pt x="3357" y="241"/>
                    <a:pt x="3141" y="614"/>
                  </a:cubicBezTo>
                  <a:cubicBezTo>
                    <a:pt x="3108" y="672"/>
                    <a:pt x="3061" y="694"/>
                    <a:pt x="3006" y="694"/>
                  </a:cubicBezTo>
                  <a:cubicBezTo>
                    <a:pt x="2983" y="694"/>
                    <a:pt x="2959" y="690"/>
                    <a:pt x="2934" y="683"/>
                  </a:cubicBezTo>
                  <a:cubicBezTo>
                    <a:pt x="2889" y="671"/>
                    <a:pt x="2846" y="653"/>
                    <a:pt x="2802" y="638"/>
                  </a:cubicBezTo>
                  <a:cubicBezTo>
                    <a:pt x="2506" y="539"/>
                    <a:pt x="2211" y="489"/>
                    <a:pt x="1916" y="489"/>
                  </a:cubicBezTo>
                  <a:cubicBezTo>
                    <a:pt x="1619" y="489"/>
                    <a:pt x="1323" y="539"/>
                    <a:pt x="1026" y="638"/>
                  </a:cubicBezTo>
                  <a:cubicBezTo>
                    <a:pt x="694" y="749"/>
                    <a:pt x="299" y="1276"/>
                    <a:pt x="289" y="1624"/>
                  </a:cubicBezTo>
                  <a:cubicBezTo>
                    <a:pt x="287" y="1663"/>
                    <a:pt x="304" y="1702"/>
                    <a:pt x="302" y="1741"/>
                  </a:cubicBezTo>
                  <a:cubicBezTo>
                    <a:pt x="299" y="1881"/>
                    <a:pt x="308" y="2020"/>
                    <a:pt x="286" y="2155"/>
                  </a:cubicBezTo>
                  <a:cubicBezTo>
                    <a:pt x="223" y="2535"/>
                    <a:pt x="148" y="2911"/>
                    <a:pt x="76" y="3288"/>
                  </a:cubicBezTo>
                  <a:cubicBezTo>
                    <a:pt x="14" y="3599"/>
                    <a:pt x="32" y="3908"/>
                    <a:pt x="98" y="4215"/>
                  </a:cubicBezTo>
                  <a:cubicBezTo>
                    <a:pt x="179" y="4589"/>
                    <a:pt x="170" y="4964"/>
                    <a:pt x="142" y="5344"/>
                  </a:cubicBezTo>
                  <a:cubicBezTo>
                    <a:pt x="86" y="6089"/>
                    <a:pt x="34" y="6838"/>
                    <a:pt x="13" y="7585"/>
                  </a:cubicBezTo>
                  <a:cubicBezTo>
                    <a:pt x="1" y="7975"/>
                    <a:pt x="25" y="8372"/>
                    <a:pt x="92" y="8754"/>
                  </a:cubicBezTo>
                  <a:cubicBezTo>
                    <a:pt x="263" y="9723"/>
                    <a:pt x="565" y="10657"/>
                    <a:pt x="967" y="11555"/>
                  </a:cubicBezTo>
                  <a:cubicBezTo>
                    <a:pt x="1104" y="11860"/>
                    <a:pt x="1248" y="12159"/>
                    <a:pt x="1566" y="12315"/>
                  </a:cubicBezTo>
                  <a:lnTo>
                    <a:pt x="1566" y="12408"/>
                  </a:lnTo>
                  <a:cubicBezTo>
                    <a:pt x="1549" y="13555"/>
                    <a:pt x="1519" y="14702"/>
                    <a:pt x="1524" y="15848"/>
                  </a:cubicBezTo>
                  <a:cubicBezTo>
                    <a:pt x="1527" y="16666"/>
                    <a:pt x="1459" y="17476"/>
                    <a:pt x="1402" y="18289"/>
                  </a:cubicBezTo>
                  <a:cubicBezTo>
                    <a:pt x="1398" y="18337"/>
                    <a:pt x="1429" y="18409"/>
                    <a:pt x="1468" y="18438"/>
                  </a:cubicBezTo>
                  <a:cubicBezTo>
                    <a:pt x="1612" y="18544"/>
                    <a:pt x="1756" y="18660"/>
                    <a:pt x="1917" y="18726"/>
                  </a:cubicBezTo>
                  <a:cubicBezTo>
                    <a:pt x="2179" y="18836"/>
                    <a:pt x="2451" y="18938"/>
                    <a:pt x="2729" y="18990"/>
                  </a:cubicBezTo>
                  <a:cubicBezTo>
                    <a:pt x="3275" y="19092"/>
                    <a:pt x="3827" y="19164"/>
                    <a:pt x="4378" y="19238"/>
                  </a:cubicBezTo>
                  <a:cubicBezTo>
                    <a:pt x="4577" y="19265"/>
                    <a:pt x="4778" y="19278"/>
                    <a:pt x="4978" y="19278"/>
                  </a:cubicBezTo>
                  <a:cubicBezTo>
                    <a:pt x="5242" y="19278"/>
                    <a:pt x="5505" y="19255"/>
                    <a:pt x="5765" y="19211"/>
                  </a:cubicBezTo>
                  <a:cubicBezTo>
                    <a:pt x="6255" y="19127"/>
                    <a:pt x="6738" y="19011"/>
                    <a:pt x="7221" y="18894"/>
                  </a:cubicBezTo>
                  <a:cubicBezTo>
                    <a:pt x="7528" y="18819"/>
                    <a:pt x="7832" y="18720"/>
                    <a:pt x="8135" y="18625"/>
                  </a:cubicBezTo>
                  <a:cubicBezTo>
                    <a:pt x="8403" y="18541"/>
                    <a:pt x="8562" y="18373"/>
                    <a:pt x="8553" y="18073"/>
                  </a:cubicBezTo>
                  <a:cubicBezTo>
                    <a:pt x="8550" y="18001"/>
                    <a:pt x="8576" y="17929"/>
                    <a:pt x="8577" y="17857"/>
                  </a:cubicBezTo>
                  <a:cubicBezTo>
                    <a:pt x="8594" y="16969"/>
                    <a:pt x="8613" y="16081"/>
                    <a:pt x="8621" y="15192"/>
                  </a:cubicBezTo>
                  <a:cubicBezTo>
                    <a:pt x="8625" y="14636"/>
                    <a:pt x="8615" y="14079"/>
                    <a:pt x="8606" y="13521"/>
                  </a:cubicBezTo>
                  <a:cubicBezTo>
                    <a:pt x="8598" y="13011"/>
                    <a:pt x="8583" y="12501"/>
                    <a:pt x="8570" y="11991"/>
                  </a:cubicBezTo>
                  <a:cubicBezTo>
                    <a:pt x="8567" y="11911"/>
                    <a:pt x="8598" y="11859"/>
                    <a:pt x="8652" y="11801"/>
                  </a:cubicBezTo>
                  <a:cubicBezTo>
                    <a:pt x="8774" y="11671"/>
                    <a:pt x="8885" y="11530"/>
                    <a:pt x="8993" y="11387"/>
                  </a:cubicBezTo>
                  <a:cubicBezTo>
                    <a:pt x="9239" y="11059"/>
                    <a:pt x="9463" y="10712"/>
                    <a:pt x="9725" y="10399"/>
                  </a:cubicBezTo>
                  <a:cubicBezTo>
                    <a:pt x="10099" y="9959"/>
                    <a:pt x="10499" y="9542"/>
                    <a:pt x="10889" y="9117"/>
                  </a:cubicBezTo>
                  <a:cubicBezTo>
                    <a:pt x="11311" y="8658"/>
                    <a:pt x="11635" y="8137"/>
                    <a:pt x="11860" y="7558"/>
                  </a:cubicBezTo>
                  <a:cubicBezTo>
                    <a:pt x="11878" y="7515"/>
                    <a:pt x="11893" y="7468"/>
                    <a:pt x="11893" y="7423"/>
                  </a:cubicBezTo>
                  <a:cubicBezTo>
                    <a:pt x="11884" y="7080"/>
                    <a:pt x="11893" y="6738"/>
                    <a:pt x="11790" y="6400"/>
                  </a:cubicBezTo>
                  <a:cubicBezTo>
                    <a:pt x="11641" y="5912"/>
                    <a:pt x="11509" y="5419"/>
                    <a:pt x="11398" y="4922"/>
                  </a:cubicBezTo>
                  <a:cubicBezTo>
                    <a:pt x="11325" y="4587"/>
                    <a:pt x="11295" y="4242"/>
                    <a:pt x="11254" y="3900"/>
                  </a:cubicBezTo>
                  <a:cubicBezTo>
                    <a:pt x="11229" y="3680"/>
                    <a:pt x="11136" y="3527"/>
                    <a:pt x="10907" y="3474"/>
                  </a:cubicBezTo>
                  <a:cubicBezTo>
                    <a:pt x="10856" y="3462"/>
                    <a:pt x="10808" y="3437"/>
                    <a:pt x="10760" y="3416"/>
                  </a:cubicBezTo>
                  <a:cubicBezTo>
                    <a:pt x="10677" y="3380"/>
                    <a:pt x="10596" y="3363"/>
                    <a:pt x="10517" y="3363"/>
                  </a:cubicBezTo>
                  <a:cubicBezTo>
                    <a:pt x="10391" y="3363"/>
                    <a:pt x="10271" y="3405"/>
                    <a:pt x="10154" y="3482"/>
                  </a:cubicBezTo>
                  <a:cubicBezTo>
                    <a:pt x="10096" y="3522"/>
                    <a:pt x="10037" y="3564"/>
                    <a:pt x="9958" y="3621"/>
                  </a:cubicBezTo>
                  <a:cubicBezTo>
                    <a:pt x="9851" y="3387"/>
                    <a:pt x="9926" y="3188"/>
                    <a:pt x="9979" y="2983"/>
                  </a:cubicBezTo>
                  <a:cubicBezTo>
                    <a:pt x="10012" y="2851"/>
                    <a:pt x="10133" y="2850"/>
                    <a:pt x="10220" y="2802"/>
                  </a:cubicBezTo>
                  <a:cubicBezTo>
                    <a:pt x="10450" y="2677"/>
                    <a:pt x="10676" y="2209"/>
                    <a:pt x="10628" y="1951"/>
                  </a:cubicBezTo>
                  <a:cubicBezTo>
                    <a:pt x="10622" y="1926"/>
                    <a:pt x="10616" y="1899"/>
                    <a:pt x="10607" y="1875"/>
                  </a:cubicBezTo>
                  <a:cubicBezTo>
                    <a:pt x="10463" y="1542"/>
                    <a:pt x="10270" y="1243"/>
                    <a:pt x="9986" y="1012"/>
                  </a:cubicBezTo>
                  <a:cubicBezTo>
                    <a:pt x="9797" y="856"/>
                    <a:pt x="9582" y="779"/>
                    <a:pt x="9347" y="779"/>
                  </a:cubicBezTo>
                  <a:cubicBezTo>
                    <a:pt x="9301" y="779"/>
                    <a:pt x="9254" y="782"/>
                    <a:pt x="9206" y="788"/>
                  </a:cubicBezTo>
                  <a:cubicBezTo>
                    <a:pt x="9129" y="797"/>
                    <a:pt x="9051" y="800"/>
                    <a:pt x="8981" y="805"/>
                  </a:cubicBezTo>
                  <a:cubicBezTo>
                    <a:pt x="8961" y="772"/>
                    <a:pt x="8946" y="757"/>
                    <a:pt x="8940" y="739"/>
                  </a:cubicBezTo>
                  <a:cubicBezTo>
                    <a:pt x="8867" y="484"/>
                    <a:pt x="8679" y="362"/>
                    <a:pt x="8441" y="274"/>
                  </a:cubicBezTo>
                  <a:cubicBezTo>
                    <a:pt x="7949" y="92"/>
                    <a:pt x="7441" y="25"/>
                    <a:pt x="6921" y="2"/>
                  </a:cubicBezTo>
                  <a:cubicBezTo>
                    <a:pt x="6891" y="1"/>
                    <a:pt x="6861" y="0"/>
                    <a:pt x="6832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33">
              <a:extLst>
                <a:ext uri="{FF2B5EF4-FFF2-40B4-BE49-F238E27FC236}">
                  <a16:creationId xmlns:a16="http://schemas.microsoft.com/office/drawing/2014/main" id="{691304C0-3FA4-D8F6-2651-10A303EAE6C6}"/>
                </a:ext>
              </a:extLst>
            </p:cNvPr>
            <p:cNvGrpSpPr/>
            <p:nvPr/>
          </p:nvGrpSpPr>
          <p:grpSpPr>
            <a:xfrm>
              <a:off x="2824967" y="566857"/>
              <a:ext cx="840508" cy="1362495"/>
              <a:chOff x="1683825" y="1246400"/>
              <a:chExt cx="297325" cy="481975"/>
            </a:xfrm>
          </p:grpSpPr>
          <p:sp>
            <p:nvSpPr>
              <p:cNvPr id="262" name="Google Shape;262;p33">
                <a:extLst>
                  <a:ext uri="{FF2B5EF4-FFF2-40B4-BE49-F238E27FC236}">
                    <a16:creationId xmlns:a16="http://schemas.microsoft.com/office/drawing/2014/main" id="{75C6A7B3-C399-E2E8-217B-1D7034489DD9}"/>
                  </a:ext>
                </a:extLst>
              </p:cNvPr>
              <p:cNvSpPr/>
              <p:nvPr/>
            </p:nvSpPr>
            <p:spPr>
              <a:xfrm>
                <a:off x="1834525" y="1250625"/>
                <a:ext cx="73150" cy="46925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1877" extrusionOk="0">
                    <a:moveTo>
                      <a:pt x="995" y="0"/>
                    </a:moveTo>
                    <a:cubicBezTo>
                      <a:pt x="969" y="0"/>
                      <a:pt x="943" y="1"/>
                      <a:pt x="916" y="1"/>
                    </a:cubicBezTo>
                    <a:cubicBezTo>
                      <a:pt x="854" y="1"/>
                      <a:pt x="792" y="3"/>
                      <a:pt x="731" y="3"/>
                    </a:cubicBezTo>
                    <a:cubicBezTo>
                      <a:pt x="700" y="3"/>
                      <a:pt x="669" y="2"/>
                      <a:pt x="639" y="1"/>
                    </a:cubicBezTo>
                    <a:cubicBezTo>
                      <a:pt x="631" y="1"/>
                      <a:pt x="623" y="1"/>
                      <a:pt x="616" y="1"/>
                    </a:cubicBezTo>
                    <a:cubicBezTo>
                      <a:pt x="405" y="1"/>
                      <a:pt x="240" y="101"/>
                      <a:pt x="94" y="244"/>
                    </a:cubicBezTo>
                    <a:cubicBezTo>
                      <a:pt x="19" y="319"/>
                      <a:pt x="1" y="388"/>
                      <a:pt x="40" y="492"/>
                    </a:cubicBezTo>
                    <a:cubicBezTo>
                      <a:pt x="127" y="724"/>
                      <a:pt x="152" y="964"/>
                      <a:pt x="100" y="1214"/>
                    </a:cubicBezTo>
                    <a:cubicBezTo>
                      <a:pt x="58" y="1416"/>
                      <a:pt x="88" y="1470"/>
                      <a:pt x="294" y="1535"/>
                    </a:cubicBezTo>
                    <a:cubicBezTo>
                      <a:pt x="609" y="1634"/>
                      <a:pt x="931" y="1707"/>
                      <a:pt x="1248" y="1803"/>
                    </a:cubicBezTo>
                    <a:cubicBezTo>
                      <a:pt x="1417" y="1856"/>
                      <a:pt x="1586" y="1877"/>
                      <a:pt x="1755" y="1877"/>
                    </a:cubicBezTo>
                    <a:cubicBezTo>
                      <a:pt x="1952" y="1877"/>
                      <a:pt x="2149" y="1848"/>
                      <a:pt x="2346" y="1808"/>
                    </a:cubicBezTo>
                    <a:cubicBezTo>
                      <a:pt x="2462" y="1784"/>
                      <a:pt x="2561" y="1728"/>
                      <a:pt x="2616" y="1623"/>
                    </a:cubicBezTo>
                    <a:cubicBezTo>
                      <a:pt x="2688" y="1484"/>
                      <a:pt x="2769" y="1343"/>
                      <a:pt x="2808" y="1193"/>
                    </a:cubicBezTo>
                    <a:cubicBezTo>
                      <a:pt x="2925" y="745"/>
                      <a:pt x="2712" y="379"/>
                      <a:pt x="2277" y="232"/>
                    </a:cubicBezTo>
                    <a:cubicBezTo>
                      <a:pt x="1861" y="93"/>
                      <a:pt x="1437" y="0"/>
                      <a:pt x="995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3">
                <a:extLst>
                  <a:ext uri="{FF2B5EF4-FFF2-40B4-BE49-F238E27FC236}">
                    <a16:creationId xmlns:a16="http://schemas.microsoft.com/office/drawing/2014/main" id="{CAE93CC1-C452-B45D-34DC-08ABC162C9B7}"/>
                  </a:ext>
                </a:extLst>
              </p:cNvPr>
              <p:cNvSpPr/>
              <p:nvPr/>
            </p:nvSpPr>
            <p:spPr>
              <a:xfrm>
                <a:off x="1894175" y="1269575"/>
                <a:ext cx="53100" cy="455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1820" extrusionOk="0">
                    <a:moveTo>
                      <a:pt x="906" y="1"/>
                    </a:moveTo>
                    <a:cubicBezTo>
                      <a:pt x="899" y="1"/>
                      <a:pt x="892" y="1"/>
                      <a:pt x="884" y="1"/>
                    </a:cubicBezTo>
                    <a:cubicBezTo>
                      <a:pt x="659" y="7"/>
                      <a:pt x="635" y="46"/>
                      <a:pt x="607" y="266"/>
                    </a:cubicBezTo>
                    <a:cubicBezTo>
                      <a:pt x="563" y="619"/>
                      <a:pt x="455" y="940"/>
                      <a:pt x="136" y="1146"/>
                    </a:cubicBezTo>
                    <a:cubicBezTo>
                      <a:pt x="103" y="1167"/>
                      <a:pt x="71" y="1191"/>
                      <a:pt x="1" y="1240"/>
                    </a:cubicBezTo>
                    <a:cubicBezTo>
                      <a:pt x="98" y="1320"/>
                      <a:pt x="152" y="1377"/>
                      <a:pt x="217" y="1414"/>
                    </a:cubicBezTo>
                    <a:cubicBezTo>
                      <a:pt x="359" y="1498"/>
                      <a:pt x="508" y="1572"/>
                      <a:pt x="653" y="1650"/>
                    </a:cubicBezTo>
                    <a:cubicBezTo>
                      <a:pt x="864" y="1765"/>
                      <a:pt x="1083" y="1820"/>
                      <a:pt x="1320" y="1820"/>
                    </a:cubicBezTo>
                    <a:cubicBezTo>
                      <a:pt x="1346" y="1820"/>
                      <a:pt x="1372" y="1819"/>
                      <a:pt x="1399" y="1818"/>
                    </a:cubicBezTo>
                    <a:cubicBezTo>
                      <a:pt x="1650" y="1807"/>
                      <a:pt x="1852" y="1728"/>
                      <a:pt x="1971" y="1495"/>
                    </a:cubicBezTo>
                    <a:cubicBezTo>
                      <a:pt x="2100" y="1248"/>
                      <a:pt x="2124" y="1005"/>
                      <a:pt x="1951" y="766"/>
                    </a:cubicBezTo>
                    <a:cubicBezTo>
                      <a:pt x="1897" y="691"/>
                      <a:pt x="1852" y="609"/>
                      <a:pt x="1803" y="531"/>
                    </a:cubicBezTo>
                    <a:cubicBezTo>
                      <a:pt x="1671" y="323"/>
                      <a:pt x="1497" y="158"/>
                      <a:pt x="1270" y="68"/>
                    </a:cubicBezTo>
                    <a:cubicBezTo>
                      <a:pt x="1157" y="24"/>
                      <a:pt x="1029" y="1"/>
                      <a:pt x="906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3">
                <a:extLst>
                  <a:ext uri="{FF2B5EF4-FFF2-40B4-BE49-F238E27FC236}">
                    <a16:creationId xmlns:a16="http://schemas.microsoft.com/office/drawing/2014/main" id="{378DE65A-7CCF-9DEA-B3B2-A0AD4D0CFC4D}"/>
                  </a:ext>
                </a:extLst>
              </p:cNvPr>
              <p:cNvSpPr/>
              <p:nvPr/>
            </p:nvSpPr>
            <p:spPr>
              <a:xfrm>
                <a:off x="1686900" y="1291450"/>
                <a:ext cx="290500" cy="432775"/>
              </a:xfrm>
              <a:custGeom>
                <a:avLst/>
                <a:gdLst/>
                <a:ahLst/>
                <a:cxnLst/>
                <a:rect l="l" t="t" r="r" b="b"/>
                <a:pathLst>
                  <a:path w="11620" h="17311" extrusionOk="0">
                    <a:moveTo>
                      <a:pt x="2096" y="521"/>
                    </a:moveTo>
                    <a:lnTo>
                      <a:pt x="2096" y="521"/>
                    </a:lnTo>
                    <a:cubicBezTo>
                      <a:pt x="1951" y="672"/>
                      <a:pt x="1723" y="754"/>
                      <a:pt x="1509" y="754"/>
                    </a:cubicBezTo>
                    <a:cubicBezTo>
                      <a:pt x="1343" y="754"/>
                      <a:pt x="1185" y="705"/>
                      <a:pt x="1082" y="601"/>
                    </a:cubicBezTo>
                    <a:lnTo>
                      <a:pt x="1082" y="601"/>
                    </a:lnTo>
                    <a:cubicBezTo>
                      <a:pt x="1220" y="615"/>
                      <a:pt x="1358" y="627"/>
                      <a:pt x="1494" y="627"/>
                    </a:cubicBezTo>
                    <a:cubicBezTo>
                      <a:pt x="1698" y="627"/>
                      <a:pt x="1899" y="601"/>
                      <a:pt x="2096" y="521"/>
                    </a:cubicBezTo>
                    <a:close/>
                    <a:moveTo>
                      <a:pt x="4372" y="907"/>
                    </a:moveTo>
                    <a:cubicBezTo>
                      <a:pt x="4412" y="910"/>
                      <a:pt x="4451" y="913"/>
                      <a:pt x="4491" y="916"/>
                    </a:cubicBezTo>
                    <a:lnTo>
                      <a:pt x="4491" y="949"/>
                    </a:lnTo>
                    <a:cubicBezTo>
                      <a:pt x="4451" y="950"/>
                      <a:pt x="4410" y="952"/>
                      <a:pt x="4369" y="953"/>
                    </a:cubicBezTo>
                    <a:cubicBezTo>
                      <a:pt x="4369" y="938"/>
                      <a:pt x="4371" y="922"/>
                      <a:pt x="4372" y="907"/>
                    </a:cubicBezTo>
                    <a:close/>
                    <a:moveTo>
                      <a:pt x="5376" y="2687"/>
                    </a:moveTo>
                    <a:cubicBezTo>
                      <a:pt x="5419" y="2687"/>
                      <a:pt x="5463" y="2691"/>
                      <a:pt x="5507" y="2698"/>
                    </a:cubicBezTo>
                    <a:cubicBezTo>
                      <a:pt x="5370" y="2765"/>
                      <a:pt x="5224" y="2783"/>
                      <a:pt x="5076" y="2783"/>
                    </a:cubicBezTo>
                    <a:cubicBezTo>
                      <a:pt x="5045" y="2783"/>
                      <a:pt x="5013" y="2782"/>
                      <a:pt x="4982" y="2781"/>
                    </a:cubicBezTo>
                    <a:cubicBezTo>
                      <a:pt x="5109" y="2723"/>
                      <a:pt x="5240" y="2687"/>
                      <a:pt x="5376" y="2687"/>
                    </a:cubicBezTo>
                    <a:close/>
                    <a:moveTo>
                      <a:pt x="5888" y="2339"/>
                    </a:moveTo>
                    <a:cubicBezTo>
                      <a:pt x="5984" y="2339"/>
                      <a:pt x="6079" y="2340"/>
                      <a:pt x="6175" y="2340"/>
                    </a:cubicBezTo>
                    <a:cubicBezTo>
                      <a:pt x="6260" y="2340"/>
                      <a:pt x="6346" y="2370"/>
                      <a:pt x="6464" y="2392"/>
                    </a:cubicBezTo>
                    <a:cubicBezTo>
                      <a:pt x="5991" y="2418"/>
                      <a:pt x="5555" y="2427"/>
                      <a:pt x="5123" y="2470"/>
                    </a:cubicBezTo>
                    <a:cubicBezTo>
                      <a:pt x="4692" y="2514"/>
                      <a:pt x="4266" y="2610"/>
                      <a:pt x="3838" y="2814"/>
                    </a:cubicBezTo>
                    <a:cubicBezTo>
                      <a:pt x="3880" y="2658"/>
                      <a:pt x="3975" y="2628"/>
                      <a:pt x="4063" y="2595"/>
                    </a:cubicBezTo>
                    <a:cubicBezTo>
                      <a:pt x="4407" y="2472"/>
                      <a:pt x="4761" y="2385"/>
                      <a:pt x="5124" y="2359"/>
                    </a:cubicBezTo>
                    <a:cubicBezTo>
                      <a:pt x="5377" y="2342"/>
                      <a:pt x="5633" y="2339"/>
                      <a:pt x="5888" y="2339"/>
                    </a:cubicBezTo>
                    <a:close/>
                    <a:moveTo>
                      <a:pt x="5645" y="1735"/>
                    </a:moveTo>
                    <a:cubicBezTo>
                      <a:pt x="5802" y="1735"/>
                      <a:pt x="5959" y="1741"/>
                      <a:pt x="6118" y="1756"/>
                    </a:cubicBezTo>
                    <a:cubicBezTo>
                      <a:pt x="6397" y="1782"/>
                      <a:pt x="6955" y="1911"/>
                      <a:pt x="7172" y="2032"/>
                    </a:cubicBezTo>
                    <a:cubicBezTo>
                      <a:pt x="7030" y="2005"/>
                      <a:pt x="6886" y="1989"/>
                      <a:pt x="6746" y="1951"/>
                    </a:cubicBezTo>
                    <a:cubicBezTo>
                      <a:pt x="6412" y="1858"/>
                      <a:pt x="6073" y="1816"/>
                      <a:pt x="5729" y="1816"/>
                    </a:cubicBezTo>
                    <a:cubicBezTo>
                      <a:pt x="5695" y="1816"/>
                      <a:pt x="5661" y="1817"/>
                      <a:pt x="5627" y="1818"/>
                    </a:cubicBezTo>
                    <a:cubicBezTo>
                      <a:pt x="4869" y="1836"/>
                      <a:pt x="4123" y="1936"/>
                      <a:pt x="3403" y="2182"/>
                    </a:cubicBezTo>
                    <a:cubicBezTo>
                      <a:pt x="2994" y="2320"/>
                      <a:pt x="2611" y="2514"/>
                      <a:pt x="2252" y="2755"/>
                    </a:cubicBezTo>
                    <a:cubicBezTo>
                      <a:pt x="2210" y="2782"/>
                      <a:pt x="2165" y="2805"/>
                      <a:pt x="2120" y="2832"/>
                    </a:cubicBezTo>
                    <a:cubicBezTo>
                      <a:pt x="2074" y="2746"/>
                      <a:pt x="2120" y="2703"/>
                      <a:pt x="2168" y="2668"/>
                    </a:cubicBezTo>
                    <a:cubicBezTo>
                      <a:pt x="2263" y="2598"/>
                      <a:pt x="2359" y="2526"/>
                      <a:pt x="2462" y="2467"/>
                    </a:cubicBezTo>
                    <a:cubicBezTo>
                      <a:pt x="2974" y="2178"/>
                      <a:pt x="3526" y="2004"/>
                      <a:pt x="4104" y="1900"/>
                    </a:cubicBezTo>
                    <a:cubicBezTo>
                      <a:pt x="4615" y="1807"/>
                      <a:pt x="5127" y="1735"/>
                      <a:pt x="5645" y="1735"/>
                    </a:cubicBezTo>
                    <a:close/>
                    <a:moveTo>
                      <a:pt x="5828" y="1"/>
                    </a:moveTo>
                    <a:cubicBezTo>
                      <a:pt x="5682" y="101"/>
                      <a:pt x="5550" y="202"/>
                      <a:pt x="5408" y="286"/>
                    </a:cubicBezTo>
                    <a:cubicBezTo>
                      <a:pt x="5226" y="394"/>
                      <a:pt x="5039" y="493"/>
                      <a:pt x="4851" y="589"/>
                    </a:cubicBezTo>
                    <a:cubicBezTo>
                      <a:pt x="4641" y="696"/>
                      <a:pt x="4424" y="778"/>
                      <a:pt x="4192" y="778"/>
                    </a:cubicBezTo>
                    <a:cubicBezTo>
                      <a:pt x="4126" y="778"/>
                      <a:pt x="4060" y="771"/>
                      <a:pt x="3991" y="757"/>
                    </a:cubicBezTo>
                    <a:cubicBezTo>
                      <a:pt x="3952" y="749"/>
                      <a:pt x="3919" y="721"/>
                      <a:pt x="3844" y="680"/>
                    </a:cubicBezTo>
                    <a:cubicBezTo>
                      <a:pt x="3934" y="649"/>
                      <a:pt x="4012" y="643"/>
                      <a:pt x="4083" y="643"/>
                    </a:cubicBezTo>
                    <a:cubicBezTo>
                      <a:pt x="4130" y="643"/>
                      <a:pt x="4174" y="645"/>
                      <a:pt x="4218" y="645"/>
                    </a:cubicBezTo>
                    <a:cubicBezTo>
                      <a:pt x="4231" y="645"/>
                      <a:pt x="4244" y="645"/>
                      <a:pt x="4257" y="644"/>
                    </a:cubicBezTo>
                    <a:cubicBezTo>
                      <a:pt x="4386" y="638"/>
                      <a:pt x="4514" y="638"/>
                      <a:pt x="4622" y="533"/>
                    </a:cubicBezTo>
                    <a:lnTo>
                      <a:pt x="4622" y="533"/>
                    </a:lnTo>
                    <a:cubicBezTo>
                      <a:pt x="4574" y="538"/>
                      <a:pt x="4526" y="540"/>
                      <a:pt x="4480" y="540"/>
                    </a:cubicBezTo>
                    <a:cubicBezTo>
                      <a:pt x="3965" y="540"/>
                      <a:pt x="3515" y="297"/>
                      <a:pt x="3043" y="119"/>
                    </a:cubicBezTo>
                    <a:cubicBezTo>
                      <a:pt x="3030" y="163"/>
                      <a:pt x="3018" y="187"/>
                      <a:pt x="3015" y="212"/>
                    </a:cubicBezTo>
                    <a:cubicBezTo>
                      <a:pt x="2973" y="553"/>
                      <a:pt x="2932" y="895"/>
                      <a:pt x="2887" y="1235"/>
                    </a:cubicBezTo>
                    <a:cubicBezTo>
                      <a:pt x="2868" y="1390"/>
                      <a:pt x="2869" y="1539"/>
                      <a:pt x="2928" y="1686"/>
                    </a:cubicBezTo>
                    <a:cubicBezTo>
                      <a:pt x="2943" y="1726"/>
                      <a:pt x="2929" y="1777"/>
                      <a:pt x="2929" y="1854"/>
                    </a:cubicBezTo>
                    <a:cubicBezTo>
                      <a:pt x="2820" y="1762"/>
                      <a:pt x="2794" y="1662"/>
                      <a:pt x="2785" y="1569"/>
                    </a:cubicBezTo>
                    <a:cubicBezTo>
                      <a:pt x="2770" y="1413"/>
                      <a:pt x="2769" y="1251"/>
                      <a:pt x="2781" y="1093"/>
                    </a:cubicBezTo>
                    <a:cubicBezTo>
                      <a:pt x="2803" y="809"/>
                      <a:pt x="2842" y="527"/>
                      <a:pt x="2869" y="244"/>
                    </a:cubicBezTo>
                    <a:cubicBezTo>
                      <a:pt x="2874" y="197"/>
                      <a:pt x="2860" y="148"/>
                      <a:pt x="2853" y="77"/>
                    </a:cubicBezTo>
                    <a:cubicBezTo>
                      <a:pt x="2396" y="364"/>
                      <a:pt x="1936" y="495"/>
                      <a:pt x="1471" y="495"/>
                    </a:cubicBezTo>
                    <a:cubicBezTo>
                      <a:pt x="1091" y="495"/>
                      <a:pt x="707" y="408"/>
                      <a:pt x="317" y="245"/>
                    </a:cubicBezTo>
                    <a:cubicBezTo>
                      <a:pt x="299" y="296"/>
                      <a:pt x="276" y="343"/>
                      <a:pt x="266" y="394"/>
                    </a:cubicBezTo>
                    <a:cubicBezTo>
                      <a:pt x="204" y="712"/>
                      <a:pt x="152" y="1031"/>
                      <a:pt x="86" y="1348"/>
                    </a:cubicBezTo>
                    <a:cubicBezTo>
                      <a:pt x="0" y="1761"/>
                      <a:pt x="26" y="2163"/>
                      <a:pt x="129" y="2568"/>
                    </a:cubicBezTo>
                    <a:cubicBezTo>
                      <a:pt x="168" y="2719"/>
                      <a:pt x="180" y="2883"/>
                      <a:pt x="171" y="3039"/>
                    </a:cubicBezTo>
                    <a:cubicBezTo>
                      <a:pt x="150" y="3416"/>
                      <a:pt x="95" y="3791"/>
                      <a:pt x="80" y="4167"/>
                    </a:cubicBezTo>
                    <a:cubicBezTo>
                      <a:pt x="50" y="4843"/>
                      <a:pt x="35" y="5519"/>
                      <a:pt x="26" y="6194"/>
                    </a:cubicBezTo>
                    <a:cubicBezTo>
                      <a:pt x="23" y="6425"/>
                      <a:pt x="39" y="6661"/>
                      <a:pt x="83" y="6886"/>
                    </a:cubicBezTo>
                    <a:cubicBezTo>
                      <a:pt x="267" y="7825"/>
                      <a:pt x="533" y="8741"/>
                      <a:pt x="926" y="9614"/>
                    </a:cubicBezTo>
                    <a:cubicBezTo>
                      <a:pt x="1201" y="10223"/>
                      <a:pt x="1105" y="10141"/>
                      <a:pt x="1652" y="10519"/>
                    </a:cubicBezTo>
                    <a:cubicBezTo>
                      <a:pt x="1667" y="10531"/>
                      <a:pt x="1687" y="10541"/>
                      <a:pt x="1699" y="10556"/>
                    </a:cubicBezTo>
                    <a:cubicBezTo>
                      <a:pt x="1721" y="10582"/>
                      <a:pt x="1739" y="10612"/>
                      <a:pt x="1780" y="10669"/>
                    </a:cubicBezTo>
                    <a:cubicBezTo>
                      <a:pt x="1691" y="10657"/>
                      <a:pt x="1639" y="10651"/>
                      <a:pt x="1588" y="10643"/>
                    </a:cubicBezTo>
                    <a:cubicBezTo>
                      <a:pt x="1571" y="11371"/>
                      <a:pt x="1546" y="12087"/>
                      <a:pt x="1541" y="12802"/>
                    </a:cubicBezTo>
                    <a:cubicBezTo>
                      <a:pt x="1534" y="13937"/>
                      <a:pt x="1580" y="15071"/>
                      <a:pt x="1433" y="16199"/>
                    </a:cubicBezTo>
                    <a:cubicBezTo>
                      <a:pt x="1393" y="16504"/>
                      <a:pt x="1528" y="16636"/>
                      <a:pt x="1759" y="16745"/>
                    </a:cubicBezTo>
                    <a:cubicBezTo>
                      <a:pt x="1795" y="16763"/>
                      <a:pt x="1831" y="16783"/>
                      <a:pt x="1868" y="16795"/>
                    </a:cubicBezTo>
                    <a:cubicBezTo>
                      <a:pt x="2132" y="16879"/>
                      <a:pt x="2393" y="16979"/>
                      <a:pt x="2664" y="17040"/>
                    </a:cubicBezTo>
                    <a:cubicBezTo>
                      <a:pt x="2980" y="17109"/>
                      <a:pt x="3306" y="17142"/>
                      <a:pt x="3625" y="17194"/>
                    </a:cubicBezTo>
                    <a:cubicBezTo>
                      <a:pt x="4031" y="17261"/>
                      <a:pt x="4436" y="17310"/>
                      <a:pt x="4845" y="17310"/>
                    </a:cubicBezTo>
                    <a:cubicBezTo>
                      <a:pt x="4979" y="17310"/>
                      <a:pt x="5114" y="17305"/>
                      <a:pt x="5249" y="17293"/>
                    </a:cubicBezTo>
                    <a:cubicBezTo>
                      <a:pt x="6140" y="17217"/>
                      <a:pt x="6995" y="16976"/>
                      <a:pt x="7843" y="16714"/>
                    </a:cubicBezTo>
                    <a:cubicBezTo>
                      <a:pt x="8227" y="16594"/>
                      <a:pt x="8292" y="16487"/>
                      <a:pt x="8308" y="16078"/>
                    </a:cubicBezTo>
                    <a:cubicBezTo>
                      <a:pt x="8325" y="15680"/>
                      <a:pt x="8346" y="15283"/>
                      <a:pt x="8344" y="14886"/>
                    </a:cubicBezTo>
                    <a:cubicBezTo>
                      <a:pt x="8340" y="13366"/>
                      <a:pt x="8326" y="11848"/>
                      <a:pt x="8314" y="10330"/>
                    </a:cubicBezTo>
                    <a:cubicBezTo>
                      <a:pt x="8314" y="10289"/>
                      <a:pt x="8301" y="10249"/>
                      <a:pt x="8290" y="10196"/>
                    </a:cubicBezTo>
                    <a:cubicBezTo>
                      <a:pt x="8217" y="10244"/>
                      <a:pt x="8164" y="10283"/>
                      <a:pt x="8107" y="10319"/>
                    </a:cubicBezTo>
                    <a:cubicBezTo>
                      <a:pt x="7415" y="10762"/>
                      <a:pt x="6677" y="11098"/>
                      <a:pt x="5862" y="11245"/>
                    </a:cubicBezTo>
                    <a:cubicBezTo>
                      <a:pt x="5590" y="11294"/>
                      <a:pt x="5317" y="11312"/>
                      <a:pt x="5044" y="11312"/>
                    </a:cubicBezTo>
                    <a:cubicBezTo>
                      <a:pt x="4656" y="11312"/>
                      <a:pt x="4268" y="11276"/>
                      <a:pt x="3880" y="11240"/>
                    </a:cubicBezTo>
                    <a:cubicBezTo>
                      <a:pt x="3316" y="11188"/>
                      <a:pt x="2787" y="10981"/>
                      <a:pt x="2237" y="10859"/>
                    </a:cubicBezTo>
                    <a:cubicBezTo>
                      <a:pt x="2204" y="10852"/>
                      <a:pt x="2170" y="10840"/>
                      <a:pt x="2147" y="10819"/>
                    </a:cubicBezTo>
                    <a:cubicBezTo>
                      <a:pt x="2120" y="10798"/>
                      <a:pt x="2108" y="10763"/>
                      <a:pt x="2068" y="10700"/>
                    </a:cubicBezTo>
                    <a:lnTo>
                      <a:pt x="2068" y="10700"/>
                    </a:lnTo>
                    <a:cubicBezTo>
                      <a:pt x="2168" y="10714"/>
                      <a:pt x="2233" y="10717"/>
                      <a:pt x="2296" y="10732"/>
                    </a:cubicBezTo>
                    <a:cubicBezTo>
                      <a:pt x="2573" y="10798"/>
                      <a:pt x="2853" y="10856"/>
                      <a:pt x="3126" y="10936"/>
                    </a:cubicBezTo>
                    <a:cubicBezTo>
                      <a:pt x="3703" y="11104"/>
                      <a:pt x="4296" y="11155"/>
                      <a:pt x="4893" y="11170"/>
                    </a:cubicBezTo>
                    <a:cubicBezTo>
                      <a:pt x="5015" y="11173"/>
                      <a:pt x="5139" y="11179"/>
                      <a:pt x="5263" y="11179"/>
                    </a:cubicBezTo>
                    <a:cubicBezTo>
                      <a:pt x="5399" y="11179"/>
                      <a:pt x="5534" y="11172"/>
                      <a:pt x="5666" y="11150"/>
                    </a:cubicBezTo>
                    <a:cubicBezTo>
                      <a:pt x="6452" y="11023"/>
                      <a:pt x="7175" y="10715"/>
                      <a:pt x="7863" y="10315"/>
                    </a:cubicBezTo>
                    <a:cubicBezTo>
                      <a:pt x="8134" y="10156"/>
                      <a:pt x="8355" y="9936"/>
                      <a:pt x="8563" y="9711"/>
                    </a:cubicBezTo>
                    <a:cubicBezTo>
                      <a:pt x="8764" y="9494"/>
                      <a:pt x="8922" y="9237"/>
                      <a:pt x="9105" y="9002"/>
                    </a:cubicBezTo>
                    <a:cubicBezTo>
                      <a:pt x="9283" y="8771"/>
                      <a:pt x="9457" y="8537"/>
                      <a:pt x="9651" y="8319"/>
                    </a:cubicBezTo>
                    <a:cubicBezTo>
                      <a:pt x="9977" y="7951"/>
                      <a:pt x="10316" y="7596"/>
                      <a:pt x="10650" y="7237"/>
                    </a:cubicBezTo>
                    <a:cubicBezTo>
                      <a:pt x="11039" y="6820"/>
                      <a:pt x="11347" y="6353"/>
                      <a:pt x="11551" y="5819"/>
                    </a:cubicBezTo>
                    <a:cubicBezTo>
                      <a:pt x="11576" y="5752"/>
                      <a:pt x="11612" y="5681"/>
                      <a:pt x="11614" y="5611"/>
                    </a:cubicBezTo>
                    <a:cubicBezTo>
                      <a:pt x="11620" y="5248"/>
                      <a:pt x="11608" y="4888"/>
                      <a:pt x="11504" y="4530"/>
                    </a:cubicBezTo>
                    <a:cubicBezTo>
                      <a:pt x="11362" y="4035"/>
                      <a:pt x="11243" y="3533"/>
                      <a:pt x="11132" y="3030"/>
                    </a:cubicBezTo>
                    <a:cubicBezTo>
                      <a:pt x="11078" y="2785"/>
                      <a:pt x="11043" y="2532"/>
                      <a:pt x="11039" y="2281"/>
                    </a:cubicBezTo>
                    <a:cubicBezTo>
                      <a:pt x="11031" y="1959"/>
                      <a:pt x="10868" y="1809"/>
                      <a:pt x="10572" y="1741"/>
                    </a:cubicBezTo>
                    <a:cubicBezTo>
                      <a:pt x="10506" y="1726"/>
                      <a:pt x="10443" y="1717"/>
                      <a:pt x="10383" y="1717"/>
                    </a:cubicBezTo>
                    <a:cubicBezTo>
                      <a:pt x="10242" y="1717"/>
                      <a:pt x="10118" y="1764"/>
                      <a:pt x="10011" y="1885"/>
                    </a:cubicBezTo>
                    <a:cubicBezTo>
                      <a:pt x="9678" y="2257"/>
                      <a:pt x="9376" y="2652"/>
                      <a:pt x="9181" y="3117"/>
                    </a:cubicBezTo>
                    <a:cubicBezTo>
                      <a:pt x="9129" y="3243"/>
                      <a:pt x="9082" y="3386"/>
                      <a:pt x="9088" y="3518"/>
                    </a:cubicBezTo>
                    <a:cubicBezTo>
                      <a:pt x="9103" y="3975"/>
                      <a:pt x="9081" y="4433"/>
                      <a:pt x="9165" y="4886"/>
                    </a:cubicBezTo>
                    <a:cubicBezTo>
                      <a:pt x="9199" y="5075"/>
                      <a:pt x="9186" y="5266"/>
                      <a:pt x="9118" y="5468"/>
                    </a:cubicBezTo>
                    <a:cubicBezTo>
                      <a:pt x="9067" y="5435"/>
                      <a:pt x="9027" y="5410"/>
                      <a:pt x="8977" y="5378"/>
                    </a:cubicBezTo>
                    <a:cubicBezTo>
                      <a:pt x="8929" y="5441"/>
                      <a:pt x="8883" y="5497"/>
                      <a:pt x="8844" y="5557"/>
                    </a:cubicBezTo>
                    <a:cubicBezTo>
                      <a:pt x="8766" y="5678"/>
                      <a:pt x="8661" y="5737"/>
                      <a:pt x="8514" y="5740"/>
                    </a:cubicBezTo>
                    <a:cubicBezTo>
                      <a:pt x="8341" y="5743"/>
                      <a:pt x="8170" y="5770"/>
                      <a:pt x="7998" y="5771"/>
                    </a:cubicBezTo>
                    <a:cubicBezTo>
                      <a:pt x="7838" y="5773"/>
                      <a:pt x="7696" y="5815"/>
                      <a:pt x="7568" y="5906"/>
                    </a:cubicBezTo>
                    <a:cubicBezTo>
                      <a:pt x="7331" y="6074"/>
                      <a:pt x="7097" y="6248"/>
                      <a:pt x="6863" y="6421"/>
                    </a:cubicBezTo>
                    <a:cubicBezTo>
                      <a:pt x="6803" y="6464"/>
                      <a:pt x="6745" y="6513"/>
                      <a:pt x="6686" y="6558"/>
                    </a:cubicBezTo>
                    <a:cubicBezTo>
                      <a:pt x="6676" y="6547"/>
                      <a:pt x="6667" y="6538"/>
                      <a:pt x="6656" y="6528"/>
                    </a:cubicBezTo>
                    <a:cubicBezTo>
                      <a:pt x="6667" y="6506"/>
                      <a:pt x="6674" y="6482"/>
                      <a:pt x="6689" y="6466"/>
                    </a:cubicBezTo>
                    <a:cubicBezTo>
                      <a:pt x="6947" y="6188"/>
                      <a:pt x="7235" y="5944"/>
                      <a:pt x="7561" y="5749"/>
                    </a:cubicBezTo>
                    <a:cubicBezTo>
                      <a:pt x="7700" y="5666"/>
                      <a:pt x="7855" y="5630"/>
                      <a:pt x="8017" y="5629"/>
                    </a:cubicBezTo>
                    <a:cubicBezTo>
                      <a:pt x="8157" y="5627"/>
                      <a:pt x="8296" y="5620"/>
                      <a:pt x="8434" y="5617"/>
                    </a:cubicBezTo>
                    <a:cubicBezTo>
                      <a:pt x="8578" y="5612"/>
                      <a:pt x="8691" y="5554"/>
                      <a:pt x="8769" y="5434"/>
                    </a:cubicBezTo>
                    <a:cubicBezTo>
                      <a:pt x="8824" y="5350"/>
                      <a:pt x="8877" y="5266"/>
                      <a:pt x="8935" y="5186"/>
                    </a:cubicBezTo>
                    <a:cubicBezTo>
                      <a:pt x="9028" y="5062"/>
                      <a:pt x="9048" y="4927"/>
                      <a:pt x="9036" y="4774"/>
                    </a:cubicBezTo>
                    <a:cubicBezTo>
                      <a:pt x="9004" y="4398"/>
                      <a:pt x="8982" y="4020"/>
                      <a:pt x="8964" y="3644"/>
                    </a:cubicBezTo>
                    <a:cubicBezTo>
                      <a:pt x="8955" y="3389"/>
                      <a:pt x="8992" y="3140"/>
                      <a:pt x="9130" y="2917"/>
                    </a:cubicBezTo>
                    <a:cubicBezTo>
                      <a:pt x="9288" y="2665"/>
                      <a:pt x="9447" y="2413"/>
                      <a:pt x="9612" y="2167"/>
                    </a:cubicBezTo>
                    <a:cubicBezTo>
                      <a:pt x="9677" y="2073"/>
                      <a:pt x="9722" y="1981"/>
                      <a:pt x="9687" y="1872"/>
                    </a:cubicBezTo>
                    <a:cubicBezTo>
                      <a:pt x="9627" y="1681"/>
                      <a:pt x="9647" y="1492"/>
                      <a:pt x="9680" y="1302"/>
                    </a:cubicBezTo>
                    <a:cubicBezTo>
                      <a:pt x="9686" y="1260"/>
                      <a:pt x="9680" y="1214"/>
                      <a:pt x="9680" y="1162"/>
                    </a:cubicBezTo>
                    <a:cubicBezTo>
                      <a:pt x="9480" y="1191"/>
                      <a:pt x="9289" y="1278"/>
                      <a:pt x="9082" y="1278"/>
                    </a:cubicBezTo>
                    <a:cubicBezTo>
                      <a:pt x="8994" y="1278"/>
                      <a:pt x="8903" y="1262"/>
                      <a:pt x="8808" y="1220"/>
                    </a:cubicBezTo>
                    <a:cubicBezTo>
                      <a:pt x="8881" y="1190"/>
                      <a:pt x="8954" y="1187"/>
                      <a:pt x="9024" y="1187"/>
                    </a:cubicBezTo>
                    <a:cubicBezTo>
                      <a:pt x="9043" y="1187"/>
                      <a:pt x="9062" y="1187"/>
                      <a:pt x="9080" y="1187"/>
                    </a:cubicBezTo>
                    <a:cubicBezTo>
                      <a:pt x="9174" y="1187"/>
                      <a:pt x="9260" y="1181"/>
                      <a:pt x="9330" y="1105"/>
                    </a:cubicBezTo>
                    <a:cubicBezTo>
                      <a:pt x="8983" y="941"/>
                      <a:pt x="8635" y="776"/>
                      <a:pt x="8286" y="610"/>
                    </a:cubicBezTo>
                    <a:cubicBezTo>
                      <a:pt x="8212" y="737"/>
                      <a:pt x="8239" y="851"/>
                      <a:pt x="8253" y="971"/>
                    </a:cubicBezTo>
                    <a:cubicBezTo>
                      <a:pt x="8281" y="1207"/>
                      <a:pt x="8298" y="1446"/>
                      <a:pt x="8308" y="1683"/>
                    </a:cubicBezTo>
                    <a:cubicBezTo>
                      <a:pt x="8313" y="1776"/>
                      <a:pt x="8295" y="1873"/>
                      <a:pt x="8173" y="1920"/>
                    </a:cubicBezTo>
                    <a:cubicBezTo>
                      <a:pt x="8173" y="1725"/>
                      <a:pt x="8193" y="1545"/>
                      <a:pt x="8167" y="1371"/>
                    </a:cubicBezTo>
                    <a:cubicBezTo>
                      <a:pt x="8125" y="1075"/>
                      <a:pt x="8062" y="784"/>
                      <a:pt x="8137" y="485"/>
                    </a:cubicBezTo>
                    <a:cubicBezTo>
                      <a:pt x="8139" y="476"/>
                      <a:pt x="8125" y="463"/>
                      <a:pt x="8119" y="452"/>
                    </a:cubicBezTo>
                    <a:cubicBezTo>
                      <a:pt x="8109" y="450"/>
                      <a:pt x="8098" y="444"/>
                      <a:pt x="8087" y="444"/>
                    </a:cubicBezTo>
                    <a:cubicBezTo>
                      <a:pt x="8085" y="444"/>
                      <a:pt x="8082" y="444"/>
                      <a:pt x="8080" y="445"/>
                    </a:cubicBezTo>
                    <a:cubicBezTo>
                      <a:pt x="8026" y="464"/>
                      <a:pt x="7971" y="487"/>
                      <a:pt x="7917" y="511"/>
                    </a:cubicBezTo>
                    <a:cubicBezTo>
                      <a:pt x="7695" y="609"/>
                      <a:pt x="7470" y="647"/>
                      <a:pt x="7241" y="647"/>
                    </a:cubicBezTo>
                    <a:cubicBezTo>
                      <a:pt x="7083" y="647"/>
                      <a:pt x="6924" y="629"/>
                      <a:pt x="6764" y="601"/>
                    </a:cubicBezTo>
                    <a:cubicBezTo>
                      <a:pt x="6731" y="595"/>
                      <a:pt x="6704" y="562"/>
                      <a:pt x="6674" y="541"/>
                    </a:cubicBezTo>
                    <a:cubicBezTo>
                      <a:pt x="6784" y="526"/>
                      <a:pt x="6893" y="526"/>
                      <a:pt x="7001" y="526"/>
                    </a:cubicBezTo>
                    <a:cubicBezTo>
                      <a:pt x="7015" y="526"/>
                      <a:pt x="7028" y="526"/>
                      <a:pt x="7042" y="526"/>
                    </a:cubicBezTo>
                    <a:cubicBezTo>
                      <a:pt x="7234" y="526"/>
                      <a:pt x="7423" y="523"/>
                      <a:pt x="7609" y="445"/>
                    </a:cubicBezTo>
                    <a:cubicBezTo>
                      <a:pt x="7094" y="314"/>
                      <a:pt x="6580" y="185"/>
                      <a:pt x="6074" y="58"/>
                    </a:cubicBezTo>
                    <a:cubicBezTo>
                      <a:pt x="6017" y="245"/>
                      <a:pt x="5969" y="430"/>
                      <a:pt x="5904" y="610"/>
                    </a:cubicBezTo>
                    <a:cubicBezTo>
                      <a:pt x="5808" y="875"/>
                      <a:pt x="5733" y="1138"/>
                      <a:pt x="5792" y="1425"/>
                    </a:cubicBezTo>
                    <a:cubicBezTo>
                      <a:pt x="5804" y="1488"/>
                      <a:pt x="5835" y="1569"/>
                      <a:pt x="5751" y="1621"/>
                    </a:cubicBezTo>
                    <a:cubicBezTo>
                      <a:pt x="5732" y="1606"/>
                      <a:pt x="5708" y="1596"/>
                      <a:pt x="5703" y="1581"/>
                    </a:cubicBezTo>
                    <a:cubicBezTo>
                      <a:pt x="5648" y="1368"/>
                      <a:pt x="5606" y="1153"/>
                      <a:pt x="5672" y="935"/>
                    </a:cubicBezTo>
                    <a:cubicBezTo>
                      <a:pt x="5729" y="737"/>
                      <a:pt x="5792" y="542"/>
                      <a:pt x="5853" y="347"/>
                    </a:cubicBezTo>
                    <a:cubicBezTo>
                      <a:pt x="5891" y="229"/>
                      <a:pt x="5928" y="112"/>
                      <a:pt x="5828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3">
                <a:extLst>
                  <a:ext uri="{FF2B5EF4-FFF2-40B4-BE49-F238E27FC236}">
                    <a16:creationId xmlns:a16="http://schemas.microsoft.com/office/drawing/2014/main" id="{A00C39F6-137D-2E99-572D-B50E3D9E778C}"/>
                  </a:ext>
                </a:extLst>
              </p:cNvPr>
              <p:cNvSpPr/>
              <p:nvPr/>
            </p:nvSpPr>
            <p:spPr>
              <a:xfrm>
                <a:off x="1762400" y="1250375"/>
                <a:ext cx="74900" cy="50000"/>
              </a:xfrm>
              <a:custGeom>
                <a:avLst/>
                <a:gdLst/>
                <a:ahLst/>
                <a:cxnLst/>
                <a:rect l="l" t="t" r="r" b="b"/>
                <a:pathLst>
                  <a:path w="2996" h="2000" extrusionOk="0">
                    <a:moveTo>
                      <a:pt x="1597" y="0"/>
                    </a:moveTo>
                    <a:cubicBezTo>
                      <a:pt x="1285" y="0"/>
                      <a:pt x="972" y="45"/>
                      <a:pt x="667" y="134"/>
                    </a:cubicBezTo>
                    <a:cubicBezTo>
                      <a:pt x="443" y="200"/>
                      <a:pt x="259" y="322"/>
                      <a:pt x="116" y="508"/>
                    </a:cubicBezTo>
                    <a:cubicBezTo>
                      <a:pt x="35" y="614"/>
                      <a:pt x="2" y="715"/>
                      <a:pt x="43" y="853"/>
                    </a:cubicBezTo>
                    <a:cubicBezTo>
                      <a:pt x="74" y="962"/>
                      <a:pt x="59" y="1088"/>
                      <a:pt x="53" y="1206"/>
                    </a:cubicBezTo>
                    <a:cubicBezTo>
                      <a:pt x="47" y="1311"/>
                      <a:pt x="22" y="1414"/>
                      <a:pt x="1" y="1537"/>
                    </a:cubicBezTo>
                    <a:lnTo>
                      <a:pt x="2" y="1537"/>
                    </a:lnTo>
                    <a:cubicBezTo>
                      <a:pt x="161" y="1671"/>
                      <a:pt x="352" y="1713"/>
                      <a:pt x="524" y="1795"/>
                    </a:cubicBezTo>
                    <a:cubicBezTo>
                      <a:pt x="814" y="1935"/>
                      <a:pt x="1112" y="2000"/>
                      <a:pt x="1422" y="2000"/>
                    </a:cubicBezTo>
                    <a:cubicBezTo>
                      <a:pt x="1540" y="2000"/>
                      <a:pt x="1660" y="1990"/>
                      <a:pt x="1782" y="1972"/>
                    </a:cubicBezTo>
                    <a:cubicBezTo>
                      <a:pt x="2065" y="1930"/>
                      <a:pt x="2317" y="1834"/>
                      <a:pt x="2541" y="1659"/>
                    </a:cubicBezTo>
                    <a:cubicBezTo>
                      <a:pt x="2670" y="1557"/>
                      <a:pt x="2758" y="1426"/>
                      <a:pt x="2811" y="1273"/>
                    </a:cubicBezTo>
                    <a:cubicBezTo>
                      <a:pt x="2995" y="745"/>
                      <a:pt x="2701" y="110"/>
                      <a:pt x="1984" y="23"/>
                    </a:cubicBezTo>
                    <a:cubicBezTo>
                      <a:pt x="1856" y="8"/>
                      <a:pt x="1726" y="0"/>
                      <a:pt x="1597" y="0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3">
                <a:extLst>
                  <a:ext uri="{FF2B5EF4-FFF2-40B4-BE49-F238E27FC236}">
                    <a16:creationId xmlns:a16="http://schemas.microsoft.com/office/drawing/2014/main" id="{E4D81461-2F4B-2BCA-2BCF-CD16563886BA}"/>
                  </a:ext>
                </a:extLst>
              </p:cNvPr>
              <p:cNvSpPr/>
              <p:nvPr/>
            </p:nvSpPr>
            <p:spPr>
              <a:xfrm>
                <a:off x="1694500" y="1262200"/>
                <a:ext cx="66800" cy="37750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10" extrusionOk="0">
                    <a:moveTo>
                      <a:pt x="1494" y="1"/>
                    </a:moveTo>
                    <a:cubicBezTo>
                      <a:pt x="1236" y="1"/>
                      <a:pt x="980" y="48"/>
                      <a:pt x="723" y="122"/>
                    </a:cubicBezTo>
                    <a:cubicBezTo>
                      <a:pt x="362" y="225"/>
                      <a:pt x="185" y="485"/>
                      <a:pt x="44" y="790"/>
                    </a:cubicBezTo>
                    <a:cubicBezTo>
                      <a:pt x="8" y="866"/>
                      <a:pt x="1" y="974"/>
                      <a:pt x="23" y="1055"/>
                    </a:cubicBezTo>
                    <a:cubicBezTo>
                      <a:pt x="88" y="1277"/>
                      <a:pt x="250" y="1414"/>
                      <a:pt x="479" y="1445"/>
                    </a:cubicBezTo>
                    <a:cubicBezTo>
                      <a:pt x="714" y="1477"/>
                      <a:pt x="952" y="1489"/>
                      <a:pt x="1189" y="1510"/>
                    </a:cubicBezTo>
                    <a:lnTo>
                      <a:pt x="1189" y="1492"/>
                    </a:lnTo>
                    <a:cubicBezTo>
                      <a:pt x="1256" y="1492"/>
                      <a:pt x="1322" y="1495"/>
                      <a:pt x="1389" y="1495"/>
                    </a:cubicBezTo>
                    <a:cubicBezTo>
                      <a:pt x="1428" y="1495"/>
                      <a:pt x="1468" y="1494"/>
                      <a:pt x="1507" y="1490"/>
                    </a:cubicBezTo>
                    <a:cubicBezTo>
                      <a:pt x="1824" y="1462"/>
                      <a:pt x="2112" y="1354"/>
                      <a:pt x="2361" y="1153"/>
                    </a:cubicBezTo>
                    <a:cubicBezTo>
                      <a:pt x="2609" y="952"/>
                      <a:pt x="2672" y="686"/>
                      <a:pt x="2616" y="386"/>
                    </a:cubicBezTo>
                    <a:cubicBezTo>
                      <a:pt x="2594" y="264"/>
                      <a:pt x="2525" y="183"/>
                      <a:pt x="2399" y="156"/>
                    </a:cubicBezTo>
                    <a:cubicBezTo>
                      <a:pt x="2242" y="122"/>
                      <a:pt x="2089" y="86"/>
                      <a:pt x="1935" y="50"/>
                    </a:cubicBezTo>
                    <a:cubicBezTo>
                      <a:pt x="1786" y="16"/>
                      <a:pt x="1640" y="1"/>
                      <a:pt x="1494" y="1"/>
                    </a:cubicBezTo>
                    <a:close/>
                  </a:path>
                </a:pathLst>
              </a:custGeom>
              <a:solidFill>
                <a:srgbClr val="BB90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3">
                <a:extLst>
                  <a:ext uri="{FF2B5EF4-FFF2-40B4-BE49-F238E27FC236}">
                    <a16:creationId xmlns:a16="http://schemas.microsoft.com/office/drawing/2014/main" id="{CD45FEA5-FDBF-3C02-1E35-E3444ABED5A1}"/>
                  </a:ext>
                </a:extLst>
              </p:cNvPr>
              <p:cNvSpPr/>
              <p:nvPr/>
            </p:nvSpPr>
            <p:spPr>
              <a:xfrm>
                <a:off x="1683825" y="1246400"/>
                <a:ext cx="297325" cy="481975"/>
              </a:xfrm>
              <a:custGeom>
                <a:avLst/>
                <a:gdLst/>
                <a:ahLst/>
                <a:cxnLst/>
                <a:rect l="l" t="t" r="r" b="b"/>
                <a:pathLst>
                  <a:path w="11893" h="19279" extrusionOk="0">
                    <a:moveTo>
                      <a:pt x="7023" y="169"/>
                    </a:moveTo>
                    <a:cubicBezTo>
                      <a:pt x="7465" y="169"/>
                      <a:pt x="7889" y="263"/>
                      <a:pt x="8305" y="403"/>
                    </a:cubicBezTo>
                    <a:cubicBezTo>
                      <a:pt x="8740" y="548"/>
                      <a:pt x="8953" y="914"/>
                      <a:pt x="8836" y="1362"/>
                    </a:cubicBezTo>
                    <a:cubicBezTo>
                      <a:pt x="8797" y="1512"/>
                      <a:pt x="8716" y="1653"/>
                      <a:pt x="8644" y="1792"/>
                    </a:cubicBezTo>
                    <a:cubicBezTo>
                      <a:pt x="8589" y="1897"/>
                      <a:pt x="8490" y="1953"/>
                      <a:pt x="8374" y="1977"/>
                    </a:cubicBezTo>
                    <a:cubicBezTo>
                      <a:pt x="8177" y="2017"/>
                      <a:pt x="7980" y="2046"/>
                      <a:pt x="7783" y="2046"/>
                    </a:cubicBezTo>
                    <a:cubicBezTo>
                      <a:pt x="7614" y="2046"/>
                      <a:pt x="7445" y="2025"/>
                      <a:pt x="7276" y="1972"/>
                    </a:cubicBezTo>
                    <a:cubicBezTo>
                      <a:pt x="6959" y="1876"/>
                      <a:pt x="6637" y="1803"/>
                      <a:pt x="6322" y="1704"/>
                    </a:cubicBezTo>
                    <a:cubicBezTo>
                      <a:pt x="6116" y="1639"/>
                      <a:pt x="6086" y="1585"/>
                      <a:pt x="6128" y="1383"/>
                    </a:cubicBezTo>
                    <a:cubicBezTo>
                      <a:pt x="6180" y="1133"/>
                      <a:pt x="6155" y="893"/>
                      <a:pt x="6068" y="661"/>
                    </a:cubicBezTo>
                    <a:cubicBezTo>
                      <a:pt x="6029" y="557"/>
                      <a:pt x="6047" y="488"/>
                      <a:pt x="6122" y="413"/>
                    </a:cubicBezTo>
                    <a:lnTo>
                      <a:pt x="6122" y="415"/>
                    </a:lnTo>
                    <a:cubicBezTo>
                      <a:pt x="6268" y="270"/>
                      <a:pt x="6433" y="170"/>
                      <a:pt x="6644" y="170"/>
                    </a:cubicBezTo>
                    <a:cubicBezTo>
                      <a:pt x="6651" y="170"/>
                      <a:pt x="6659" y="170"/>
                      <a:pt x="6667" y="170"/>
                    </a:cubicBezTo>
                    <a:cubicBezTo>
                      <a:pt x="6697" y="171"/>
                      <a:pt x="6728" y="172"/>
                      <a:pt x="6759" y="172"/>
                    </a:cubicBezTo>
                    <a:cubicBezTo>
                      <a:pt x="6820" y="172"/>
                      <a:pt x="6882" y="170"/>
                      <a:pt x="6944" y="170"/>
                    </a:cubicBezTo>
                    <a:cubicBezTo>
                      <a:pt x="6971" y="170"/>
                      <a:pt x="6997" y="169"/>
                      <a:pt x="7023" y="169"/>
                    </a:cubicBezTo>
                    <a:close/>
                    <a:moveTo>
                      <a:pt x="1920" y="633"/>
                    </a:moveTo>
                    <a:cubicBezTo>
                      <a:pt x="2065" y="633"/>
                      <a:pt x="2212" y="648"/>
                      <a:pt x="2360" y="682"/>
                    </a:cubicBezTo>
                    <a:cubicBezTo>
                      <a:pt x="2515" y="718"/>
                      <a:pt x="2669" y="754"/>
                      <a:pt x="2824" y="788"/>
                    </a:cubicBezTo>
                    <a:cubicBezTo>
                      <a:pt x="2950" y="815"/>
                      <a:pt x="3021" y="896"/>
                      <a:pt x="3043" y="1018"/>
                    </a:cubicBezTo>
                    <a:cubicBezTo>
                      <a:pt x="3099" y="1318"/>
                      <a:pt x="3036" y="1584"/>
                      <a:pt x="2788" y="1785"/>
                    </a:cubicBezTo>
                    <a:cubicBezTo>
                      <a:pt x="2539" y="1986"/>
                      <a:pt x="2251" y="2094"/>
                      <a:pt x="1934" y="2122"/>
                    </a:cubicBezTo>
                    <a:cubicBezTo>
                      <a:pt x="1894" y="2126"/>
                      <a:pt x="1855" y="2127"/>
                      <a:pt x="1815" y="2127"/>
                    </a:cubicBezTo>
                    <a:cubicBezTo>
                      <a:pt x="1749" y="2127"/>
                      <a:pt x="1683" y="2124"/>
                      <a:pt x="1616" y="2124"/>
                    </a:cubicBezTo>
                    <a:lnTo>
                      <a:pt x="1616" y="2142"/>
                    </a:lnTo>
                    <a:cubicBezTo>
                      <a:pt x="1379" y="2121"/>
                      <a:pt x="1141" y="2109"/>
                      <a:pt x="905" y="2077"/>
                    </a:cubicBezTo>
                    <a:cubicBezTo>
                      <a:pt x="677" y="2046"/>
                      <a:pt x="515" y="1909"/>
                      <a:pt x="450" y="1687"/>
                    </a:cubicBezTo>
                    <a:cubicBezTo>
                      <a:pt x="428" y="1606"/>
                      <a:pt x="435" y="1497"/>
                      <a:pt x="470" y="1422"/>
                    </a:cubicBezTo>
                    <a:cubicBezTo>
                      <a:pt x="612" y="1117"/>
                      <a:pt x="788" y="857"/>
                      <a:pt x="1150" y="754"/>
                    </a:cubicBezTo>
                    <a:cubicBezTo>
                      <a:pt x="1407" y="680"/>
                      <a:pt x="1662" y="633"/>
                      <a:pt x="1920" y="633"/>
                    </a:cubicBezTo>
                    <a:close/>
                    <a:moveTo>
                      <a:pt x="4737" y="160"/>
                    </a:moveTo>
                    <a:cubicBezTo>
                      <a:pt x="4867" y="160"/>
                      <a:pt x="4997" y="168"/>
                      <a:pt x="5127" y="184"/>
                    </a:cubicBezTo>
                    <a:cubicBezTo>
                      <a:pt x="5844" y="269"/>
                      <a:pt x="6138" y="905"/>
                      <a:pt x="5954" y="1434"/>
                    </a:cubicBezTo>
                    <a:cubicBezTo>
                      <a:pt x="5901" y="1587"/>
                      <a:pt x="5813" y="1716"/>
                      <a:pt x="5684" y="1818"/>
                    </a:cubicBezTo>
                    <a:cubicBezTo>
                      <a:pt x="5460" y="1993"/>
                      <a:pt x="5208" y="2089"/>
                      <a:pt x="4925" y="2133"/>
                    </a:cubicBezTo>
                    <a:cubicBezTo>
                      <a:pt x="4804" y="2150"/>
                      <a:pt x="4685" y="2160"/>
                      <a:pt x="4568" y="2160"/>
                    </a:cubicBezTo>
                    <a:cubicBezTo>
                      <a:pt x="4257" y="2160"/>
                      <a:pt x="3958" y="2095"/>
                      <a:pt x="3667" y="1956"/>
                    </a:cubicBezTo>
                    <a:cubicBezTo>
                      <a:pt x="3495" y="1873"/>
                      <a:pt x="3304" y="1831"/>
                      <a:pt x="3145" y="1696"/>
                    </a:cubicBezTo>
                    <a:cubicBezTo>
                      <a:pt x="3165" y="1573"/>
                      <a:pt x="3190" y="1470"/>
                      <a:pt x="3196" y="1366"/>
                    </a:cubicBezTo>
                    <a:cubicBezTo>
                      <a:pt x="3204" y="1247"/>
                      <a:pt x="3217" y="1123"/>
                      <a:pt x="3186" y="1012"/>
                    </a:cubicBezTo>
                    <a:cubicBezTo>
                      <a:pt x="3147" y="874"/>
                      <a:pt x="3178" y="773"/>
                      <a:pt x="3259" y="667"/>
                    </a:cubicBezTo>
                    <a:cubicBezTo>
                      <a:pt x="3402" y="481"/>
                      <a:pt x="3586" y="359"/>
                      <a:pt x="3810" y="295"/>
                    </a:cubicBezTo>
                    <a:cubicBezTo>
                      <a:pt x="4113" y="205"/>
                      <a:pt x="4425" y="160"/>
                      <a:pt x="4737" y="160"/>
                    </a:cubicBezTo>
                    <a:close/>
                    <a:moveTo>
                      <a:pt x="9321" y="928"/>
                    </a:moveTo>
                    <a:cubicBezTo>
                      <a:pt x="9443" y="928"/>
                      <a:pt x="9571" y="951"/>
                      <a:pt x="9684" y="995"/>
                    </a:cubicBezTo>
                    <a:cubicBezTo>
                      <a:pt x="9911" y="1085"/>
                      <a:pt x="10085" y="1250"/>
                      <a:pt x="10217" y="1458"/>
                    </a:cubicBezTo>
                    <a:cubicBezTo>
                      <a:pt x="10266" y="1536"/>
                      <a:pt x="10311" y="1618"/>
                      <a:pt x="10365" y="1693"/>
                    </a:cubicBezTo>
                    <a:cubicBezTo>
                      <a:pt x="10539" y="1932"/>
                      <a:pt x="10514" y="2175"/>
                      <a:pt x="10386" y="2422"/>
                    </a:cubicBezTo>
                    <a:cubicBezTo>
                      <a:pt x="10266" y="2655"/>
                      <a:pt x="10065" y="2734"/>
                      <a:pt x="9813" y="2745"/>
                    </a:cubicBezTo>
                    <a:cubicBezTo>
                      <a:pt x="9786" y="2746"/>
                      <a:pt x="9760" y="2747"/>
                      <a:pt x="9734" y="2747"/>
                    </a:cubicBezTo>
                    <a:cubicBezTo>
                      <a:pt x="9497" y="2747"/>
                      <a:pt x="9278" y="2692"/>
                      <a:pt x="9067" y="2577"/>
                    </a:cubicBezTo>
                    <a:cubicBezTo>
                      <a:pt x="8922" y="2499"/>
                      <a:pt x="8773" y="2425"/>
                      <a:pt x="8631" y="2341"/>
                    </a:cubicBezTo>
                    <a:cubicBezTo>
                      <a:pt x="8566" y="2304"/>
                      <a:pt x="8512" y="2247"/>
                      <a:pt x="8415" y="2166"/>
                    </a:cubicBezTo>
                    <a:cubicBezTo>
                      <a:pt x="8485" y="2118"/>
                      <a:pt x="8517" y="2094"/>
                      <a:pt x="8550" y="2073"/>
                    </a:cubicBezTo>
                    <a:cubicBezTo>
                      <a:pt x="8869" y="1867"/>
                      <a:pt x="8979" y="1546"/>
                      <a:pt x="9022" y="1193"/>
                    </a:cubicBezTo>
                    <a:cubicBezTo>
                      <a:pt x="9051" y="974"/>
                      <a:pt x="9073" y="934"/>
                      <a:pt x="9300" y="928"/>
                    </a:cubicBezTo>
                    <a:cubicBezTo>
                      <a:pt x="9307" y="928"/>
                      <a:pt x="9314" y="928"/>
                      <a:pt x="9321" y="928"/>
                    </a:cubicBezTo>
                    <a:close/>
                    <a:moveTo>
                      <a:pt x="5951" y="1803"/>
                    </a:moveTo>
                    <a:cubicBezTo>
                      <a:pt x="6051" y="1914"/>
                      <a:pt x="6014" y="2031"/>
                      <a:pt x="5976" y="2149"/>
                    </a:cubicBezTo>
                    <a:cubicBezTo>
                      <a:pt x="5915" y="2344"/>
                      <a:pt x="5852" y="2539"/>
                      <a:pt x="5795" y="2737"/>
                    </a:cubicBezTo>
                    <a:cubicBezTo>
                      <a:pt x="5729" y="2955"/>
                      <a:pt x="5771" y="3170"/>
                      <a:pt x="5826" y="3383"/>
                    </a:cubicBezTo>
                    <a:cubicBezTo>
                      <a:pt x="5831" y="3398"/>
                      <a:pt x="5855" y="3408"/>
                      <a:pt x="5874" y="3423"/>
                    </a:cubicBezTo>
                    <a:cubicBezTo>
                      <a:pt x="5958" y="3371"/>
                      <a:pt x="5927" y="3290"/>
                      <a:pt x="5915" y="3227"/>
                    </a:cubicBezTo>
                    <a:cubicBezTo>
                      <a:pt x="5856" y="2940"/>
                      <a:pt x="5931" y="2677"/>
                      <a:pt x="6027" y="2412"/>
                    </a:cubicBezTo>
                    <a:cubicBezTo>
                      <a:pt x="6092" y="2232"/>
                      <a:pt x="6140" y="2047"/>
                      <a:pt x="6197" y="1860"/>
                    </a:cubicBezTo>
                    <a:cubicBezTo>
                      <a:pt x="6703" y="1987"/>
                      <a:pt x="7217" y="2116"/>
                      <a:pt x="7732" y="2247"/>
                    </a:cubicBezTo>
                    <a:cubicBezTo>
                      <a:pt x="7543" y="2326"/>
                      <a:pt x="7350" y="2328"/>
                      <a:pt x="7154" y="2328"/>
                    </a:cubicBezTo>
                    <a:cubicBezTo>
                      <a:pt x="7145" y="2328"/>
                      <a:pt x="7136" y="2328"/>
                      <a:pt x="7127" y="2328"/>
                    </a:cubicBezTo>
                    <a:cubicBezTo>
                      <a:pt x="7018" y="2328"/>
                      <a:pt x="6908" y="2329"/>
                      <a:pt x="6797" y="2343"/>
                    </a:cubicBezTo>
                    <a:cubicBezTo>
                      <a:pt x="6827" y="2364"/>
                      <a:pt x="6856" y="2397"/>
                      <a:pt x="6887" y="2403"/>
                    </a:cubicBezTo>
                    <a:cubicBezTo>
                      <a:pt x="7047" y="2431"/>
                      <a:pt x="7206" y="2449"/>
                      <a:pt x="7364" y="2449"/>
                    </a:cubicBezTo>
                    <a:cubicBezTo>
                      <a:pt x="7593" y="2449"/>
                      <a:pt x="7818" y="2411"/>
                      <a:pt x="8040" y="2313"/>
                    </a:cubicBezTo>
                    <a:cubicBezTo>
                      <a:pt x="8094" y="2289"/>
                      <a:pt x="8149" y="2266"/>
                      <a:pt x="8205" y="2247"/>
                    </a:cubicBezTo>
                    <a:cubicBezTo>
                      <a:pt x="8207" y="2246"/>
                      <a:pt x="8209" y="2246"/>
                      <a:pt x="8211" y="2246"/>
                    </a:cubicBezTo>
                    <a:cubicBezTo>
                      <a:pt x="8221" y="2246"/>
                      <a:pt x="8232" y="2252"/>
                      <a:pt x="8242" y="2253"/>
                    </a:cubicBezTo>
                    <a:cubicBezTo>
                      <a:pt x="8248" y="2265"/>
                      <a:pt x="8262" y="2278"/>
                      <a:pt x="8260" y="2287"/>
                    </a:cubicBezTo>
                    <a:cubicBezTo>
                      <a:pt x="8185" y="2586"/>
                      <a:pt x="8248" y="2877"/>
                      <a:pt x="8292" y="3173"/>
                    </a:cubicBezTo>
                    <a:cubicBezTo>
                      <a:pt x="8316" y="3347"/>
                      <a:pt x="8296" y="3527"/>
                      <a:pt x="8296" y="3722"/>
                    </a:cubicBezTo>
                    <a:cubicBezTo>
                      <a:pt x="8419" y="3675"/>
                      <a:pt x="8436" y="3576"/>
                      <a:pt x="8431" y="3485"/>
                    </a:cubicBezTo>
                    <a:cubicBezTo>
                      <a:pt x="8421" y="3248"/>
                      <a:pt x="8404" y="3009"/>
                      <a:pt x="8376" y="2773"/>
                    </a:cubicBezTo>
                    <a:cubicBezTo>
                      <a:pt x="8362" y="2653"/>
                      <a:pt x="8335" y="2539"/>
                      <a:pt x="8409" y="2412"/>
                    </a:cubicBezTo>
                    <a:cubicBezTo>
                      <a:pt x="8758" y="2578"/>
                      <a:pt x="9106" y="2743"/>
                      <a:pt x="9453" y="2907"/>
                    </a:cubicBezTo>
                    <a:cubicBezTo>
                      <a:pt x="9383" y="2983"/>
                      <a:pt x="9297" y="2989"/>
                      <a:pt x="9203" y="2989"/>
                    </a:cubicBezTo>
                    <a:cubicBezTo>
                      <a:pt x="9185" y="2989"/>
                      <a:pt x="9166" y="2989"/>
                      <a:pt x="9147" y="2989"/>
                    </a:cubicBezTo>
                    <a:cubicBezTo>
                      <a:pt x="9077" y="2989"/>
                      <a:pt x="9004" y="2992"/>
                      <a:pt x="8931" y="3022"/>
                    </a:cubicBezTo>
                    <a:cubicBezTo>
                      <a:pt x="9026" y="3064"/>
                      <a:pt x="9117" y="3080"/>
                      <a:pt x="9205" y="3080"/>
                    </a:cubicBezTo>
                    <a:cubicBezTo>
                      <a:pt x="9412" y="3080"/>
                      <a:pt x="9603" y="2993"/>
                      <a:pt x="9803" y="2964"/>
                    </a:cubicBezTo>
                    <a:cubicBezTo>
                      <a:pt x="9803" y="3016"/>
                      <a:pt x="9810" y="3062"/>
                      <a:pt x="9803" y="3104"/>
                    </a:cubicBezTo>
                    <a:cubicBezTo>
                      <a:pt x="9770" y="3294"/>
                      <a:pt x="9750" y="3483"/>
                      <a:pt x="9810" y="3674"/>
                    </a:cubicBezTo>
                    <a:cubicBezTo>
                      <a:pt x="9845" y="3783"/>
                      <a:pt x="9800" y="3875"/>
                      <a:pt x="9735" y="3969"/>
                    </a:cubicBezTo>
                    <a:cubicBezTo>
                      <a:pt x="9570" y="4215"/>
                      <a:pt x="9411" y="4467"/>
                      <a:pt x="9253" y="4719"/>
                    </a:cubicBezTo>
                    <a:cubicBezTo>
                      <a:pt x="9115" y="4942"/>
                      <a:pt x="9078" y="5191"/>
                      <a:pt x="9088" y="5446"/>
                    </a:cubicBezTo>
                    <a:cubicBezTo>
                      <a:pt x="9105" y="5822"/>
                      <a:pt x="9127" y="6200"/>
                      <a:pt x="9159" y="6576"/>
                    </a:cubicBezTo>
                    <a:cubicBezTo>
                      <a:pt x="9172" y="6729"/>
                      <a:pt x="9151" y="6864"/>
                      <a:pt x="9058" y="6988"/>
                    </a:cubicBezTo>
                    <a:cubicBezTo>
                      <a:pt x="9000" y="7068"/>
                      <a:pt x="8947" y="7152"/>
                      <a:pt x="8892" y="7236"/>
                    </a:cubicBezTo>
                    <a:cubicBezTo>
                      <a:pt x="8814" y="7356"/>
                      <a:pt x="8701" y="7414"/>
                      <a:pt x="8557" y="7419"/>
                    </a:cubicBezTo>
                    <a:cubicBezTo>
                      <a:pt x="8419" y="7422"/>
                      <a:pt x="8280" y="7429"/>
                      <a:pt x="8140" y="7431"/>
                    </a:cubicBezTo>
                    <a:cubicBezTo>
                      <a:pt x="7978" y="7432"/>
                      <a:pt x="7823" y="7468"/>
                      <a:pt x="7684" y="7551"/>
                    </a:cubicBezTo>
                    <a:cubicBezTo>
                      <a:pt x="7358" y="7746"/>
                      <a:pt x="7070" y="7990"/>
                      <a:pt x="6812" y="8268"/>
                    </a:cubicBezTo>
                    <a:cubicBezTo>
                      <a:pt x="6797" y="8284"/>
                      <a:pt x="6790" y="8308"/>
                      <a:pt x="6779" y="8330"/>
                    </a:cubicBezTo>
                    <a:cubicBezTo>
                      <a:pt x="6790" y="8340"/>
                      <a:pt x="6799" y="8349"/>
                      <a:pt x="6809" y="8360"/>
                    </a:cubicBezTo>
                    <a:cubicBezTo>
                      <a:pt x="6868" y="8315"/>
                      <a:pt x="6926" y="8266"/>
                      <a:pt x="6986" y="8223"/>
                    </a:cubicBezTo>
                    <a:cubicBezTo>
                      <a:pt x="7222" y="8050"/>
                      <a:pt x="7454" y="7878"/>
                      <a:pt x="7691" y="7708"/>
                    </a:cubicBezTo>
                    <a:cubicBezTo>
                      <a:pt x="7817" y="7617"/>
                      <a:pt x="7961" y="7575"/>
                      <a:pt x="8121" y="7573"/>
                    </a:cubicBezTo>
                    <a:cubicBezTo>
                      <a:pt x="8293" y="7572"/>
                      <a:pt x="8464" y="7545"/>
                      <a:pt x="8637" y="7542"/>
                    </a:cubicBezTo>
                    <a:cubicBezTo>
                      <a:pt x="8784" y="7539"/>
                      <a:pt x="8889" y="7480"/>
                      <a:pt x="8967" y="7359"/>
                    </a:cubicBezTo>
                    <a:cubicBezTo>
                      <a:pt x="9006" y="7299"/>
                      <a:pt x="9052" y="7243"/>
                      <a:pt x="9100" y="7180"/>
                    </a:cubicBezTo>
                    <a:cubicBezTo>
                      <a:pt x="9150" y="7212"/>
                      <a:pt x="9190" y="7237"/>
                      <a:pt x="9241" y="7270"/>
                    </a:cubicBezTo>
                    <a:cubicBezTo>
                      <a:pt x="9309" y="7068"/>
                      <a:pt x="9322" y="6877"/>
                      <a:pt x="9288" y="6688"/>
                    </a:cubicBezTo>
                    <a:cubicBezTo>
                      <a:pt x="9204" y="6235"/>
                      <a:pt x="9226" y="5777"/>
                      <a:pt x="9211" y="5320"/>
                    </a:cubicBezTo>
                    <a:cubicBezTo>
                      <a:pt x="9205" y="5188"/>
                      <a:pt x="9252" y="5045"/>
                      <a:pt x="9304" y="4919"/>
                    </a:cubicBezTo>
                    <a:cubicBezTo>
                      <a:pt x="9499" y="4454"/>
                      <a:pt x="9801" y="4059"/>
                      <a:pt x="10134" y="3687"/>
                    </a:cubicBezTo>
                    <a:cubicBezTo>
                      <a:pt x="10241" y="3566"/>
                      <a:pt x="10365" y="3519"/>
                      <a:pt x="10506" y="3519"/>
                    </a:cubicBezTo>
                    <a:cubicBezTo>
                      <a:pt x="10566" y="3519"/>
                      <a:pt x="10629" y="3528"/>
                      <a:pt x="10695" y="3543"/>
                    </a:cubicBezTo>
                    <a:cubicBezTo>
                      <a:pt x="10991" y="3611"/>
                      <a:pt x="11154" y="3761"/>
                      <a:pt x="11162" y="4083"/>
                    </a:cubicBezTo>
                    <a:cubicBezTo>
                      <a:pt x="11166" y="4334"/>
                      <a:pt x="11201" y="4587"/>
                      <a:pt x="11255" y="4832"/>
                    </a:cubicBezTo>
                    <a:cubicBezTo>
                      <a:pt x="11366" y="5335"/>
                      <a:pt x="11485" y="5837"/>
                      <a:pt x="11627" y="6332"/>
                    </a:cubicBezTo>
                    <a:cubicBezTo>
                      <a:pt x="11731" y="6690"/>
                      <a:pt x="11743" y="7050"/>
                      <a:pt x="11737" y="7413"/>
                    </a:cubicBezTo>
                    <a:cubicBezTo>
                      <a:pt x="11735" y="7483"/>
                      <a:pt x="11699" y="7554"/>
                      <a:pt x="11674" y="7621"/>
                    </a:cubicBezTo>
                    <a:cubicBezTo>
                      <a:pt x="11470" y="8155"/>
                      <a:pt x="11162" y="8622"/>
                      <a:pt x="10773" y="9039"/>
                    </a:cubicBezTo>
                    <a:cubicBezTo>
                      <a:pt x="10439" y="9398"/>
                      <a:pt x="10100" y="9753"/>
                      <a:pt x="9774" y="10121"/>
                    </a:cubicBezTo>
                    <a:cubicBezTo>
                      <a:pt x="9580" y="10339"/>
                      <a:pt x="9406" y="10573"/>
                      <a:pt x="9228" y="10804"/>
                    </a:cubicBezTo>
                    <a:cubicBezTo>
                      <a:pt x="9045" y="11039"/>
                      <a:pt x="8887" y="11294"/>
                      <a:pt x="8686" y="11513"/>
                    </a:cubicBezTo>
                    <a:cubicBezTo>
                      <a:pt x="8478" y="11738"/>
                      <a:pt x="8257" y="11958"/>
                      <a:pt x="7986" y="12117"/>
                    </a:cubicBezTo>
                    <a:cubicBezTo>
                      <a:pt x="7298" y="12517"/>
                      <a:pt x="6575" y="12825"/>
                      <a:pt x="5789" y="12952"/>
                    </a:cubicBezTo>
                    <a:cubicBezTo>
                      <a:pt x="5657" y="12974"/>
                      <a:pt x="5522" y="12981"/>
                      <a:pt x="5386" y="12981"/>
                    </a:cubicBezTo>
                    <a:cubicBezTo>
                      <a:pt x="5262" y="12981"/>
                      <a:pt x="5138" y="12975"/>
                      <a:pt x="5016" y="12972"/>
                    </a:cubicBezTo>
                    <a:cubicBezTo>
                      <a:pt x="4419" y="12957"/>
                      <a:pt x="3826" y="12906"/>
                      <a:pt x="3249" y="12738"/>
                    </a:cubicBezTo>
                    <a:cubicBezTo>
                      <a:pt x="2976" y="12658"/>
                      <a:pt x="2696" y="12600"/>
                      <a:pt x="2419" y="12534"/>
                    </a:cubicBezTo>
                    <a:cubicBezTo>
                      <a:pt x="2356" y="12519"/>
                      <a:pt x="2291" y="12516"/>
                      <a:pt x="2191" y="12502"/>
                    </a:cubicBezTo>
                    <a:lnTo>
                      <a:pt x="2191" y="12502"/>
                    </a:lnTo>
                    <a:cubicBezTo>
                      <a:pt x="2231" y="12565"/>
                      <a:pt x="2243" y="12600"/>
                      <a:pt x="2270" y="12621"/>
                    </a:cubicBezTo>
                    <a:cubicBezTo>
                      <a:pt x="2294" y="12642"/>
                      <a:pt x="2327" y="12654"/>
                      <a:pt x="2360" y="12661"/>
                    </a:cubicBezTo>
                    <a:cubicBezTo>
                      <a:pt x="2910" y="12783"/>
                      <a:pt x="3439" y="12990"/>
                      <a:pt x="4003" y="13042"/>
                    </a:cubicBezTo>
                    <a:cubicBezTo>
                      <a:pt x="4391" y="13078"/>
                      <a:pt x="4779" y="13114"/>
                      <a:pt x="5167" y="13114"/>
                    </a:cubicBezTo>
                    <a:cubicBezTo>
                      <a:pt x="5440" y="13114"/>
                      <a:pt x="5713" y="13096"/>
                      <a:pt x="5985" y="13047"/>
                    </a:cubicBezTo>
                    <a:cubicBezTo>
                      <a:pt x="6800" y="12900"/>
                      <a:pt x="7538" y="12564"/>
                      <a:pt x="8230" y="12121"/>
                    </a:cubicBezTo>
                    <a:cubicBezTo>
                      <a:pt x="8287" y="12085"/>
                      <a:pt x="8340" y="12046"/>
                      <a:pt x="8413" y="11998"/>
                    </a:cubicBezTo>
                    <a:cubicBezTo>
                      <a:pt x="8424" y="12051"/>
                      <a:pt x="8437" y="12091"/>
                      <a:pt x="8437" y="12132"/>
                    </a:cubicBezTo>
                    <a:cubicBezTo>
                      <a:pt x="8449" y="13650"/>
                      <a:pt x="8463" y="15168"/>
                      <a:pt x="8467" y="16688"/>
                    </a:cubicBezTo>
                    <a:cubicBezTo>
                      <a:pt x="8469" y="17085"/>
                      <a:pt x="8449" y="17482"/>
                      <a:pt x="8431" y="17880"/>
                    </a:cubicBezTo>
                    <a:cubicBezTo>
                      <a:pt x="8415" y="18289"/>
                      <a:pt x="8350" y="18396"/>
                      <a:pt x="7966" y="18516"/>
                    </a:cubicBezTo>
                    <a:cubicBezTo>
                      <a:pt x="7118" y="18778"/>
                      <a:pt x="6263" y="19019"/>
                      <a:pt x="5372" y="19095"/>
                    </a:cubicBezTo>
                    <a:cubicBezTo>
                      <a:pt x="5237" y="19107"/>
                      <a:pt x="5102" y="19112"/>
                      <a:pt x="4968" y="19112"/>
                    </a:cubicBezTo>
                    <a:cubicBezTo>
                      <a:pt x="4559" y="19112"/>
                      <a:pt x="4154" y="19063"/>
                      <a:pt x="3748" y="18996"/>
                    </a:cubicBezTo>
                    <a:cubicBezTo>
                      <a:pt x="3429" y="18944"/>
                      <a:pt x="3103" y="18912"/>
                      <a:pt x="2787" y="18842"/>
                    </a:cubicBezTo>
                    <a:cubicBezTo>
                      <a:pt x="2516" y="18781"/>
                      <a:pt x="2255" y="18681"/>
                      <a:pt x="1991" y="18597"/>
                    </a:cubicBezTo>
                    <a:cubicBezTo>
                      <a:pt x="1952" y="18585"/>
                      <a:pt x="1918" y="18565"/>
                      <a:pt x="1882" y="18547"/>
                    </a:cubicBezTo>
                    <a:cubicBezTo>
                      <a:pt x="1651" y="18438"/>
                      <a:pt x="1516" y="18306"/>
                      <a:pt x="1556" y="18001"/>
                    </a:cubicBezTo>
                    <a:cubicBezTo>
                      <a:pt x="1703" y="16873"/>
                      <a:pt x="1657" y="15737"/>
                      <a:pt x="1664" y="14604"/>
                    </a:cubicBezTo>
                    <a:cubicBezTo>
                      <a:pt x="1669" y="13889"/>
                      <a:pt x="1694" y="13173"/>
                      <a:pt x="1711" y="12445"/>
                    </a:cubicBezTo>
                    <a:cubicBezTo>
                      <a:pt x="1762" y="12453"/>
                      <a:pt x="1814" y="12459"/>
                      <a:pt x="1903" y="12471"/>
                    </a:cubicBezTo>
                    <a:cubicBezTo>
                      <a:pt x="1862" y="12414"/>
                      <a:pt x="1844" y="12384"/>
                      <a:pt x="1822" y="12358"/>
                    </a:cubicBezTo>
                    <a:cubicBezTo>
                      <a:pt x="1810" y="12343"/>
                      <a:pt x="1790" y="12333"/>
                      <a:pt x="1775" y="12321"/>
                    </a:cubicBezTo>
                    <a:cubicBezTo>
                      <a:pt x="1228" y="11943"/>
                      <a:pt x="1324" y="12025"/>
                      <a:pt x="1049" y="11416"/>
                    </a:cubicBezTo>
                    <a:cubicBezTo>
                      <a:pt x="656" y="10541"/>
                      <a:pt x="390" y="9626"/>
                      <a:pt x="206" y="8688"/>
                    </a:cubicBezTo>
                    <a:cubicBezTo>
                      <a:pt x="162" y="8463"/>
                      <a:pt x="146" y="8227"/>
                      <a:pt x="150" y="7996"/>
                    </a:cubicBezTo>
                    <a:cubicBezTo>
                      <a:pt x="158" y="7321"/>
                      <a:pt x="174" y="6645"/>
                      <a:pt x="203" y="5969"/>
                    </a:cubicBezTo>
                    <a:cubicBezTo>
                      <a:pt x="218" y="5593"/>
                      <a:pt x="273" y="5218"/>
                      <a:pt x="294" y="4841"/>
                    </a:cubicBezTo>
                    <a:cubicBezTo>
                      <a:pt x="303" y="4685"/>
                      <a:pt x="291" y="4521"/>
                      <a:pt x="252" y="4370"/>
                    </a:cubicBezTo>
                    <a:cubicBezTo>
                      <a:pt x="149" y="3965"/>
                      <a:pt x="123" y="3561"/>
                      <a:pt x="209" y="3150"/>
                    </a:cubicBezTo>
                    <a:cubicBezTo>
                      <a:pt x="275" y="2833"/>
                      <a:pt x="327" y="2514"/>
                      <a:pt x="389" y="2196"/>
                    </a:cubicBezTo>
                    <a:cubicBezTo>
                      <a:pt x="399" y="2145"/>
                      <a:pt x="422" y="2098"/>
                      <a:pt x="440" y="2047"/>
                    </a:cubicBezTo>
                    <a:cubicBezTo>
                      <a:pt x="830" y="2210"/>
                      <a:pt x="1214" y="2297"/>
                      <a:pt x="1594" y="2297"/>
                    </a:cubicBezTo>
                    <a:cubicBezTo>
                      <a:pt x="2059" y="2297"/>
                      <a:pt x="2519" y="2166"/>
                      <a:pt x="2976" y="1879"/>
                    </a:cubicBezTo>
                    <a:cubicBezTo>
                      <a:pt x="2983" y="1950"/>
                      <a:pt x="2997" y="1999"/>
                      <a:pt x="2992" y="2046"/>
                    </a:cubicBezTo>
                    <a:cubicBezTo>
                      <a:pt x="2965" y="2329"/>
                      <a:pt x="2926" y="2611"/>
                      <a:pt x="2904" y="2895"/>
                    </a:cubicBezTo>
                    <a:cubicBezTo>
                      <a:pt x="2892" y="3053"/>
                      <a:pt x="2893" y="3213"/>
                      <a:pt x="2908" y="3371"/>
                    </a:cubicBezTo>
                    <a:cubicBezTo>
                      <a:pt x="2917" y="3464"/>
                      <a:pt x="2943" y="3564"/>
                      <a:pt x="3052" y="3656"/>
                    </a:cubicBezTo>
                    <a:cubicBezTo>
                      <a:pt x="3052" y="3579"/>
                      <a:pt x="3066" y="3528"/>
                      <a:pt x="3051" y="3488"/>
                    </a:cubicBezTo>
                    <a:cubicBezTo>
                      <a:pt x="2992" y="3341"/>
                      <a:pt x="2991" y="3192"/>
                      <a:pt x="3010" y="3037"/>
                    </a:cubicBezTo>
                    <a:cubicBezTo>
                      <a:pt x="3055" y="2697"/>
                      <a:pt x="3096" y="2355"/>
                      <a:pt x="3138" y="2014"/>
                    </a:cubicBezTo>
                    <a:cubicBezTo>
                      <a:pt x="3141" y="1989"/>
                      <a:pt x="3153" y="1965"/>
                      <a:pt x="3166" y="1921"/>
                    </a:cubicBezTo>
                    <a:cubicBezTo>
                      <a:pt x="3638" y="2099"/>
                      <a:pt x="4088" y="2342"/>
                      <a:pt x="4603" y="2342"/>
                    </a:cubicBezTo>
                    <a:cubicBezTo>
                      <a:pt x="4649" y="2342"/>
                      <a:pt x="4697" y="2340"/>
                      <a:pt x="4745" y="2335"/>
                    </a:cubicBezTo>
                    <a:lnTo>
                      <a:pt x="4745" y="2335"/>
                    </a:lnTo>
                    <a:cubicBezTo>
                      <a:pt x="4637" y="2439"/>
                      <a:pt x="4509" y="2440"/>
                      <a:pt x="4380" y="2446"/>
                    </a:cubicBezTo>
                    <a:cubicBezTo>
                      <a:pt x="4367" y="2447"/>
                      <a:pt x="4354" y="2447"/>
                      <a:pt x="4341" y="2447"/>
                    </a:cubicBezTo>
                    <a:cubicBezTo>
                      <a:pt x="4297" y="2447"/>
                      <a:pt x="4253" y="2445"/>
                      <a:pt x="4206" y="2445"/>
                    </a:cubicBezTo>
                    <a:cubicBezTo>
                      <a:pt x="4135" y="2445"/>
                      <a:pt x="4057" y="2451"/>
                      <a:pt x="3967" y="2482"/>
                    </a:cubicBezTo>
                    <a:cubicBezTo>
                      <a:pt x="4042" y="2523"/>
                      <a:pt x="4077" y="2551"/>
                      <a:pt x="4114" y="2559"/>
                    </a:cubicBezTo>
                    <a:cubicBezTo>
                      <a:pt x="4183" y="2573"/>
                      <a:pt x="4249" y="2580"/>
                      <a:pt x="4315" y="2580"/>
                    </a:cubicBezTo>
                    <a:cubicBezTo>
                      <a:pt x="4547" y="2580"/>
                      <a:pt x="4764" y="2498"/>
                      <a:pt x="4974" y="2391"/>
                    </a:cubicBezTo>
                    <a:cubicBezTo>
                      <a:pt x="5162" y="2295"/>
                      <a:pt x="5349" y="2196"/>
                      <a:pt x="5531" y="2088"/>
                    </a:cubicBezTo>
                    <a:cubicBezTo>
                      <a:pt x="5673" y="2004"/>
                      <a:pt x="5805" y="1903"/>
                      <a:pt x="5951" y="1803"/>
                    </a:cubicBezTo>
                    <a:close/>
                    <a:moveTo>
                      <a:pt x="6831" y="0"/>
                    </a:moveTo>
                    <a:cubicBezTo>
                      <a:pt x="6496" y="0"/>
                      <a:pt x="6203" y="90"/>
                      <a:pt x="5966" y="349"/>
                    </a:cubicBezTo>
                    <a:cubicBezTo>
                      <a:pt x="5960" y="358"/>
                      <a:pt x="5942" y="358"/>
                      <a:pt x="5922" y="364"/>
                    </a:cubicBezTo>
                    <a:cubicBezTo>
                      <a:pt x="5844" y="313"/>
                      <a:pt x="5766" y="245"/>
                      <a:pt x="5678" y="206"/>
                    </a:cubicBezTo>
                    <a:cubicBezTo>
                      <a:pt x="5522" y="136"/>
                      <a:pt x="5363" y="41"/>
                      <a:pt x="5199" y="29"/>
                    </a:cubicBezTo>
                    <a:cubicBezTo>
                      <a:pt x="5029" y="16"/>
                      <a:pt x="4857" y="5"/>
                      <a:pt x="4685" y="5"/>
                    </a:cubicBezTo>
                    <a:cubicBezTo>
                      <a:pt x="4492" y="5"/>
                      <a:pt x="4300" y="19"/>
                      <a:pt x="4110" y="59"/>
                    </a:cubicBezTo>
                    <a:cubicBezTo>
                      <a:pt x="3730" y="142"/>
                      <a:pt x="3357" y="241"/>
                      <a:pt x="3141" y="614"/>
                    </a:cubicBezTo>
                    <a:cubicBezTo>
                      <a:pt x="3108" y="672"/>
                      <a:pt x="3060" y="694"/>
                      <a:pt x="3005" y="694"/>
                    </a:cubicBezTo>
                    <a:cubicBezTo>
                      <a:pt x="2982" y="694"/>
                      <a:pt x="2957" y="690"/>
                      <a:pt x="2932" y="683"/>
                    </a:cubicBezTo>
                    <a:cubicBezTo>
                      <a:pt x="2889" y="671"/>
                      <a:pt x="2845" y="653"/>
                      <a:pt x="2802" y="638"/>
                    </a:cubicBezTo>
                    <a:cubicBezTo>
                      <a:pt x="2506" y="539"/>
                      <a:pt x="2210" y="489"/>
                      <a:pt x="1915" y="489"/>
                    </a:cubicBezTo>
                    <a:cubicBezTo>
                      <a:pt x="1618" y="489"/>
                      <a:pt x="1322" y="539"/>
                      <a:pt x="1025" y="638"/>
                    </a:cubicBezTo>
                    <a:cubicBezTo>
                      <a:pt x="693" y="749"/>
                      <a:pt x="297" y="1276"/>
                      <a:pt x="288" y="1624"/>
                    </a:cubicBezTo>
                    <a:cubicBezTo>
                      <a:pt x="287" y="1663"/>
                      <a:pt x="302" y="1702"/>
                      <a:pt x="302" y="1741"/>
                    </a:cubicBezTo>
                    <a:cubicBezTo>
                      <a:pt x="299" y="1881"/>
                      <a:pt x="308" y="2020"/>
                      <a:pt x="284" y="2155"/>
                    </a:cubicBezTo>
                    <a:cubicBezTo>
                      <a:pt x="222" y="2535"/>
                      <a:pt x="147" y="2911"/>
                      <a:pt x="74" y="3288"/>
                    </a:cubicBezTo>
                    <a:cubicBezTo>
                      <a:pt x="14" y="3599"/>
                      <a:pt x="30" y="3908"/>
                      <a:pt x="98" y="4215"/>
                    </a:cubicBezTo>
                    <a:cubicBezTo>
                      <a:pt x="179" y="4589"/>
                      <a:pt x="168" y="4964"/>
                      <a:pt x="141" y="5344"/>
                    </a:cubicBezTo>
                    <a:cubicBezTo>
                      <a:pt x="84" y="6089"/>
                      <a:pt x="33" y="6838"/>
                      <a:pt x="12" y="7585"/>
                    </a:cubicBezTo>
                    <a:cubicBezTo>
                      <a:pt x="0" y="7975"/>
                      <a:pt x="23" y="8372"/>
                      <a:pt x="92" y="8754"/>
                    </a:cubicBezTo>
                    <a:cubicBezTo>
                      <a:pt x="263" y="9723"/>
                      <a:pt x="564" y="10657"/>
                      <a:pt x="966" y="11555"/>
                    </a:cubicBezTo>
                    <a:cubicBezTo>
                      <a:pt x="1103" y="11860"/>
                      <a:pt x="1247" y="12159"/>
                      <a:pt x="1565" y="12315"/>
                    </a:cubicBezTo>
                    <a:lnTo>
                      <a:pt x="1565" y="12408"/>
                    </a:lnTo>
                    <a:cubicBezTo>
                      <a:pt x="1549" y="13555"/>
                      <a:pt x="1519" y="14702"/>
                      <a:pt x="1522" y="15848"/>
                    </a:cubicBezTo>
                    <a:cubicBezTo>
                      <a:pt x="1526" y="16666"/>
                      <a:pt x="1459" y="17476"/>
                      <a:pt x="1402" y="18289"/>
                    </a:cubicBezTo>
                    <a:cubicBezTo>
                      <a:pt x="1397" y="18337"/>
                      <a:pt x="1429" y="18409"/>
                      <a:pt x="1468" y="18438"/>
                    </a:cubicBezTo>
                    <a:cubicBezTo>
                      <a:pt x="1612" y="18544"/>
                      <a:pt x="1756" y="18660"/>
                      <a:pt x="1916" y="18726"/>
                    </a:cubicBezTo>
                    <a:cubicBezTo>
                      <a:pt x="2179" y="18836"/>
                      <a:pt x="2449" y="18938"/>
                      <a:pt x="2728" y="18990"/>
                    </a:cubicBezTo>
                    <a:cubicBezTo>
                      <a:pt x="3274" y="19092"/>
                      <a:pt x="3826" y="19164"/>
                      <a:pt x="4377" y="19238"/>
                    </a:cubicBezTo>
                    <a:cubicBezTo>
                      <a:pt x="4577" y="19265"/>
                      <a:pt x="4777" y="19278"/>
                      <a:pt x="4977" y="19278"/>
                    </a:cubicBezTo>
                    <a:cubicBezTo>
                      <a:pt x="5241" y="19278"/>
                      <a:pt x="5505" y="19255"/>
                      <a:pt x="5765" y="19211"/>
                    </a:cubicBezTo>
                    <a:cubicBezTo>
                      <a:pt x="6253" y="19127"/>
                      <a:pt x="6737" y="19011"/>
                      <a:pt x="7219" y="18894"/>
                    </a:cubicBezTo>
                    <a:cubicBezTo>
                      <a:pt x="7528" y="18819"/>
                      <a:pt x="7831" y="18720"/>
                      <a:pt x="8134" y="18625"/>
                    </a:cubicBezTo>
                    <a:cubicBezTo>
                      <a:pt x="8403" y="18541"/>
                      <a:pt x="8562" y="18373"/>
                      <a:pt x="8551" y="18073"/>
                    </a:cubicBezTo>
                    <a:cubicBezTo>
                      <a:pt x="8550" y="18001"/>
                      <a:pt x="8575" y="17929"/>
                      <a:pt x="8577" y="17857"/>
                    </a:cubicBezTo>
                    <a:cubicBezTo>
                      <a:pt x="8593" y="16969"/>
                      <a:pt x="8613" y="16081"/>
                      <a:pt x="8620" y="15192"/>
                    </a:cubicBezTo>
                    <a:cubicBezTo>
                      <a:pt x="8625" y="14636"/>
                      <a:pt x="8614" y="14079"/>
                      <a:pt x="8605" y="13521"/>
                    </a:cubicBezTo>
                    <a:cubicBezTo>
                      <a:pt x="8598" y="13011"/>
                      <a:pt x="8583" y="12501"/>
                      <a:pt x="8569" y="11991"/>
                    </a:cubicBezTo>
                    <a:cubicBezTo>
                      <a:pt x="8566" y="11911"/>
                      <a:pt x="8598" y="11859"/>
                      <a:pt x="8652" y="11801"/>
                    </a:cubicBezTo>
                    <a:cubicBezTo>
                      <a:pt x="8773" y="11671"/>
                      <a:pt x="8884" y="11530"/>
                      <a:pt x="8991" y="11387"/>
                    </a:cubicBezTo>
                    <a:cubicBezTo>
                      <a:pt x="9237" y="11059"/>
                      <a:pt x="9460" y="10712"/>
                      <a:pt x="9725" y="10399"/>
                    </a:cubicBezTo>
                    <a:cubicBezTo>
                      <a:pt x="10098" y="9959"/>
                      <a:pt x="10497" y="9542"/>
                      <a:pt x="10887" y="9117"/>
                    </a:cubicBezTo>
                    <a:cubicBezTo>
                      <a:pt x="11310" y="8658"/>
                      <a:pt x="11633" y="8137"/>
                      <a:pt x="11860" y="7558"/>
                    </a:cubicBezTo>
                    <a:cubicBezTo>
                      <a:pt x="11876" y="7515"/>
                      <a:pt x="11893" y="7468"/>
                      <a:pt x="11891" y="7423"/>
                    </a:cubicBezTo>
                    <a:cubicBezTo>
                      <a:pt x="11884" y="7080"/>
                      <a:pt x="11891" y="6738"/>
                      <a:pt x="11789" y="6400"/>
                    </a:cubicBezTo>
                    <a:cubicBezTo>
                      <a:pt x="11641" y="5912"/>
                      <a:pt x="11507" y="5419"/>
                      <a:pt x="11397" y="4922"/>
                    </a:cubicBezTo>
                    <a:cubicBezTo>
                      <a:pt x="11322" y="4587"/>
                      <a:pt x="11294" y="4242"/>
                      <a:pt x="11253" y="3900"/>
                    </a:cubicBezTo>
                    <a:cubicBezTo>
                      <a:pt x="11228" y="3680"/>
                      <a:pt x="11133" y="3527"/>
                      <a:pt x="10907" y="3474"/>
                    </a:cubicBezTo>
                    <a:cubicBezTo>
                      <a:pt x="10856" y="3462"/>
                      <a:pt x="10808" y="3437"/>
                      <a:pt x="10758" y="3416"/>
                    </a:cubicBezTo>
                    <a:cubicBezTo>
                      <a:pt x="10675" y="3380"/>
                      <a:pt x="10595" y="3363"/>
                      <a:pt x="10516" y="3363"/>
                    </a:cubicBezTo>
                    <a:cubicBezTo>
                      <a:pt x="10391" y="3363"/>
                      <a:pt x="10270" y="3405"/>
                      <a:pt x="10154" y="3482"/>
                    </a:cubicBezTo>
                    <a:cubicBezTo>
                      <a:pt x="10095" y="3522"/>
                      <a:pt x="10035" y="3564"/>
                      <a:pt x="9957" y="3621"/>
                    </a:cubicBezTo>
                    <a:cubicBezTo>
                      <a:pt x="9851" y="3387"/>
                      <a:pt x="9926" y="3188"/>
                      <a:pt x="9978" y="2983"/>
                    </a:cubicBezTo>
                    <a:cubicBezTo>
                      <a:pt x="10011" y="2851"/>
                      <a:pt x="10133" y="2850"/>
                      <a:pt x="10220" y="2802"/>
                    </a:cubicBezTo>
                    <a:cubicBezTo>
                      <a:pt x="10449" y="2677"/>
                      <a:pt x="10676" y="2209"/>
                      <a:pt x="10628" y="1951"/>
                    </a:cubicBezTo>
                    <a:cubicBezTo>
                      <a:pt x="10622" y="1926"/>
                      <a:pt x="10616" y="1899"/>
                      <a:pt x="10605" y="1875"/>
                    </a:cubicBezTo>
                    <a:cubicBezTo>
                      <a:pt x="10463" y="1542"/>
                      <a:pt x="10269" y="1243"/>
                      <a:pt x="9986" y="1012"/>
                    </a:cubicBezTo>
                    <a:cubicBezTo>
                      <a:pt x="9796" y="856"/>
                      <a:pt x="9582" y="779"/>
                      <a:pt x="9346" y="779"/>
                    </a:cubicBezTo>
                    <a:cubicBezTo>
                      <a:pt x="9300" y="779"/>
                      <a:pt x="9253" y="782"/>
                      <a:pt x="9205" y="788"/>
                    </a:cubicBezTo>
                    <a:cubicBezTo>
                      <a:pt x="9129" y="797"/>
                      <a:pt x="9049" y="800"/>
                      <a:pt x="8980" y="805"/>
                    </a:cubicBezTo>
                    <a:cubicBezTo>
                      <a:pt x="8959" y="772"/>
                      <a:pt x="8946" y="757"/>
                      <a:pt x="8940" y="739"/>
                    </a:cubicBezTo>
                    <a:cubicBezTo>
                      <a:pt x="8866" y="484"/>
                      <a:pt x="8679" y="362"/>
                      <a:pt x="8440" y="274"/>
                    </a:cubicBezTo>
                    <a:cubicBezTo>
                      <a:pt x="7948" y="92"/>
                      <a:pt x="7441" y="25"/>
                      <a:pt x="6920" y="2"/>
                    </a:cubicBezTo>
                    <a:cubicBezTo>
                      <a:pt x="6890" y="1"/>
                      <a:pt x="6860" y="0"/>
                      <a:pt x="68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3">
                <a:extLst>
                  <a:ext uri="{FF2B5EF4-FFF2-40B4-BE49-F238E27FC236}">
                    <a16:creationId xmlns:a16="http://schemas.microsoft.com/office/drawing/2014/main" id="{8D46D367-05DE-952A-D2EA-A3FA673554E5}"/>
                  </a:ext>
                </a:extLst>
              </p:cNvPr>
              <p:cNvSpPr/>
              <p:nvPr/>
            </p:nvSpPr>
            <p:spPr>
              <a:xfrm>
                <a:off x="1738725" y="1334775"/>
                <a:ext cx="127500" cy="27450"/>
              </a:xfrm>
              <a:custGeom>
                <a:avLst/>
                <a:gdLst/>
                <a:ahLst/>
                <a:cxnLst/>
                <a:rect l="l" t="t" r="r" b="b"/>
                <a:pathLst>
                  <a:path w="5100" h="1098" extrusionOk="0">
                    <a:moveTo>
                      <a:pt x="3575" y="1"/>
                    </a:moveTo>
                    <a:cubicBezTo>
                      <a:pt x="3056" y="1"/>
                      <a:pt x="2543" y="72"/>
                      <a:pt x="2031" y="166"/>
                    </a:cubicBezTo>
                    <a:cubicBezTo>
                      <a:pt x="1453" y="271"/>
                      <a:pt x="901" y="445"/>
                      <a:pt x="389" y="734"/>
                    </a:cubicBezTo>
                    <a:cubicBezTo>
                      <a:pt x="286" y="793"/>
                      <a:pt x="190" y="865"/>
                      <a:pt x="95" y="935"/>
                    </a:cubicBezTo>
                    <a:cubicBezTo>
                      <a:pt x="47" y="970"/>
                      <a:pt x="1" y="1013"/>
                      <a:pt x="47" y="1097"/>
                    </a:cubicBezTo>
                    <a:cubicBezTo>
                      <a:pt x="92" y="1072"/>
                      <a:pt x="137" y="1049"/>
                      <a:pt x="179" y="1021"/>
                    </a:cubicBezTo>
                    <a:lnTo>
                      <a:pt x="179" y="1022"/>
                    </a:lnTo>
                    <a:cubicBezTo>
                      <a:pt x="538" y="781"/>
                      <a:pt x="921" y="587"/>
                      <a:pt x="1330" y="448"/>
                    </a:cubicBezTo>
                    <a:cubicBezTo>
                      <a:pt x="2050" y="203"/>
                      <a:pt x="2796" y="103"/>
                      <a:pt x="3554" y="83"/>
                    </a:cubicBezTo>
                    <a:cubicBezTo>
                      <a:pt x="3583" y="83"/>
                      <a:pt x="3613" y="82"/>
                      <a:pt x="3642" y="82"/>
                    </a:cubicBezTo>
                    <a:cubicBezTo>
                      <a:pt x="3991" y="82"/>
                      <a:pt x="4334" y="124"/>
                      <a:pt x="4673" y="217"/>
                    </a:cubicBezTo>
                    <a:cubicBezTo>
                      <a:pt x="4813" y="256"/>
                      <a:pt x="4957" y="272"/>
                      <a:pt x="5099" y="298"/>
                    </a:cubicBezTo>
                    <a:cubicBezTo>
                      <a:pt x="4882" y="178"/>
                      <a:pt x="4324" y="47"/>
                      <a:pt x="4045" y="22"/>
                    </a:cubicBezTo>
                    <a:cubicBezTo>
                      <a:pt x="3887" y="7"/>
                      <a:pt x="3731" y="1"/>
                      <a:pt x="35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3">
                <a:extLst>
                  <a:ext uri="{FF2B5EF4-FFF2-40B4-BE49-F238E27FC236}">
                    <a16:creationId xmlns:a16="http://schemas.microsoft.com/office/drawing/2014/main" id="{C0D2094C-F6F7-26E1-AC5A-85EA486B5D80}"/>
                  </a:ext>
                </a:extLst>
              </p:cNvPr>
              <p:cNvSpPr/>
              <p:nvPr/>
            </p:nvSpPr>
            <p:spPr>
              <a:xfrm>
                <a:off x="1782875" y="1349925"/>
                <a:ext cx="65650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2626" h="475" extrusionOk="0">
                    <a:moveTo>
                      <a:pt x="2049" y="0"/>
                    </a:moveTo>
                    <a:cubicBezTo>
                      <a:pt x="1795" y="0"/>
                      <a:pt x="1539" y="3"/>
                      <a:pt x="1285" y="20"/>
                    </a:cubicBezTo>
                    <a:cubicBezTo>
                      <a:pt x="922" y="46"/>
                      <a:pt x="568" y="133"/>
                      <a:pt x="224" y="256"/>
                    </a:cubicBezTo>
                    <a:cubicBezTo>
                      <a:pt x="136" y="289"/>
                      <a:pt x="41" y="320"/>
                      <a:pt x="1" y="475"/>
                    </a:cubicBezTo>
                    <a:cubicBezTo>
                      <a:pt x="427" y="271"/>
                      <a:pt x="853" y="175"/>
                      <a:pt x="1285" y="131"/>
                    </a:cubicBezTo>
                    <a:cubicBezTo>
                      <a:pt x="1716" y="88"/>
                      <a:pt x="2152" y="79"/>
                      <a:pt x="2625" y="53"/>
                    </a:cubicBezTo>
                    <a:cubicBezTo>
                      <a:pt x="2508" y="31"/>
                      <a:pt x="2421" y="1"/>
                      <a:pt x="2336" y="1"/>
                    </a:cubicBezTo>
                    <a:cubicBezTo>
                      <a:pt x="2240" y="1"/>
                      <a:pt x="2145" y="0"/>
                      <a:pt x="20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3">
                <a:extLst>
                  <a:ext uri="{FF2B5EF4-FFF2-40B4-BE49-F238E27FC236}">
                    <a16:creationId xmlns:a16="http://schemas.microsoft.com/office/drawing/2014/main" id="{57EF9ECE-3FF7-4D52-0125-E2B89239B390}"/>
                  </a:ext>
                </a:extLst>
              </p:cNvPr>
              <p:cNvSpPr/>
              <p:nvPr/>
            </p:nvSpPr>
            <p:spPr>
              <a:xfrm>
                <a:off x="1713950" y="1304475"/>
                <a:ext cx="25375" cy="5800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232" extrusionOk="0">
                    <a:moveTo>
                      <a:pt x="1014" y="0"/>
                    </a:moveTo>
                    <a:lnTo>
                      <a:pt x="1014" y="0"/>
                    </a:lnTo>
                    <a:cubicBezTo>
                      <a:pt x="818" y="80"/>
                      <a:pt x="618" y="106"/>
                      <a:pt x="416" y="106"/>
                    </a:cubicBezTo>
                    <a:cubicBezTo>
                      <a:pt x="278" y="106"/>
                      <a:pt x="139" y="94"/>
                      <a:pt x="0" y="78"/>
                    </a:cubicBezTo>
                    <a:lnTo>
                      <a:pt x="0" y="78"/>
                    </a:lnTo>
                    <a:cubicBezTo>
                      <a:pt x="103" y="182"/>
                      <a:pt x="261" y="231"/>
                      <a:pt x="428" y="231"/>
                    </a:cubicBezTo>
                    <a:cubicBezTo>
                      <a:pt x="642" y="231"/>
                      <a:pt x="870" y="150"/>
                      <a:pt x="10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3">
                <a:extLst>
                  <a:ext uri="{FF2B5EF4-FFF2-40B4-BE49-F238E27FC236}">
                    <a16:creationId xmlns:a16="http://schemas.microsoft.com/office/drawing/2014/main" id="{E561B785-C3A5-7792-D774-B6FBAD2B6122}"/>
                  </a:ext>
                </a:extLst>
              </p:cNvPr>
              <p:cNvSpPr/>
              <p:nvPr/>
            </p:nvSpPr>
            <p:spPr>
              <a:xfrm>
                <a:off x="1811425" y="1358575"/>
                <a:ext cx="13150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526" h="99" extrusionOk="0">
                    <a:moveTo>
                      <a:pt x="397" y="1"/>
                    </a:moveTo>
                    <a:cubicBezTo>
                      <a:pt x="259" y="1"/>
                      <a:pt x="128" y="38"/>
                      <a:pt x="1" y="96"/>
                    </a:cubicBezTo>
                    <a:cubicBezTo>
                      <a:pt x="32" y="97"/>
                      <a:pt x="64" y="98"/>
                      <a:pt x="95" y="98"/>
                    </a:cubicBezTo>
                    <a:cubicBezTo>
                      <a:pt x="243" y="98"/>
                      <a:pt x="388" y="80"/>
                      <a:pt x="526" y="12"/>
                    </a:cubicBezTo>
                    <a:cubicBezTo>
                      <a:pt x="482" y="4"/>
                      <a:pt x="439" y="1"/>
                      <a:pt x="3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3">
                <a:extLst>
                  <a:ext uri="{FF2B5EF4-FFF2-40B4-BE49-F238E27FC236}">
                    <a16:creationId xmlns:a16="http://schemas.microsoft.com/office/drawing/2014/main" id="{3CBD880E-AAC1-5564-9FD8-1A11113B3954}"/>
                  </a:ext>
                </a:extLst>
              </p:cNvPr>
              <p:cNvSpPr/>
              <p:nvPr/>
            </p:nvSpPr>
            <p:spPr>
              <a:xfrm>
                <a:off x="1796125" y="1314100"/>
                <a:ext cx="3075" cy="120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48" extrusionOk="0">
                    <a:moveTo>
                      <a:pt x="3" y="1"/>
                    </a:moveTo>
                    <a:cubicBezTo>
                      <a:pt x="2" y="16"/>
                      <a:pt x="0" y="31"/>
                      <a:pt x="0" y="47"/>
                    </a:cubicBezTo>
                    <a:cubicBezTo>
                      <a:pt x="41" y="46"/>
                      <a:pt x="82" y="43"/>
                      <a:pt x="122" y="41"/>
                    </a:cubicBezTo>
                    <a:lnTo>
                      <a:pt x="122" y="10"/>
                    </a:lnTo>
                    <a:cubicBezTo>
                      <a:pt x="82" y="7"/>
                      <a:pt x="43" y="4"/>
                      <a:pt x="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4" name="Google Shape;274;p33">
            <a:extLst>
              <a:ext uri="{FF2B5EF4-FFF2-40B4-BE49-F238E27FC236}">
                <a16:creationId xmlns:a16="http://schemas.microsoft.com/office/drawing/2014/main" id="{5E154E9E-E6C7-642A-C643-D78AEE94A244}"/>
              </a:ext>
            </a:extLst>
          </p:cNvPr>
          <p:cNvSpPr/>
          <p:nvPr/>
        </p:nvSpPr>
        <p:spPr>
          <a:xfrm>
            <a:off x="7401431" y="3374063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275" name="Google Shape;275;p33">
            <a:extLst>
              <a:ext uri="{FF2B5EF4-FFF2-40B4-BE49-F238E27FC236}">
                <a16:creationId xmlns:a16="http://schemas.microsoft.com/office/drawing/2014/main" id="{A32C06AA-ED0E-8AF3-939D-04EEFA884347}"/>
              </a:ext>
            </a:extLst>
          </p:cNvPr>
          <p:cNvGrpSpPr/>
          <p:nvPr/>
        </p:nvGrpSpPr>
        <p:grpSpPr>
          <a:xfrm>
            <a:off x="7632713" y="3293438"/>
            <a:ext cx="646537" cy="1270351"/>
            <a:chOff x="1997386" y="332334"/>
            <a:chExt cx="667290" cy="1310991"/>
          </a:xfrm>
        </p:grpSpPr>
        <p:sp>
          <p:nvSpPr>
            <p:cNvPr id="276" name="Google Shape;276;p33">
              <a:extLst>
                <a:ext uri="{FF2B5EF4-FFF2-40B4-BE49-F238E27FC236}">
                  <a16:creationId xmlns:a16="http://schemas.microsoft.com/office/drawing/2014/main" id="{5235E226-ADB5-C7DE-D799-5C4A5BFD979B}"/>
                </a:ext>
              </a:extLst>
            </p:cNvPr>
            <p:cNvSpPr/>
            <p:nvPr/>
          </p:nvSpPr>
          <p:spPr>
            <a:xfrm>
              <a:off x="1997471" y="332350"/>
              <a:ext cx="667148" cy="1310975"/>
            </a:xfrm>
            <a:custGeom>
              <a:avLst/>
              <a:gdLst/>
              <a:ahLst/>
              <a:cxnLst/>
              <a:rect l="l" t="t" r="r" b="b"/>
              <a:pathLst>
                <a:path w="9440" h="18550" extrusionOk="0">
                  <a:moveTo>
                    <a:pt x="4288" y="1"/>
                  </a:moveTo>
                  <a:cubicBezTo>
                    <a:pt x="4149" y="1"/>
                    <a:pt x="4011" y="35"/>
                    <a:pt x="3873" y="90"/>
                  </a:cubicBezTo>
                  <a:cubicBezTo>
                    <a:pt x="3730" y="147"/>
                    <a:pt x="3630" y="239"/>
                    <a:pt x="3606" y="395"/>
                  </a:cubicBezTo>
                  <a:cubicBezTo>
                    <a:pt x="3564" y="656"/>
                    <a:pt x="3526" y="918"/>
                    <a:pt x="3486" y="1179"/>
                  </a:cubicBezTo>
                  <a:cubicBezTo>
                    <a:pt x="3477" y="1239"/>
                    <a:pt x="3510" y="1313"/>
                    <a:pt x="3433" y="1374"/>
                  </a:cubicBezTo>
                  <a:cubicBezTo>
                    <a:pt x="3402" y="1311"/>
                    <a:pt x="3373" y="1259"/>
                    <a:pt x="3349" y="1205"/>
                  </a:cubicBezTo>
                  <a:cubicBezTo>
                    <a:pt x="3274" y="1037"/>
                    <a:pt x="3205" y="867"/>
                    <a:pt x="3124" y="702"/>
                  </a:cubicBezTo>
                  <a:cubicBezTo>
                    <a:pt x="3021" y="494"/>
                    <a:pt x="2874" y="398"/>
                    <a:pt x="2668" y="398"/>
                  </a:cubicBezTo>
                  <a:cubicBezTo>
                    <a:pt x="2626" y="398"/>
                    <a:pt x="2582" y="402"/>
                    <a:pt x="2536" y="410"/>
                  </a:cubicBezTo>
                  <a:cubicBezTo>
                    <a:pt x="2374" y="437"/>
                    <a:pt x="2247" y="516"/>
                    <a:pt x="2141" y="642"/>
                  </a:cubicBezTo>
                  <a:cubicBezTo>
                    <a:pt x="1928" y="899"/>
                    <a:pt x="1799" y="1194"/>
                    <a:pt x="1735" y="1520"/>
                  </a:cubicBezTo>
                  <a:cubicBezTo>
                    <a:pt x="1679" y="1805"/>
                    <a:pt x="1619" y="2089"/>
                    <a:pt x="1553" y="2410"/>
                  </a:cubicBezTo>
                  <a:cubicBezTo>
                    <a:pt x="1432" y="2222"/>
                    <a:pt x="1346" y="2069"/>
                    <a:pt x="1240" y="1930"/>
                  </a:cubicBezTo>
                  <a:cubicBezTo>
                    <a:pt x="1133" y="1789"/>
                    <a:pt x="995" y="1684"/>
                    <a:pt x="827" y="1684"/>
                  </a:cubicBezTo>
                  <a:cubicBezTo>
                    <a:pt x="790" y="1684"/>
                    <a:pt x="751" y="1689"/>
                    <a:pt x="712" y="1700"/>
                  </a:cubicBezTo>
                  <a:cubicBezTo>
                    <a:pt x="488" y="1760"/>
                    <a:pt x="320" y="1915"/>
                    <a:pt x="275" y="2144"/>
                  </a:cubicBezTo>
                  <a:cubicBezTo>
                    <a:pt x="222" y="2416"/>
                    <a:pt x="194" y="2696"/>
                    <a:pt x="180" y="2974"/>
                  </a:cubicBezTo>
                  <a:cubicBezTo>
                    <a:pt x="164" y="3326"/>
                    <a:pt x="171" y="3681"/>
                    <a:pt x="170" y="4035"/>
                  </a:cubicBezTo>
                  <a:cubicBezTo>
                    <a:pt x="167" y="4327"/>
                    <a:pt x="176" y="4620"/>
                    <a:pt x="164" y="4911"/>
                  </a:cubicBezTo>
                  <a:cubicBezTo>
                    <a:pt x="123" y="5856"/>
                    <a:pt x="72" y="6800"/>
                    <a:pt x="36" y="7744"/>
                  </a:cubicBezTo>
                  <a:cubicBezTo>
                    <a:pt x="23" y="8131"/>
                    <a:pt x="0" y="8524"/>
                    <a:pt x="45" y="8907"/>
                  </a:cubicBezTo>
                  <a:cubicBezTo>
                    <a:pt x="137" y="9709"/>
                    <a:pt x="254" y="10510"/>
                    <a:pt x="393" y="11306"/>
                  </a:cubicBezTo>
                  <a:cubicBezTo>
                    <a:pt x="509" y="11960"/>
                    <a:pt x="739" y="12577"/>
                    <a:pt x="1174" y="13097"/>
                  </a:cubicBezTo>
                  <a:cubicBezTo>
                    <a:pt x="1231" y="13165"/>
                    <a:pt x="1283" y="13237"/>
                    <a:pt x="1328" y="13312"/>
                  </a:cubicBezTo>
                  <a:cubicBezTo>
                    <a:pt x="1358" y="13363"/>
                    <a:pt x="1388" y="13420"/>
                    <a:pt x="1394" y="13477"/>
                  </a:cubicBezTo>
                  <a:cubicBezTo>
                    <a:pt x="1418" y="13685"/>
                    <a:pt x="1433" y="13895"/>
                    <a:pt x="1447" y="14106"/>
                  </a:cubicBezTo>
                  <a:cubicBezTo>
                    <a:pt x="1478" y="14554"/>
                    <a:pt x="1511" y="15001"/>
                    <a:pt x="1535" y="15450"/>
                  </a:cubicBezTo>
                  <a:cubicBezTo>
                    <a:pt x="1576" y="16190"/>
                    <a:pt x="1612" y="16929"/>
                    <a:pt x="1643" y="17671"/>
                  </a:cubicBezTo>
                  <a:cubicBezTo>
                    <a:pt x="1648" y="17776"/>
                    <a:pt x="1681" y="17852"/>
                    <a:pt x="1756" y="17918"/>
                  </a:cubicBezTo>
                  <a:cubicBezTo>
                    <a:pt x="2140" y="18260"/>
                    <a:pt x="2601" y="18443"/>
                    <a:pt x="3100" y="18508"/>
                  </a:cubicBezTo>
                  <a:cubicBezTo>
                    <a:pt x="3329" y="18537"/>
                    <a:pt x="3560" y="18550"/>
                    <a:pt x="3790" y="18550"/>
                  </a:cubicBezTo>
                  <a:cubicBezTo>
                    <a:pt x="4103" y="18550"/>
                    <a:pt x="4416" y="18526"/>
                    <a:pt x="4728" y="18488"/>
                  </a:cubicBezTo>
                  <a:cubicBezTo>
                    <a:pt x="4958" y="18460"/>
                    <a:pt x="5187" y="18430"/>
                    <a:pt x="5412" y="18380"/>
                  </a:cubicBezTo>
                  <a:cubicBezTo>
                    <a:pt x="5717" y="18313"/>
                    <a:pt x="6017" y="18224"/>
                    <a:pt x="6320" y="18146"/>
                  </a:cubicBezTo>
                  <a:cubicBezTo>
                    <a:pt x="6827" y="18016"/>
                    <a:pt x="7334" y="17884"/>
                    <a:pt x="7782" y="17593"/>
                  </a:cubicBezTo>
                  <a:cubicBezTo>
                    <a:pt x="7860" y="17543"/>
                    <a:pt x="7935" y="17489"/>
                    <a:pt x="8008" y="17439"/>
                  </a:cubicBezTo>
                  <a:cubicBezTo>
                    <a:pt x="7869" y="16734"/>
                    <a:pt x="7851" y="16041"/>
                    <a:pt x="7812" y="15349"/>
                  </a:cubicBezTo>
                  <a:cubicBezTo>
                    <a:pt x="7785" y="14887"/>
                    <a:pt x="7773" y="14425"/>
                    <a:pt x="7747" y="13964"/>
                  </a:cubicBezTo>
                  <a:cubicBezTo>
                    <a:pt x="7738" y="13820"/>
                    <a:pt x="7735" y="13693"/>
                    <a:pt x="7891" y="13624"/>
                  </a:cubicBezTo>
                  <a:cubicBezTo>
                    <a:pt x="7915" y="13613"/>
                    <a:pt x="7932" y="13588"/>
                    <a:pt x="7950" y="13568"/>
                  </a:cubicBezTo>
                  <a:cubicBezTo>
                    <a:pt x="8088" y="13420"/>
                    <a:pt x="8220" y="13265"/>
                    <a:pt x="8364" y="13121"/>
                  </a:cubicBezTo>
                  <a:cubicBezTo>
                    <a:pt x="8536" y="12952"/>
                    <a:pt x="8664" y="12757"/>
                    <a:pt x="8746" y="12527"/>
                  </a:cubicBezTo>
                  <a:cubicBezTo>
                    <a:pt x="9021" y="11765"/>
                    <a:pt x="9222" y="10983"/>
                    <a:pt x="9356" y="10183"/>
                  </a:cubicBezTo>
                  <a:cubicBezTo>
                    <a:pt x="9440" y="9685"/>
                    <a:pt x="9429" y="9201"/>
                    <a:pt x="9284" y="8711"/>
                  </a:cubicBezTo>
                  <a:cubicBezTo>
                    <a:pt x="9049" y="7930"/>
                    <a:pt x="8905" y="7127"/>
                    <a:pt x="8788" y="6318"/>
                  </a:cubicBezTo>
                  <a:cubicBezTo>
                    <a:pt x="8751" y="6057"/>
                    <a:pt x="8710" y="5795"/>
                    <a:pt x="8665" y="5534"/>
                  </a:cubicBezTo>
                  <a:cubicBezTo>
                    <a:pt x="8634" y="5357"/>
                    <a:pt x="8560" y="5196"/>
                    <a:pt x="8439" y="5061"/>
                  </a:cubicBezTo>
                  <a:cubicBezTo>
                    <a:pt x="8338" y="4948"/>
                    <a:pt x="8221" y="4892"/>
                    <a:pt x="8091" y="4892"/>
                  </a:cubicBezTo>
                  <a:cubicBezTo>
                    <a:pt x="8031" y="4892"/>
                    <a:pt x="7968" y="4904"/>
                    <a:pt x="7903" y="4927"/>
                  </a:cubicBezTo>
                  <a:cubicBezTo>
                    <a:pt x="7849" y="4948"/>
                    <a:pt x="7797" y="4974"/>
                    <a:pt x="7722" y="5007"/>
                  </a:cubicBezTo>
                  <a:cubicBezTo>
                    <a:pt x="7696" y="4912"/>
                    <a:pt x="7671" y="4837"/>
                    <a:pt x="7656" y="4759"/>
                  </a:cubicBezTo>
                  <a:cubicBezTo>
                    <a:pt x="7563" y="4266"/>
                    <a:pt x="7465" y="3772"/>
                    <a:pt x="7381" y="3277"/>
                  </a:cubicBezTo>
                  <a:cubicBezTo>
                    <a:pt x="7312" y="2869"/>
                    <a:pt x="7232" y="2464"/>
                    <a:pt x="7226" y="2045"/>
                  </a:cubicBezTo>
                  <a:cubicBezTo>
                    <a:pt x="7222" y="1728"/>
                    <a:pt x="7142" y="1412"/>
                    <a:pt x="7088" y="1098"/>
                  </a:cubicBezTo>
                  <a:cubicBezTo>
                    <a:pt x="7061" y="939"/>
                    <a:pt x="6979" y="807"/>
                    <a:pt x="6848" y="707"/>
                  </a:cubicBezTo>
                  <a:cubicBezTo>
                    <a:pt x="6727" y="614"/>
                    <a:pt x="6595" y="570"/>
                    <a:pt x="6471" y="570"/>
                  </a:cubicBezTo>
                  <a:cubicBezTo>
                    <a:pt x="6234" y="570"/>
                    <a:pt x="6025" y="728"/>
                    <a:pt x="5968" y="1008"/>
                  </a:cubicBezTo>
                  <a:cubicBezTo>
                    <a:pt x="5896" y="1359"/>
                    <a:pt x="5839" y="1718"/>
                    <a:pt x="5815" y="2075"/>
                  </a:cubicBezTo>
                  <a:cubicBezTo>
                    <a:pt x="5779" y="2617"/>
                    <a:pt x="5779" y="3163"/>
                    <a:pt x="5762" y="3706"/>
                  </a:cubicBezTo>
                  <a:cubicBezTo>
                    <a:pt x="5759" y="3762"/>
                    <a:pt x="5749" y="3816"/>
                    <a:pt x="5743" y="3871"/>
                  </a:cubicBezTo>
                  <a:cubicBezTo>
                    <a:pt x="5705" y="3850"/>
                    <a:pt x="5695" y="3832"/>
                    <a:pt x="5692" y="3813"/>
                  </a:cubicBezTo>
                  <a:cubicBezTo>
                    <a:pt x="5622" y="3322"/>
                    <a:pt x="5544" y="2831"/>
                    <a:pt x="5489" y="2338"/>
                  </a:cubicBezTo>
                  <a:cubicBezTo>
                    <a:pt x="5417" y="1706"/>
                    <a:pt x="5247" y="1100"/>
                    <a:pt x="5033" y="504"/>
                  </a:cubicBezTo>
                  <a:cubicBezTo>
                    <a:pt x="4955" y="284"/>
                    <a:pt x="4802" y="141"/>
                    <a:pt x="4587" y="57"/>
                  </a:cubicBezTo>
                  <a:cubicBezTo>
                    <a:pt x="4486" y="18"/>
                    <a:pt x="4387" y="1"/>
                    <a:pt x="4288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" name="Google Shape;277;p33">
              <a:extLst>
                <a:ext uri="{FF2B5EF4-FFF2-40B4-BE49-F238E27FC236}">
                  <a16:creationId xmlns:a16="http://schemas.microsoft.com/office/drawing/2014/main" id="{0FE6317E-5457-91C0-7A31-5575F4FE2EAA}"/>
                </a:ext>
              </a:extLst>
            </p:cNvPr>
            <p:cNvGrpSpPr/>
            <p:nvPr/>
          </p:nvGrpSpPr>
          <p:grpSpPr>
            <a:xfrm>
              <a:off x="1997386" y="332334"/>
              <a:ext cx="667290" cy="1310975"/>
              <a:chOff x="1038625" y="1235125"/>
              <a:chExt cx="236050" cy="463750"/>
            </a:xfrm>
          </p:grpSpPr>
          <p:sp>
            <p:nvSpPr>
              <p:cNvPr id="278" name="Google Shape;278;p33">
                <a:extLst>
                  <a:ext uri="{FF2B5EF4-FFF2-40B4-BE49-F238E27FC236}">
                    <a16:creationId xmlns:a16="http://schemas.microsoft.com/office/drawing/2014/main" id="{174A0C69-BA35-5782-0A8A-E883E747680E}"/>
                  </a:ext>
                </a:extLst>
              </p:cNvPr>
              <p:cNvSpPr/>
              <p:nvPr/>
            </p:nvSpPr>
            <p:spPr>
              <a:xfrm>
                <a:off x="1043050" y="1238075"/>
                <a:ext cx="228425" cy="454875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18195" extrusionOk="0">
                    <a:moveTo>
                      <a:pt x="4116" y="7959"/>
                    </a:moveTo>
                    <a:cubicBezTo>
                      <a:pt x="4262" y="7959"/>
                      <a:pt x="4415" y="7980"/>
                      <a:pt x="4537" y="8028"/>
                    </a:cubicBezTo>
                    <a:lnTo>
                      <a:pt x="3723" y="8028"/>
                    </a:lnTo>
                    <a:cubicBezTo>
                      <a:pt x="3815" y="7983"/>
                      <a:pt x="3961" y="7959"/>
                      <a:pt x="4116" y="7959"/>
                    </a:cubicBezTo>
                    <a:close/>
                    <a:moveTo>
                      <a:pt x="4233" y="7647"/>
                    </a:moveTo>
                    <a:cubicBezTo>
                      <a:pt x="4495" y="7647"/>
                      <a:pt x="4758" y="7656"/>
                      <a:pt x="5020" y="7666"/>
                    </a:cubicBezTo>
                    <a:cubicBezTo>
                      <a:pt x="5303" y="7678"/>
                      <a:pt x="5584" y="7746"/>
                      <a:pt x="5866" y="7791"/>
                    </a:cubicBezTo>
                    <a:cubicBezTo>
                      <a:pt x="5888" y="7794"/>
                      <a:pt x="5908" y="7818"/>
                      <a:pt x="5962" y="7855"/>
                    </a:cubicBezTo>
                    <a:cubicBezTo>
                      <a:pt x="5900" y="7855"/>
                      <a:pt x="5854" y="7860"/>
                      <a:pt x="5814" y="7860"/>
                    </a:cubicBezTo>
                    <a:cubicBezTo>
                      <a:pt x="5792" y="7860"/>
                      <a:pt x="5772" y="7858"/>
                      <a:pt x="5752" y="7854"/>
                    </a:cubicBezTo>
                    <a:cubicBezTo>
                      <a:pt x="5405" y="7771"/>
                      <a:pt x="5056" y="7749"/>
                      <a:pt x="4706" y="7749"/>
                    </a:cubicBezTo>
                    <a:cubicBezTo>
                      <a:pt x="4467" y="7749"/>
                      <a:pt x="4227" y="7759"/>
                      <a:pt x="3987" y="7767"/>
                    </a:cubicBezTo>
                    <a:cubicBezTo>
                      <a:pt x="3221" y="7789"/>
                      <a:pt x="2475" y="7911"/>
                      <a:pt x="1740" y="8125"/>
                    </a:cubicBezTo>
                    <a:cubicBezTo>
                      <a:pt x="1610" y="8164"/>
                      <a:pt x="1480" y="8208"/>
                      <a:pt x="1338" y="8208"/>
                    </a:cubicBezTo>
                    <a:cubicBezTo>
                      <a:pt x="1291" y="8208"/>
                      <a:pt x="1242" y="8203"/>
                      <a:pt x="1192" y="8191"/>
                    </a:cubicBezTo>
                    <a:cubicBezTo>
                      <a:pt x="1248" y="8166"/>
                      <a:pt x="1302" y="8128"/>
                      <a:pt x="1360" y="8115"/>
                    </a:cubicBezTo>
                    <a:cubicBezTo>
                      <a:pt x="1882" y="7989"/>
                      <a:pt x="2398" y="7843"/>
                      <a:pt x="2927" y="7749"/>
                    </a:cubicBezTo>
                    <a:cubicBezTo>
                      <a:pt x="3359" y="7671"/>
                      <a:pt x="3796" y="7647"/>
                      <a:pt x="4233" y="7647"/>
                    </a:cubicBezTo>
                    <a:close/>
                    <a:moveTo>
                      <a:pt x="6237" y="9740"/>
                    </a:moveTo>
                    <a:cubicBezTo>
                      <a:pt x="6248" y="9740"/>
                      <a:pt x="6260" y="9742"/>
                      <a:pt x="6273" y="9744"/>
                    </a:cubicBezTo>
                    <a:lnTo>
                      <a:pt x="6274" y="9744"/>
                    </a:lnTo>
                    <a:cubicBezTo>
                      <a:pt x="6277" y="9831"/>
                      <a:pt x="6217" y="9875"/>
                      <a:pt x="6169" y="9926"/>
                    </a:cubicBezTo>
                    <a:cubicBezTo>
                      <a:pt x="6003" y="10104"/>
                      <a:pt x="5836" y="10281"/>
                      <a:pt x="5669" y="10460"/>
                    </a:cubicBezTo>
                    <a:cubicBezTo>
                      <a:pt x="5429" y="10718"/>
                      <a:pt x="5320" y="11035"/>
                      <a:pt x="5270" y="11377"/>
                    </a:cubicBezTo>
                    <a:cubicBezTo>
                      <a:pt x="5257" y="11470"/>
                      <a:pt x="5240" y="11561"/>
                      <a:pt x="5225" y="11654"/>
                    </a:cubicBezTo>
                    <a:cubicBezTo>
                      <a:pt x="5212" y="11653"/>
                      <a:pt x="5198" y="11651"/>
                      <a:pt x="5185" y="11648"/>
                    </a:cubicBezTo>
                    <a:cubicBezTo>
                      <a:pt x="5176" y="11569"/>
                      <a:pt x="5153" y="11489"/>
                      <a:pt x="5161" y="11411"/>
                    </a:cubicBezTo>
                    <a:cubicBezTo>
                      <a:pt x="5201" y="11021"/>
                      <a:pt x="5303" y="10652"/>
                      <a:pt x="5581" y="10356"/>
                    </a:cubicBezTo>
                    <a:cubicBezTo>
                      <a:pt x="5749" y="10178"/>
                      <a:pt x="5919" y="10002"/>
                      <a:pt x="6090" y="9828"/>
                    </a:cubicBezTo>
                    <a:cubicBezTo>
                      <a:pt x="6128" y="9789"/>
                      <a:pt x="6166" y="9740"/>
                      <a:pt x="6237" y="9740"/>
                    </a:cubicBezTo>
                    <a:close/>
                    <a:moveTo>
                      <a:pt x="1269" y="8753"/>
                    </a:moveTo>
                    <a:cubicBezTo>
                      <a:pt x="1325" y="8753"/>
                      <a:pt x="1368" y="8781"/>
                      <a:pt x="1410" y="8805"/>
                    </a:cubicBezTo>
                    <a:lnTo>
                      <a:pt x="1410" y="8807"/>
                    </a:lnTo>
                    <a:cubicBezTo>
                      <a:pt x="1741" y="8996"/>
                      <a:pt x="2050" y="9216"/>
                      <a:pt x="2328" y="9480"/>
                    </a:cubicBezTo>
                    <a:cubicBezTo>
                      <a:pt x="2475" y="9620"/>
                      <a:pt x="2622" y="9761"/>
                      <a:pt x="2769" y="9903"/>
                    </a:cubicBezTo>
                    <a:cubicBezTo>
                      <a:pt x="3489" y="10609"/>
                      <a:pt x="4061" y="11423"/>
                      <a:pt x="4522" y="12318"/>
                    </a:cubicBezTo>
                    <a:cubicBezTo>
                      <a:pt x="4559" y="12394"/>
                      <a:pt x="4588" y="12475"/>
                      <a:pt x="4621" y="12555"/>
                    </a:cubicBezTo>
                    <a:cubicBezTo>
                      <a:pt x="4601" y="12564"/>
                      <a:pt x="4583" y="12573"/>
                      <a:pt x="4565" y="12582"/>
                    </a:cubicBezTo>
                    <a:cubicBezTo>
                      <a:pt x="4534" y="12525"/>
                      <a:pt x="4501" y="12469"/>
                      <a:pt x="4471" y="12412"/>
                    </a:cubicBezTo>
                    <a:cubicBezTo>
                      <a:pt x="3857" y="11192"/>
                      <a:pt x="3032" y="10142"/>
                      <a:pt x="1956" y="9296"/>
                    </a:cubicBezTo>
                    <a:cubicBezTo>
                      <a:pt x="1765" y="9147"/>
                      <a:pt x="1545" y="9035"/>
                      <a:pt x="1338" y="8906"/>
                    </a:cubicBezTo>
                    <a:cubicBezTo>
                      <a:pt x="1284" y="8871"/>
                      <a:pt x="1231" y="8837"/>
                      <a:pt x="1156" y="8789"/>
                    </a:cubicBezTo>
                    <a:cubicBezTo>
                      <a:pt x="1200" y="8763"/>
                      <a:pt x="1237" y="8753"/>
                      <a:pt x="1269" y="8753"/>
                    </a:cubicBezTo>
                    <a:close/>
                    <a:moveTo>
                      <a:pt x="6682" y="13988"/>
                    </a:moveTo>
                    <a:lnTo>
                      <a:pt x="6682" y="13988"/>
                    </a:lnTo>
                    <a:cubicBezTo>
                      <a:pt x="6706" y="14097"/>
                      <a:pt x="6645" y="14127"/>
                      <a:pt x="6592" y="14148"/>
                    </a:cubicBezTo>
                    <a:cubicBezTo>
                      <a:pt x="6103" y="14348"/>
                      <a:pt x="5612" y="14549"/>
                      <a:pt x="5087" y="14640"/>
                    </a:cubicBezTo>
                    <a:cubicBezTo>
                      <a:pt x="5083" y="14641"/>
                      <a:pt x="5078" y="14642"/>
                      <a:pt x="5073" y="14642"/>
                    </a:cubicBezTo>
                    <a:cubicBezTo>
                      <a:pt x="5049" y="14642"/>
                      <a:pt x="5022" y="14629"/>
                      <a:pt x="4991" y="14607"/>
                    </a:cubicBezTo>
                    <a:cubicBezTo>
                      <a:pt x="5255" y="14456"/>
                      <a:pt x="5561" y="14432"/>
                      <a:pt x="5837" y="14318"/>
                    </a:cubicBezTo>
                    <a:cubicBezTo>
                      <a:pt x="6115" y="14202"/>
                      <a:pt x="6396" y="14099"/>
                      <a:pt x="6682" y="13988"/>
                    </a:cubicBezTo>
                    <a:close/>
                    <a:moveTo>
                      <a:pt x="4073" y="0"/>
                    </a:moveTo>
                    <a:cubicBezTo>
                      <a:pt x="3861" y="0"/>
                      <a:pt x="3669" y="130"/>
                      <a:pt x="3564" y="379"/>
                    </a:cubicBezTo>
                    <a:cubicBezTo>
                      <a:pt x="3494" y="551"/>
                      <a:pt x="3450" y="746"/>
                      <a:pt x="3446" y="931"/>
                    </a:cubicBezTo>
                    <a:cubicBezTo>
                      <a:pt x="3437" y="1339"/>
                      <a:pt x="3453" y="1747"/>
                      <a:pt x="3470" y="2154"/>
                    </a:cubicBezTo>
                    <a:cubicBezTo>
                      <a:pt x="3480" y="2439"/>
                      <a:pt x="3485" y="2727"/>
                      <a:pt x="3531" y="3007"/>
                    </a:cubicBezTo>
                    <a:cubicBezTo>
                      <a:pt x="3650" y="3726"/>
                      <a:pt x="3666" y="4454"/>
                      <a:pt x="3714" y="5179"/>
                    </a:cubicBezTo>
                    <a:cubicBezTo>
                      <a:pt x="3752" y="5747"/>
                      <a:pt x="3792" y="6317"/>
                      <a:pt x="3831" y="6886"/>
                    </a:cubicBezTo>
                    <a:cubicBezTo>
                      <a:pt x="3834" y="6933"/>
                      <a:pt x="3827" y="6982"/>
                      <a:pt x="3824" y="7030"/>
                    </a:cubicBezTo>
                    <a:cubicBezTo>
                      <a:pt x="3807" y="7032"/>
                      <a:pt x="3791" y="7033"/>
                      <a:pt x="3776" y="7035"/>
                    </a:cubicBezTo>
                    <a:cubicBezTo>
                      <a:pt x="3755" y="6969"/>
                      <a:pt x="3720" y="6904"/>
                      <a:pt x="3714" y="6838"/>
                    </a:cubicBezTo>
                    <a:cubicBezTo>
                      <a:pt x="3687" y="6526"/>
                      <a:pt x="3666" y="6215"/>
                      <a:pt x="3645" y="5903"/>
                    </a:cubicBezTo>
                    <a:cubicBezTo>
                      <a:pt x="3602" y="5204"/>
                      <a:pt x="3567" y="4505"/>
                      <a:pt x="3510" y="3807"/>
                    </a:cubicBezTo>
                    <a:cubicBezTo>
                      <a:pt x="3474" y="3361"/>
                      <a:pt x="3396" y="2919"/>
                      <a:pt x="3353" y="2473"/>
                    </a:cubicBezTo>
                    <a:cubicBezTo>
                      <a:pt x="3312" y="2052"/>
                      <a:pt x="3236" y="1639"/>
                      <a:pt x="3092" y="1241"/>
                    </a:cubicBezTo>
                    <a:cubicBezTo>
                      <a:pt x="3018" y="1037"/>
                      <a:pt x="2936" y="833"/>
                      <a:pt x="2828" y="647"/>
                    </a:cubicBezTo>
                    <a:cubicBezTo>
                      <a:pt x="2746" y="506"/>
                      <a:pt x="2596" y="434"/>
                      <a:pt x="2445" y="434"/>
                    </a:cubicBezTo>
                    <a:cubicBezTo>
                      <a:pt x="2323" y="434"/>
                      <a:pt x="2200" y="482"/>
                      <a:pt x="2112" y="580"/>
                    </a:cubicBezTo>
                    <a:cubicBezTo>
                      <a:pt x="1929" y="784"/>
                      <a:pt x="1786" y="1018"/>
                      <a:pt x="1728" y="1289"/>
                    </a:cubicBezTo>
                    <a:cubicBezTo>
                      <a:pt x="1654" y="1628"/>
                      <a:pt x="1590" y="1968"/>
                      <a:pt x="1534" y="2308"/>
                    </a:cubicBezTo>
                    <a:cubicBezTo>
                      <a:pt x="1506" y="2488"/>
                      <a:pt x="1459" y="2682"/>
                      <a:pt x="1500" y="2851"/>
                    </a:cubicBezTo>
                    <a:cubicBezTo>
                      <a:pt x="1627" y="3376"/>
                      <a:pt x="1668" y="3909"/>
                      <a:pt x="1714" y="4443"/>
                    </a:cubicBezTo>
                    <a:cubicBezTo>
                      <a:pt x="1755" y="4917"/>
                      <a:pt x="1791" y="5392"/>
                      <a:pt x="1827" y="5866"/>
                    </a:cubicBezTo>
                    <a:cubicBezTo>
                      <a:pt x="1849" y="6143"/>
                      <a:pt x="1869" y="6421"/>
                      <a:pt x="1885" y="6700"/>
                    </a:cubicBezTo>
                    <a:cubicBezTo>
                      <a:pt x="1891" y="6775"/>
                      <a:pt x="1903" y="6859"/>
                      <a:pt x="1794" y="6931"/>
                    </a:cubicBezTo>
                    <a:cubicBezTo>
                      <a:pt x="1783" y="6844"/>
                      <a:pt x="1774" y="6781"/>
                      <a:pt x="1770" y="6716"/>
                    </a:cubicBezTo>
                    <a:cubicBezTo>
                      <a:pt x="1762" y="6566"/>
                      <a:pt x="1765" y="6416"/>
                      <a:pt x="1753" y="6268"/>
                    </a:cubicBezTo>
                    <a:cubicBezTo>
                      <a:pt x="1701" y="5645"/>
                      <a:pt x="1650" y="5022"/>
                      <a:pt x="1590" y="4401"/>
                    </a:cubicBezTo>
                    <a:cubicBezTo>
                      <a:pt x="1552" y="4016"/>
                      <a:pt x="1510" y="3632"/>
                      <a:pt x="1444" y="3250"/>
                    </a:cubicBezTo>
                    <a:cubicBezTo>
                      <a:pt x="1402" y="3004"/>
                      <a:pt x="1299" y="2769"/>
                      <a:pt x="1248" y="2524"/>
                    </a:cubicBezTo>
                    <a:cubicBezTo>
                      <a:pt x="1201" y="2298"/>
                      <a:pt x="1096" y="2106"/>
                      <a:pt x="967" y="1920"/>
                    </a:cubicBezTo>
                    <a:cubicBezTo>
                      <a:pt x="885" y="1801"/>
                      <a:pt x="785" y="1717"/>
                      <a:pt x="651" y="1717"/>
                    </a:cubicBezTo>
                    <a:cubicBezTo>
                      <a:pt x="621" y="1717"/>
                      <a:pt x="589" y="1721"/>
                      <a:pt x="554" y="1731"/>
                    </a:cubicBezTo>
                    <a:cubicBezTo>
                      <a:pt x="371" y="1782"/>
                      <a:pt x="239" y="1902"/>
                      <a:pt x="212" y="2095"/>
                    </a:cubicBezTo>
                    <a:cubicBezTo>
                      <a:pt x="176" y="2365"/>
                      <a:pt x="145" y="2635"/>
                      <a:pt x="137" y="2907"/>
                    </a:cubicBezTo>
                    <a:cubicBezTo>
                      <a:pt x="116" y="3702"/>
                      <a:pt x="110" y="4497"/>
                      <a:pt x="92" y="5291"/>
                    </a:cubicBezTo>
                    <a:cubicBezTo>
                      <a:pt x="82" y="5755"/>
                      <a:pt x="55" y="6215"/>
                      <a:pt x="46" y="6677"/>
                    </a:cubicBezTo>
                    <a:cubicBezTo>
                      <a:pt x="31" y="7398"/>
                      <a:pt x="1" y="8119"/>
                      <a:pt x="19" y="8840"/>
                    </a:cubicBezTo>
                    <a:cubicBezTo>
                      <a:pt x="37" y="9525"/>
                      <a:pt x="154" y="10203"/>
                      <a:pt x="275" y="10879"/>
                    </a:cubicBezTo>
                    <a:cubicBezTo>
                      <a:pt x="358" y="11341"/>
                      <a:pt x="457" y="11800"/>
                      <a:pt x="694" y="12213"/>
                    </a:cubicBezTo>
                    <a:cubicBezTo>
                      <a:pt x="822" y="12438"/>
                      <a:pt x="952" y="12661"/>
                      <a:pt x="1096" y="12874"/>
                    </a:cubicBezTo>
                    <a:cubicBezTo>
                      <a:pt x="1164" y="12973"/>
                      <a:pt x="1261" y="13056"/>
                      <a:pt x="1357" y="13128"/>
                    </a:cubicBezTo>
                    <a:cubicBezTo>
                      <a:pt x="1542" y="13266"/>
                      <a:pt x="1738" y="13390"/>
                      <a:pt x="1926" y="13524"/>
                    </a:cubicBezTo>
                    <a:cubicBezTo>
                      <a:pt x="2269" y="13767"/>
                      <a:pt x="2618" y="14009"/>
                      <a:pt x="3021" y="14145"/>
                    </a:cubicBezTo>
                    <a:cubicBezTo>
                      <a:pt x="3303" y="14241"/>
                      <a:pt x="3591" y="14322"/>
                      <a:pt x="3878" y="14405"/>
                    </a:cubicBezTo>
                    <a:cubicBezTo>
                      <a:pt x="4028" y="14448"/>
                      <a:pt x="4184" y="14472"/>
                      <a:pt x="4330" y="14522"/>
                    </a:cubicBezTo>
                    <a:cubicBezTo>
                      <a:pt x="4370" y="14535"/>
                      <a:pt x="4411" y="14615"/>
                      <a:pt x="4409" y="14663"/>
                    </a:cubicBezTo>
                    <a:cubicBezTo>
                      <a:pt x="4407" y="14721"/>
                      <a:pt x="4365" y="14739"/>
                      <a:pt x="4318" y="14739"/>
                    </a:cubicBezTo>
                    <a:cubicBezTo>
                      <a:pt x="4301" y="14739"/>
                      <a:pt x="4284" y="14737"/>
                      <a:pt x="4268" y="14733"/>
                    </a:cubicBezTo>
                    <a:cubicBezTo>
                      <a:pt x="3848" y="14643"/>
                      <a:pt x="3435" y="14535"/>
                      <a:pt x="3033" y="14382"/>
                    </a:cubicBezTo>
                    <a:cubicBezTo>
                      <a:pt x="2649" y="14237"/>
                      <a:pt x="2305" y="14019"/>
                      <a:pt x="1954" y="13812"/>
                    </a:cubicBezTo>
                    <a:cubicBezTo>
                      <a:pt x="1794" y="13716"/>
                      <a:pt x="1629" y="13626"/>
                      <a:pt x="1449" y="13522"/>
                    </a:cubicBezTo>
                    <a:lnTo>
                      <a:pt x="1449" y="13522"/>
                    </a:lnTo>
                    <a:cubicBezTo>
                      <a:pt x="1449" y="13597"/>
                      <a:pt x="1447" y="13638"/>
                      <a:pt x="1450" y="13677"/>
                    </a:cubicBezTo>
                    <a:cubicBezTo>
                      <a:pt x="1497" y="14342"/>
                      <a:pt x="1551" y="15006"/>
                      <a:pt x="1593" y="15671"/>
                    </a:cubicBezTo>
                    <a:cubicBezTo>
                      <a:pt x="1629" y="16268"/>
                      <a:pt x="1653" y="16865"/>
                      <a:pt x="1681" y="17464"/>
                    </a:cubicBezTo>
                    <a:cubicBezTo>
                      <a:pt x="1684" y="17539"/>
                      <a:pt x="1695" y="17605"/>
                      <a:pt x="1762" y="17661"/>
                    </a:cubicBezTo>
                    <a:cubicBezTo>
                      <a:pt x="2110" y="17944"/>
                      <a:pt x="2516" y="18099"/>
                      <a:pt x="2952" y="18156"/>
                    </a:cubicBezTo>
                    <a:cubicBezTo>
                      <a:pt x="3160" y="18183"/>
                      <a:pt x="3368" y="18194"/>
                      <a:pt x="3576" y="18194"/>
                    </a:cubicBezTo>
                    <a:cubicBezTo>
                      <a:pt x="3905" y="18194"/>
                      <a:pt x="4233" y="18167"/>
                      <a:pt x="4561" y="18132"/>
                    </a:cubicBezTo>
                    <a:cubicBezTo>
                      <a:pt x="5186" y="18064"/>
                      <a:pt x="5780" y="17863"/>
                      <a:pt x="6387" y="17712"/>
                    </a:cubicBezTo>
                    <a:cubicBezTo>
                      <a:pt x="6751" y="17620"/>
                      <a:pt x="7099" y="17493"/>
                      <a:pt x="7426" y="17302"/>
                    </a:cubicBezTo>
                    <a:cubicBezTo>
                      <a:pt x="7536" y="17237"/>
                      <a:pt x="7587" y="17165"/>
                      <a:pt x="7557" y="17039"/>
                    </a:cubicBezTo>
                    <a:cubicBezTo>
                      <a:pt x="7548" y="17000"/>
                      <a:pt x="7546" y="16958"/>
                      <a:pt x="7543" y="16918"/>
                    </a:cubicBezTo>
                    <a:cubicBezTo>
                      <a:pt x="7498" y="16282"/>
                      <a:pt x="7452" y="15644"/>
                      <a:pt x="7410" y="15008"/>
                    </a:cubicBezTo>
                    <a:cubicBezTo>
                      <a:pt x="7398" y="14796"/>
                      <a:pt x="7399" y="14586"/>
                      <a:pt x="7392" y="14376"/>
                    </a:cubicBezTo>
                    <a:cubicBezTo>
                      <a:pt x="7386" y="14138"/>
                      <a:pt x="7377" y="13900"/>
                      <a:pt x="7368" y="13662"/>
                    </a:cubicBezTo>
                    <a:cubicBezTo>
                      <a:pt x="7365" y="13575"/>
                      <a:pt x="7395" y="13510"/>
                      <a:pt x="7465" y="13452"/>
                    </a:cubicBezTo>
                    <a:cubicBezTo>
                      <a:pt x="7685" y="13267"/>
                      <a:pt x="7899" y="13081"/>
                      <a:pt x="8108" y="12888"/>
                    </a:cubicBezTo>
                    <a:cubicBezTo>
                      <a:pt x="8282" y="12729"/>
                      <a:pt x="8388" y="12526"/>
                      <a:pt x="8471" y="12306"/>
                    </a:cubicBezTo>
                    <a:cubicBezTo>
                      <a:pt x="8778" y="11494"/>
                      <a:pt x="8967" y="10654"/>
                      <a:pt x="9092" y="9798"/>
                    </a:cubicBezTo>
                    <a:cubicBezTo>
                      <a:pt x="9137" y="9495"/>
                      <a:pt x="9129" y="9191"/>
                      <a:pt x="9051" y="8888"/>
                    </a:cubicBezTo>
                    <a:cubicBezTo>
                      <a:pt x="8912" y="8343"/>
                      <a:pt x="8772" y="7795"/>
                      <a:pt x="8660" y="7245"/>
                    </a:cubicBezTo>
                    <a:cubicBezTo>
                      <a:pt x="8547" y="6685"/>
                      <a:pt x="8474" y="6119"/>
                      <a:pt x="8370" y="5558"/>
                    </a:cubicBezTo>
                    <a:cubicBezTo>
                      <a:pt x="8340" y="5402"/>
                      <a:pt x="8277" y="5245"/>
                      <a:pt x="8199" y="5106"/>
                    </a:cubicBezTo>
                    <a:cubicBezTo>
                      <a:pt x="8133" y="4988"/>
                      <a:pt x="8027" y="4929"/>
                      <a:pt x="7914" y="4929"/>
                    </a:cubicBezTo>
                    <a:cubicBezTo>
                      <a:pt x="7839" y="4929"/>
                      <a:pt x="7762" y="4954"/>
                      <a:pt x="7689" y="5004"/>
                    </a:cubicBezTo>
                    <a:cubicBezTo>
                      <a:pt x="7634" y="5042"/>
                      <a:pt x="7584" y="5090"/>
                      <a:pt x="7539" y="5140"/>
                    </a:cubicBezTo>
                    <a:cubicBezTo>
                      <a:pt x="7353" y="5339"/>
                      <a:pt x="7236" y="5576"/>
                      <a:pt x="7188" y="5842"/>
                    </a:cubicBezTo>
                    <a:cubicBezTo>
                      <a:pt x="7062" y="6544"/>
                      <a:pt x="7059" y="7249"/>
                      <a:pt x="7198" y="7950"/>
                    </a:cubicBezTo>
                    <a:cubicBezTo>
                      <a:pt x="7236" y="8142"/>
                      <a:pt x="7234" y="8328"/>
                      <a:pt x="7179" y="8512"/>
                    </a:cubicBezTo>
                    <a:cubicBezTo>
                      <a:pt x="7098" y="8789"/>
                      <a:pt x="6973" y="9045"/>
                      <a:pt x="6799" y="9276"/>
                    </a:cubicBezTo>
                    <a:cubicBezTo>
                      <a:pt x="6774" y="9309"/>
                      <a:pt x="6741" y="9339"/>
                      <a:pt x="6703" y="9380"/>
                    </a:cubicBezTo>
                    <a:cubicBezTo>
                      <a:pt x="6645" y="9278"/>
                      <a:pt x="6706" y="9219"/>
                      <a:pt x="6736" y="9158"/>
                    </a:cubicBezTo>
                    <a:cubicBezTo>
                      <a:pt x="6823" y="8973"/>
                      <a:pt x="6921" y="8793"/>
                      <a:pt x="6999" y="8605"/>
                    </a:cubicBezTo>
                    <a:cubicBezTo>
                      <a:pt x="7083" y="8403"/>
                      <a:pt x="7114" y="8193"/>
                      <a:pt x="7080" y="7968"/>
                    </a:cubicBezTo>
                    <a:cubicBezTo>
                      <a:pt x="7011" y="7525"/>
                      <a:pt x="6954" y="7080"/>
                      <a:pt x="6993" y="6628"/>
                    </a:cubicBezTo>
                    <a:cubicBezTo>
                      <a:pt x="7003" y="6500"/>
                      <a:pt x="7020" y="6371"/>
                      <a:pt x="7018" y="6242"/>
                    </a:cubicBezTo>
                    <a:cubicBezTo>
                      <a:pt x="7012" y="5872"/>
                      <a:pt x="7092" y="5528"/>
                      <a:pt x="7308" y="5221"/>
                    </a:cubicBezTo>
                    <a:cubicBezTo>
                      <a:pt x="7390" y="5103"/>
                      <a:pt x="7402" y="4974"/>
                      <a:pt x="7374" y="4832"/>
                    </a:cubicBezTo>
                    <a:cubicBezTo>
                      <a:pt x="7287" y="4406"/>
                      <a:pt x="7203" y="3980"/>
                      <a:pt x="7126" y="3552"/>
                    </a:cubicBezTo>
                    <a:cubicBezTo>
                      <a:pt x="7026" y="2985"/>
                      <a:pt x="6913" y="2419"/>
                      <a:pt x="6900" y="1837"/>
                    </a:cubicBezTo>
                    <a:cubicBezTo>
                      <a:pt x="6894" y="1562"/>
                      <a:pt x="6831" y="1285"/>
                      <a:pt x="6769" y="1015"/>
                    </a:cubicBezTo>
                    <a:cubicBezTo>
                      <a:pt x="6745" y="902"/>
                      <a:pt x="6675" y="785"/>
                      <a:pt x="6591" y="704"/>
                    </a:cubicBezTo>
                    <a:cubicBezTo>
                      <a:pt x="6512" y="629"/>
                      <a:pt x="6398" y="586"/>
                      <a:pt x="6285" y="586"/>
                    </a:cubicBezTo>
                    <a:cubicBezTo>
                      <a:pt x="6109" y="586"/>
                      <a:pt x="5936" y="689"/>
                      <a:pt x="5908" y="926"/>
                    </a:cubicBezTo>
                    <a:cubicBezTo>
                      <a:pt x="5881" y="1156"/>
                      <a:pt x="5818" y="1381"/>
                      <a:pt x="5800" y="1610"/>
                    </a:cubicBezTo>
                    <a:cubicBezTo>
                      <a:pt x="5765" y="2050"/>
                      <a:pt x="5746" y="2491"/>
                      <a:pt x="5728" y="2932"/>
                    </a:cubicBezTo>
                    <a:cubicBezTo>
                      <a:pt x="5707" y="3468"/>
                      <a:pt x="5692" y="4004"/>
                      <a:pt x="5675" y="4539"/>
                    </a:cubicBezTo>
                    <a:cubicBezTo>
                      <a:pt x="5674" y="4601"/>
                      <a:pt x="5681" y="4664"/>
                      <a:pt x="5696" y="4722"/>
                    </a:cubicBezTo>
                    <a:cubicBezTo>
                      <a:pt x="5765" y="4985"/>
                      <a:pt x="5842" y="5245"/>
                      <a:pt x="5913" y="5507"/>
                    </a:cubicBezTo>
                    <a:cubicBezTo>
                      <a:pt x="6058" y="6046"/>
                      <a:pt x="6204" y="6583"/>
                      <a:pt x="6346" y="7120"/>
                    </a:cubicBezTo>
                    <a:cubicBezTo>
                      <a:pt x="6357" y="7159"/>
                      <a:pt x="6348" y="7201"/>
                      <a:pt x="6348" y="7242"/>
                    </a:cubicBezTo>
                    <a:cubicBezTo>
                      <a:pt x="6330" y="7246"/>
                      <a:pt x="6312" y="7249"/>
                      <a:pt x="6294" y="7252"/>
                    </a:cubicBezTo>
                    <a:cubicBezTo>
                      <a:pt x="6268" y="7188"/>
                      <a:pt x="6238" y="7125"/>
                      <a:pt x="6219" y="7059"/>
                    </a:cubicBezTo>
                    <a:cubicBezTo>
                      <a:pt x="6102" y="6640"/>
                      <a:pt x="5985" y="6221"/>
                      <a:pt x="5870" y="5801"/>
                    </a:cubicBezTo>
                    <a:cubicBezTo>
                      <a:pt x="5735" y="5303"/>
                      <a:pt x="5572" y="4811"/>
                      <a:pt x="5479" y="4305"/>
                    </a:cubicBezTo>
                    <a:cubicBezTo>
                      <a:pt x="5342" y="3558"/>
                      <a:pt x="5273" y="2797"/>
                      <a:pt x="5146" y="2049"/>
                    </a:cubicBezTo>
                    <a:cubicBezTo>
                      <a:pt x="5063" y="1576"/>
                      <a:pt x="4931" y="1111"/>
                      <a:pt x="4808" y="644"/>
                    </a:cubicBezTo>
                    <a:cubicBezTo>
                      <a:pt x="4760" y="458"/>
                      <a:pt x="4651" y="299"/>
                      <a:pt x="4501" y="173"/>
                    </a:cubicBezTo>
                    <a:cubicBezTo>
                      <a:pt x="4362" y="57"/>
                      <a:pt x="4213" y="0"/>
                      <a:pt x="4073" y="0"/>
                    </a:cubicBezTo>
                    <a:close/>
                  </a:path>
                </a:pathLst>
              </a:custGeom>
              <a:solidFill>
                <a:srgbClr val="F4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3">
                <a:extLst>
                  <a:ext uri="{FF2B5EF4-FFF2-40B4-BE49-F238E27FC236}">
                    <a16:creationId xmlns:a16="http://schemas.microsoft.com/office/drawing/2014/main" id="{B98447F6-F9FE-47D6-9449-1D10E99D1C84}"/>
                  </a:ext>
                </a:extLst>
              </p:cNvPr>
              <p:cNvSpPr/>
              <p:nvPr/>
            </p:nvSpPr>
            <p:spPr>
              <a:xfrm>
                <a:off x="1038625" y="1235125"/>
                <a:ext cx="236050" cy="463750"/>
              </a:xfrm>
              <a:custGeom>
                <a:avLst/>
                <a:gdLst/>
                <a:ahLst/>
                <a:cxnLst/>
                <a:rect l="l" t="t" r="r" b="b"/>
                <a:pathLst>
                  <a:path w="9442" h="18550" extrusionOk="0">
                    <a:moveTo>
                      <a:pt x="4250" y="117"/>
                    </a:moveTo>
                    <a:cubicBezTo>
                      <a:pt x="4390" y="117"/>
                      <a:pt x="4539" y="174"/>
                      <a:pt x="4676" y="290"/>
                    </a:cubicBezTo>
                    <a:cubicBezTo>
                      <a:pt x="4826" y="417"/>
                      <a:pt x="4936" y="576"/>
                      <a:pt x="4985" y="762"/>
                    </a:cubicBezTo>
                    <a:cubicBezTo>
                      <a:pt x="5107" y="1227"/>
                      <a:pt x="5240" y="1692"/>
                      <a:pt x="5321" y="2167"/>
                    </a:cubicBezTo>
                    <a:cubicBezTo>
                      <a:pt x="5450" y="2915"/>
                      <a:pt x="5519" y="3676"/>
                      <a:pt x="5656" y="4422"/>
                    </a:cubicBezTo>
                    <a:cubicBezTo>
                      <a:pt x="5749" y="4929"/>
                      <a:pt x="5912" y="5421"/>
                      <a:pt x="6047" y="5919"/>
                    </a:cubicBezTo>
                    <a:cubicBezTo>
                      <a:pt x="6162" y="6338"/>
                      <a:pt x="6279" y="6756"/>
                      <a:pt x="6396" y="7175"/>
                    </a:cubicBezTo>
                    <a:cubicBezTo>
                      <a:pt x="6414" y="7241"/>
                      <a:pt x="6445" y="7306"/>
                      <a:pt x="6471" y="7370"/>
                    </a:cubicBezTo>
                    <a:cubicBezTo>
                      <a:pt x="6489" y="7367"/>
                      <a:pt x="6507" y="7363"/>
                      <a:pt x="6525" y="7360"/>
                    </a:cubicBezTo>
                    <a:cubicBezTo>
                      <a:pt x="6525" y="7319"/>
                      <a:pt x="6532" y="7276"/>
                      <a:pt x="6523" y="7238"/>
                    </a:cubicBezTo>
                    <a:cubicBezTo>
                      <a:pt x="6379" y="6701"/>
                      <a:pt x="6235" y="6162"/>
                      <a:pt x="6090" y="5625"/>
                    </a:cubicBezTo>
                    <a:cubicBezTo>
                      <a:pt x="6017" y="5363"/>
                      <a:pt x="5942" y="5101"/>
                      <a:pt x="5873" y="4839"/>
                    </a:cubicBezTo>
                    <a:cubicBezTo>
                      <a:pt x="5858" y="4780"/>
                      <a:pt x="5851" y="4719"/>
                      <a:pt x="5852" y="4657"/>
                    </a:cubicBezTo>
                    <a:cubicBezTo>
                      <a:pt x="5867" y="4122"/>
                      <a:pt x="5882" y="3586"/>
                      <a:pt x="5905" y="3050"/>
                    </a:cubicBezTo>
                    <a:cubicBezTo>
                      <a:pt x="5923" y="2609"/>
                      <a:pt x="5941" y="2168"/>
                      <a:pt x="5975" y="1728"/>
                    </a:cubicBezTo>
                    <a:cubicBezTo>
                      <a:pt x="5995" y="1499"/>
                      <a:pt x="6056" y="1274"/>
                      <a:pt x="6085" y="1044"/>
                    </a:cubicBezTo>
                    <a:cubicBezTo>
                      <a:pt x="6112" y="807"/>
                      <a:pt x="6285" y="704"/>
                      <a:pt x="6461" y="704"/>
                    </a:cubicBezTo>
                    <a:cubicBezTo>
                      <a:pt x="6574" y="704"/>
                      <a:pt x="6689" y="747"/>
                      <a:pt x="6768" y="822"/>
                    </a:cubicBezTo>
                    <a:cubicBezTo>
                      <a:pt x="6850" y="903"/>
                      <a:pt x="6921" y="1020"/>
                      <a:pt x="6946" y="1133"/>
                    </a:cubicBezTo>
                    <a:cubicBezTo>
                      <a:pt x="7008" y="1403"/>
                      <a:pt x="7069" y="1679"/>
                      <a:pt x="7077" y="1955"/>
                    </a:cubicBezTo>
                    <a:cubicBezTo>
                      <a:pt x="7089" y="2537"/>
                      <a:pt x="7201" y="3101"/>
                      <a:pt x="7303" y="3670"/>
                    </a:cubicBezTo>
                    <a:cubicBezTo>
                      <a:pt x="7380" y="4098"/>
                      <a:pt x="7462" y="4524"/>
                      <a:pt x="7549" y="4950"/>
                    </a:cubicBezTo>
                    <a:cubicBezTo>
                      <a:pt x="7579" y="5091"/>
                      <a:pt x="7566" y="5221"/>
                      <a:pt x="7483" y="5339"/>
                    </a:cubicBezTo>
                    <a:cubicBezTo>
                      <a:pt x="7267" y="5646"/>
                      <a:pt x="7188" y="5990"/>
                      <a:pt x="7194" y="6360"/>
                    </a:cubicBezTo>
                    <a:cubicBezTo>
                      <a:pt x="7197" y="6488"/>
                      <a:pt x="7180" y="6617"/>
                      <a:pt x="7170" y="6746"/>
                    </a:cubicBezTo>
                    <a:cubicBezTo>
                      <a:pt x="7131" y="7196"/>
                      <a:pt x="7188" y="7642"/>
                      <a:pt x="7255" y="8086"/>
                    </a:cubicBezTo>
                    <a:cubicBezTo>
                      <a:pt x="7290" y="8309"/>
                      <a:pt x="7260" y="8521"/>
                      <a:pt x="7176" y="8723"/>
                    </a:cubicBezTo>
                    <a:cubicBezTo>
                      <a:pt x="7098" y="8911"/>
                      <a:pt x="7000" y="9090"/>
                      <a:pt x="6912" y="9274"/>
                    </a:cubicBezTo>
                    <a:cubicBezTo>
                      <a:pt x="6882" y="9337"/>
                      <a:pt x="6822" y="9396"/>
                      <a:pt x="6879" y="9496"/>
                    </a:cubicBezTo>
                    <a:cubicBezTo>
                      <a:pt x="6918" y="9456"/>
                      <a:pt x="6949" y="9427"/>
                      <a:pt x="6976" y="9393"/>
                    </a:cubicBezTo>
                    <a:cubicBezTo>
                      <a:pt x="7149" y="9162"/>
                      <a:pt x="7273" y="8907"/>
                      <a:pt x="7356" y="8630"/>
                    </a:cubicBezTo>
                    <a:cubicBezTo>
                      <a:pt x="7410" y="8444"/>
                      <a:pt x="7413" y="8260"/>
                      <a:pt x="7374" y="8066"/>
                    </a:cubicBezTo>
                    <a:cubicBezTo>
                      <a:pt x="7234" y="7367"/>
                      <a:pt x="7239" y="6662"/>
                      <a:pt x="7365" y="5960"/>
                    </a:cubicBezTo>
                    <a:cubicBezTo>
                      <a:pt x="7413" y="5694"/>
                      <a:pt x="7530" y="5457"/>
                      <a:pt x="7714" y="5258"/>
                    </a:cubicBezTo>
                    <a:cubicBezTo>
                      <a:pt x="7761" y="5208"/>
                      <a:pt x="7811" y="5160"/>
                      <a:pt x="7866" y="5122"/>
                    </a:cubicBezTo>
                    <a:cubicBezTo>
                      <a:pt x="7939" y="5072"/>
                      <a:pt x="8017" y="5047"/>
                      <a:pt x="8091" y="5047"/>
                    </a:cubicBezTo>
                    <a:cubicBezTo>
                      <a:pt x="8205" y="5047"/>
                      <a:pt x="8310" y="5106"/>
                      <a:pt x="8376" y="5223"/>
                    </a:cubicBezTo>
                    <a:cubicBezTo>
                      <a:pt x="8454" y="5363"/>
                      <a:pt x="8516" y="5520"/>
                      <a:pt x="8546" y="5676"/>
                    </a:cubicBezTo>
                    <a:cubicBezTo>
                      <a:pt x="8651" y="6237"/>
                      <a:pt x="8723" y="6803"/>
                      <a:pt x="8837" y="7361"/>
                    </a:cubicBezTo>
                    <a:cubicBezTo>
                      <a:pt x="8949" y="7913"/>
                      <a:pt x="9089" y="8459"/>
                      <a:pt x="9228" y="9006"/>
                    </a:cubicBezTo>
                    <a:cubicBezTo>
                      <a:pt x="9306" y="9309"/>
                      <a:pt x="9312" y="9612"/>
                      <a:pt x="9269" y="9916"/>
                    </a:cubicBezTo>
                    <a:cubicBezTo>
                      <a:pt x="9144" y="10772"/>
                      <a:pt x="8954" y="11610"/>
                      <a:pt x="8648" y="12422"/>
                    </a:cubicBezTo>
                    <a:cubicBezTo>
                      <a:pt x="8564" y="12643"/>
                      <a:pt x="8457" y="12845"/>
                      <a:pt x="8285" y="13004"/>
                    </a:cubicBezTo>
                    <a:cubicBezTo>
                      <a:pt x="8076" y="13198"/>
                      <a:pt x="7860" y="13385"/>
                      <a:pt x="7642" y="13568"/>
                    </a:cubicBezTo>
                    <a:cubicBezTo>
                      <a:pt x="7572" y="13627"/>
                      <a:pt x="7542" y="13693"/>
                      <a:pt x="7545" y="13780"/>
                    </a:cubicBezTo>
                    <a:cubicBezTo>
                      <a:pt x="7552" y="14017"/>
                      <a:pt x="7561" y="14256"/>
                      <a:pt x="7569" y="14493"/>
                    </a:cubicBezTo>
                    <a:cubicBezTo>
                      <a:pt x="7575" y="14704"/>
                      <a:pt x="7573" y="14914"/>
                      <a:pt x="7587" y="15124"/>
                    </a:cubicBezTo>
                    <a:cubicBezTo>
                      <a:pt x="7629" y="15762"/>
                      <a:pt x="7675" y="16398"/>
                      <a:pt x="7720" y="17036"/>
                    </a:cubicBezTo>
                    <a:cubicBezTo>
                      <a:pt x="7723" y="17076"/>
                      <a:pt x="7725" y="17118"/>
                      <a:pt x="7734" y="17157"/>
                    </a:cubicBezTo>
                    <a:cubicBezTo>
                      <a:pt x="7764" y="17283"/>
                      <a:pt x="7711" y="17355"/>
                      <a:pt x="7602" y="17420"/>
                    </a:cubicBezTo>
                    <a:cubicBezTo>
                      <a:pt x="7276" y="17609"/>
                      <a:pt x="6928" y="17738"/>
                      <a:pt x="6562" y="17830"/>
                    </a:cubicBezTo>
                    <a:cubicBezTo>
                      <a:pt x="5956" y="17980"/>
                      <a:pt x="5362" y="18182"/>
                      <a:pt x="4736" y="18248"/>
                    </a:cubicBezTo>
                    <a:cubicBezTo>
                      <a:pt x="4408" y="18284"/>
                      <a:pt x="4079" y="18311"/>
                      <a:pt x="3751" y="18311"/>
                    </a:cubicBezTo>
                    <a:cubicBezTo>
                      <a:pt x="3544" y="18311"/>
                      <a:pt x="3336" y="18300"/>
                      <a:pt x="3129" y="18274"/>
                    </a:cubicBezTo>
                    <a:cubicBezTo>
                      <a:pt x="2691" y="18215"/>
                      <a:pt x="2287" y="18062"/>
                      <a:pt x="1938" y="17779"/>
                    </a:cubicBezTo>
                    <a:cubicBezTo>
                      <a:pt x="1870" y="17723"/>
                      <a:pt x="1861" y="17657"/>
                      <a:pt x="1857" y="17581"/>
                    </a:cubicBezTo>
                    <a:cubicBezTo>
                      <a:pt x="1828" y="16983"/>
                      <a:pt x="1806" y="16385"/>
                      <a:pt x="1768" y="15788"/>
                    </a:cubicBezTo>
                    <a:cubicBezTo>
                      <a:pt x="1728" y="15123"/>
                      <a:pt x="1674" y="14460"/>
                      <a:pt x="1626" y="13795"/>
                    </a:cubicBezTo>
                    <a:cubicBezTo>
                      <a:pt x="1623" y="13754"/>
                      <a:pt x="1626" y="13714"/>
                      <a:pt x="1626" y="13640"/>
                    </a:cubicBezTo>
                    <a:cubicBezTo>
                      <a:pt x="1804" y="13742"/>
                      <a:pt x="1969" y="13834"/>
                      <a:pt x="2131" y="13930"/>
                    </a:cubicBezTo>
                    <a:cubicBezTo>
                      <a:pt x="2481" y="14137"/>
                      <a:pt x="2826" y="14353"/>
                      <a:pt x="3210" y="14500"/>
                    </a:cubicBezTo>
                    <a:cubicBezTo>
                      <a:pt x="3612" y="14653"/>
                      <a:pt x="4025" y="14760"/>
                      <a:pt x="4444" y="14851"/>
                    </a:cubicBezTo>
                    <a:cubicBezTo>
                      <a:pt x="4460" y="14855"/>
                      <a:pt x="4477" y="14857"/>
                      <a:pt x="4493" y="14857"/>
                    </a:cubicBezTo>
                    <a:cubicBezTo>
                      <a:pt x="4540" y="14857"/>
                      <a:pt x="4582" y="14839"/>
                      <a:pt x="4585" y="14781"/>
                    </a:cubicBezTo>
                    <a:cubicBezTo>
                      <a:pt x="4588" y="14733"/>
                      <a:pt x="4546" y="14653"/>
                      <a:pt x="4507" y="14640"/>
                    </a:cubicBezTo>
                    <a:cubicBezTo>
                      <a:pt x="4360" y="14590"/>
                      <a:pt x="4203" y="14566"/>
                      <a:pt x="4053" y="14523"/>
                    </a:cubicBezTo>
                    <a:cubicBezTo>
                      <a:pt x="3767" y="14440"/>
                      <a:pt x="3480" y="14358"/>
                      <a:pt x="3197" y="14263"/>
                    </a:cubicBezTo>
                    <a:cubicBezTo>
                      <a:pt x="2793" y="14125"/>
                      <a:pt x="2446" y="13885"/>
                      <a:pt x="2103" y="13640"/>
                    </a:cubicBezTo>
                    <a:cubicBezTo>
                      <a:pt x="1914" y="13507"/>
                      <a:pt x="1719" y="13384"/>
                      <a:pt x="1534" y="13246"/>
                    </a:cubicBezTo>
                    <a:cubicBezTo>
                      <a:pt x="1438" y="13174"/>
                      <a:pt x="1341" y="13091"/>
                      <a:pt x="1273" y="12992"/>
                    </a:cubicBezTo>
                    <a:cubicBezTo>
                      <a:pt x="1129" y="12779"/>
                      <a:pt x="999" y="12554"/>
                      <a:pt x="869" y="12331"/>
                    </a:cubicBezTo>
                    <a:cubicBezTo>
                      <a:pt x="632" y="11918"/>
                      <a:pt x="535" y="11459"/>
                      <a:pt x="451" y="10995"/>
                    </a:cubicBezTo>
                    <a:cubicBezTo>
                      <a:pt x="329" y="10320"/>
                      <a:pt x="212" y="9642"/>
                      <a:pt x="194" y="8956"/>
                    </a:cubicBezTo>
                    <a:cubicBezTo>
                      <a:pt x="176" y="8236"/>
                      <a:pt x="206" y="7516"/>
                      <a:pt x="221" y="6794"/>
                    </a:cubicBezTo>
                    <a:lnTo>
                      <a:pt x="223" y="6795"/>
                    </a:lnTo>
                    <a:cubicBezTo>
                      <a:pt x="232" y="6333"/>
                      <a:pt x="259" y="5871"/>
                      <a:pt x="269" y="5409"/>
                    </a:cubicBezTo>
                    <a:cubicBezTo>
                      <a:pt x="286" y="4614"/>
                      <a:pt x="293" y="3819"/>
                      <a:pt x="314" y="3025"/>
                    </a:cubicBezTo>
                    <a:cubicBezTo>
                      <a:pt x="322" y="2753"/>
                      <a:pt x="353" y="2482"/>
                      <a:pt x="389" y="2213"/>
                    </a:cubicBezTo>
                    <a:cubicBezTo>
                      <a:pt x="415" y="2020"/>
                      <a:pt x="548" y="1900"/>
                      <a:pt x="731" y="1849"/>
                    </a:cubicBezTo>
                    <a:cubicBezTo>
                      <a:pt x="766" y="1839"/>
                      <a:pt x="798" y="1834"/>
                      <a:pt x="829" y="1834"/>
                    </a:cubicBezTo>
                    <a:cubicBezTo>
                      <a:pt x="962" y="1834"/>
                      <a:pt x="1061" y="1918"/>
                      <a:pt x="1144" y="2038"/>
                    </a:cubicBezTo>
                    <a:cubicBezTo>
                      <a:pt x="1273" y="2222"/>
                      <a:pt x="1377" y="2416"/>
                      <a:pt x="1425" y="2642"/>
                    </a:cubicBezTo>
                    <a:cubicBezTo>
                      <a:pt x="1476" y="2887"/>
                      <a:pt x="1578" y="3122"/>
                      <a:pt x="1620" y="3367"/>
                    </a:cubicBezTo>
                    <a:cubicBezTo>
                      <a:pt x="1686" y="3748"/>
                      <a:pt x="1728" y="4134"/>
                      <a:pt x="1765" y="4519"/>
                    </a:cubicBezTo>
                    <a:cubicBezTo>
                      <a:pt x="1827" y="5140"/>
                      <a:pt x="1878" y="5763"/>
                      <a:pt x="1929" y="6386"/>
                    </a:cubicBezTo>
                    <a:cubicBezTo>
                      <a:pt x="1942" y="6534"/>
                      <a:pt x="1939" y="6684"/>
                      <a:pt x="1947" y="6834"/>
                    </a:cubicBezTo>
                    <a:cubicBezTo>
                      <a:pt x="1950" y="6897"/>
                      <a:pt x="1960" y="6962"/>
                      <a:pt x="1971" y="7049"/>
                    </a:cubicBezTo>
                    <a:cubicBezTo>
                      <a:pt x="2080" y="6977"/>
                      <a:pt x="2067" y="6891"/>
                      <a:pt x="2062" y="6816"/>
                    </a:cubicBezTo>
                    <a:cubicBezTo>
                      <a:pt x="2046" y="6539"/>
                      <a:pt x="2025" y="6261"/>
                      <a:pt x="2004" y="5984"/>
                    </a:cubicBezTo>
                    <a:cubicBezTo>
                      <a:pt x="1968" y="5510"/>
                      <a:pt x="1932" y="5035"/>
                      <a:pt x="1891" y="4561"/>
                    </a:cubicBezTo>
                    <a:cubicBezTo>
                      <a:pt x="1845" y="4027"/>
                      <a:pt x="1803" y="3494"/>
                      <a:pt x="1677" y="2968"/>
                    </a:cubicBezTo>
                    <a:cubicBezTo>
                      <a:pt x="1636" y="2800"/>
                      <a:pt x="1681" y="2606"/>
                      <a:pt x="1711" y="2426"/>
                    </a:cubicBezTo>
                    <a:cubicBezTo>
                      <a:pt x="1767" y="2086"/>
                      <a:pt x="1831" y="1745"/>
                      <a:pt x="1905" y="1407"/>
                    </a:cubicBezTo>
                    <a:cubicBezTo>
                      <a:pt x="1963" y="1136"/>
                      <a:pt x="2106" y="900"/>
                      <a:pt x="2289" y="696"/>
                    </a:cubicBezTo>
                    <a:cubicBezTo>
                      <a:pt x="2377" y="598"/>
                      <a:pt x="2499" y="551"/>
                      <a:pt x="2620" y="551"/>
                    </a:cubicBezTo>
                    <a:cubicBezTo>
                      <a:pt x="2771" y="551"/>
                      <a:pt x="2922" y="624"/>
                      <a:pt x="3005" y="765"/>
                    </a:cubicBezTo>
                    <a:cubicBezTo>
                      <a:pt x="3113" y="951"/>
                      <a:pt x="3195" y="1155"/>
                      <a:pt x="3269" y="1358"/>
                    </a:cubicBezTo>
                    <a:cubicBezTo>
                      <a:pt x="3411" y="1756"/>
                      <a:pt x="3489" y="2168"/>
                      <a:pt x="3530" y="2591"/>
                    </a:cubicBezTo>
                    <a:cubicBezTo>
                      <a:pt x="3573" y="3037"/>
                      <a:pt x="3650" y="3479"/>
                      <a:pt x="3687" y="3925"/>
                    </a:cubicBezTo>
                    <a:cubicBezTo>
                      <a:pt x="3743" y="4623"/>
                      <a:pt x="3777" y="5322"/>
                      <a:pt x="3822" y="6021"/>
                    </a:cubicBezTo>
                    <a:cubicBezTo>
                      <a:pt x="3843" y="6332"/>
                      <a:pt x="3864" y="6644"/>
                      <a:pt x="3891" y="6956"/>
                    </a:cubicBezTo>
                    <a:cubicBezTo>
                      <a:pt x="3897" y="7022"/>
                      <a:pt x="3932" y="7087"/>
                      <a:pt x="3951" y="7153"/>
                    </a:cubicBezTo>
                    <a:cubicBezTo>
                      <a:pt x="3968" y="7151"/>
                      <a:pt x="3984" y="7148"/>
                      <a:pt x="3999" y="7147"/>
                    </a:cubicBezTo>
                    <a:cubicBezTo>
                      <a:pt x="4002" y="7099"/>
                      <a:pt x="4011" y="7051"/>
                      <a:pt x="4008" y="7004"/>
                    </a:cubicBezTo>
                    <a:cubicBezTo>
                      <a:pt x="3969" y="6434"/>
                      <a:pt x="3927" y="5865"/>
                      <a:pt x="3890" y="5297"/>
                    </a:cubicBezTo>
                    <a:cubicBezTo>
                      <a:pt x="3843" y="4572"/>
                      <a:pt x="3827" y="3844"/>
                      <a:pt x="3707" y="3125"/>
                    </a:cubicBezTo>
                    <a:cubicBezTo>
                      <a:pt x="3662" y="2845"/>
                      <a:pt x="3657" y="2557"/>
                      <a:pt x="3645" y="2272"/>
                    </a:cubicBezTo>
                    <a:cubicBezTo>
                      <a:pt x="3630" y="1864"/>
                      <a:pt x="3612" y="1455"/>
                      <a:pt x="3623" y="1049"/>
                    </a:cubicBezTo>
                    <a:cubicBezTo>
                      <a:pt x="3627" y="863"/>
                      <a:pt x="3669" y="668"/>
                      <a:pt x="3741" y="497"/>
                    </a:cubicBezTo>
                    <a:cubicBezTo>
                      <a:pt x="3845" y="247"/>
                      <a:pt x="4038" y="117"/>
                      <a:pt x="4250" y="117"/>
                    </a:cubicBezTo>
                    <a:close/>
                    <a:moveTo>
                      <a:pt x="4288" y="1"/>
                    </a:moveTo>
                    <a:cubicBezTo>
                      <a:pt x="4149" y="1"/>
                      <a:pt x="4012" y="35"/>
                      <a:pt x="3875" y="90"/>
                    </a:cubicBezTo>
                    <a:cubicBezTo>
                      <a:pt x="3731" y="147"/>
                      <a:pt x="3630" y="237"/>
                      <a:pt x="3606" y="395"/>
                    </a:cubicBezTo>
                    <a:cubicBezTo>
                      <a:pt x="3566" y="656"/>
                      <a:pt x="3528" y="918"/>
                      <a:pt x="3486" y="1179"/>
                    </a:cubicBezTo>
                    <a:cubicBezTo>
                      <a:pt x="3477" y="1239"/>
                      <a:pt x="3510" y="1313"/>
                      <a:pt x="3434" y="1374"/>
                    </a:cubicBezTo>
                    <a:cubicBezTo>
                      <a:pt x="3402" y="1311"/>
                      <a:pt x="3375" y="1259"/>
                      <a:pt x="3350" y="1205"/>
                    </a:cubicBezTo>
                    <a:cubicBezTo>
                      <a:pt x="3275" y="1037"/>
                      <a:pt x="3207" y="867"/>
                      <a:pt x="3125" y="702"/>
                    </a:cubicBezTo>
                    <a:cubicBezTo>
                      <a:pt x="3021" y="494"/>
                      <a:pt x="2875" y="398"/>
                      <a:pt x="2669" y="398"/>
                    </a:cubicBezTo>
                    <a:cubicBezTo>
                      <a:pt x="2628" y="398"/>
                      <a:pt x="2584" y="402"/>
                      <a:pt x="2538" y="410"/>
                    </a:cubicBezTo>
                    <a:cubicBezTo>
                      <a:pt x="2374" y="437"/>
                      <a:pt x="2247" y="516"/>
                      <a:pt x="2143" y="641"/>
                    </a:cubicBezTo>
                    <a:cubicBezTo>
                      <a:pt x="1929" y="899"/>
                      <a:pt x="1800" y="1193"/>
                      <a:pt x="1735" y="1520"/>
                    </a:cubicBezTo>
                    <a:cubicBezTo>
                      <a:pt x="1680" y="1804"/>
                      <a:pt x="1620" y="2089"/>
                      <a:pt x="1554" y="2408"/>
                    </a:cubicBezTo>
                    <a:cubicBezTo>
                      <a:pt x="1432" y="2222"/>
                      <a:pt x="1347" y="2068"/>
                      <a:pt x="1240" y="1928"/>
                    </a:cubicBezTo>
                    <a:cubicBezTo>
                      <a:pt x="1133" y="1788"/>
                      <a:pt x="997" y="1684"/>
                      <a:pt x="828" y="1684"/>
                    </a:cubicBezTo>
                    <a:cubicBezTo>
                      <a:pt x="791" y="1684"/>
                      <a:pt x="752" y="1689"/>
                      <a:pt x="712" y="1700"/>
                    </a:cubicBezTo>
                    <a:cubicBezTo>
                      <a:pt x="490" y="1760"/>
                      <a:pt x="320" y="1915"/>
                      <a:pt x="275" y="2143"/>
                    </a:cubicBezTo>
                    <a:cubicBezTo>
                      <a:pt x="223" y="2416"/>
                      <a:pt x="196" y="2695"/>
                      <a:pt x="181" y="2972"/>
                    </a:cubicBezTo>
                    <a:cubicBezTo>
                      <a:pt x="164" y="3326"/>
                      <a:pt x="172" y="3681"/>
                      <a:pt x="170" y="4033"/>
                    </a:cubicBezTo>
                    <a:cubicBezTo>
                      <a:pt x="167" y="4326"/>
                      <a:pt x="176" y="4618"/>
                      <a:pt x="164" y="4911"/>
                    </a:cubicBezTo>
                    <a:cubicBezTo>
                      <a:pt x="125" y="5855"/>
                      <a:pt x="73" y="6800"/>
                      <a:pt x="37" y="7744"/>
                    </a:cubicBezTo>
                    <a:cubicBezTo>
                      <a:pt x="23" y="8131"/>
                      <a:pt x="1" y="8522"/>
                      <a:pt x="46" y="8905"/>
                    </a:cubicBezTo>
                    <a:cubicBezTo>
                      <a:pt x="137" y="9709"/>
                      <a:pt x="254" y="10509"/>
                      <a:pt x="394" y="11306"/>
                    </a:cubicBezTo>
                    <a:cubicBezTo>
                      <a:pt x="509" y="11960"/>
                      <a:pt x="739" y="12577"/>
                      <a:pt x="1174" y="13097"/>
                    </a:cubicBezTo>
                    <a:cubicBezTo>
                      <a:pt x="1231" y="13165"/>
                      <a:pt x="1284" y="13237"/>
                      <a:pt x="1329" y="13312"/>
                    </a:cubicBezTo>
                    <a:cubicBezTo>
                      <a:pt x="1359" y="13363"/>
                      <a:pt x="1389" y="13420"/>
                      <a:pt x="1396" y="13477"/>
                    </a:cubicBezTo>
                    <a:cubicBezTo>
                      <a:pt x="1419" y="13685"/>
                      <a:pt x="1434" y="13895"/>
                      <a:pt x="1447" y="14106"/>
                    </a:cubicBezTo>
                    <a:cubicBezTo>
                      <a:pt x="1479" y="14554"/>
                      <a:pt x="1512" y="15001"/>
                      <a:pt x="1536" y="15450"/>
                    </a:cubicBezTo>
                    <a:cubicBezTo>
                      <a:pt x="1576" y="16190"/>
                      <a:pt x="1612" y="16929"/>
                      <a:pt x="1644" y="17671"/>
                    </a:cubicBezTo>
                    <a:cubicBezTo>
                      <a:pt x="1648" y="17776"/>
                      <a:pt x="1681" y="17852"/>
                      <a:pt x="1756" y="17918"/>
                    </a:cubicBezTo>
                    <a:cubicBezTo>
                      <a:pt x="2140" y="18260"/>
                      <a:pt x="2601" y="18443"/>
                      <a:pt x="3101" y="18508"/>
                    </a:cubicBezTo>
                    <a:cubicBezTo>
                      <a:pt x="3329" y="18537"/>
                      <a:pt x="3558" y="18550"/>
                      <a:pt x="3788" y="18550"/>
                    </a:cubicBezTo>
                    <a:cubicBezTo>
                      <a:pt x="4101" y="18550"/>
                      <a:pt x="4416" y="18526"/>
                      <a:pt x="4729" y="18487"/>
                    </a:cubicBezTo>
                    <a:cubicBezTo>
                      <a:pt x="4958" y="18460"/>
                      <a:pt x="5188" y="18430"/>
                      <a:pt x="5413" y="18380"/>
                    </a:cubicBezTo>
                    <a:cubicBezTo>
                      <a:pt x="5717" y="18313"/>
                      <a:pt x="6017" y="18224"/>
                      <a:pt x="6321" y="18146"/>
                    </a:cubicBezTo>
                    <a:cubicBezTo>
                      <a:pt x="6828" y="18016"/>
                      <a:pt x="7335" y="17884"/>
                      <a:pt x="7782" y="17593"/>
                    </a:cubicBezTo>
                    <a:cubicBezTo>
                      <a:pt x="7860" y="17543"/>
                      <a:pt x="7935" y="17489"/>
                      <a:pt x="8009" y="17438"/>
                    </a:cubicBezTo>
                    <a:cubicBezTo>
                      <a:pt x="7871" y="16734"/>
                      <a:pt x="7851" y="16041"/>
                      <a:pt x="7812" y="15349"/>
                    </a:cubicBezTo>
                    <a:cubicBezTo>
                      <a:pt x="7786" y="14887"/>
                      <a:pt x="7773" y="14425"/>
                      <a:pt x="7747" y="13964"/>
                    </a:cubicBezTo>
                    <a:cubicBezTo>
                      <a:pt x="7740" y="13820"/>
                      <a:pt x="7735" y="13693"/>
                      <a:pt x="7892" y="13624"/>
                    </a:cubicBezTo>
                    <a:cubicBezTo>
                      <a:pt x="7916" y="13613"/>
                      <a:pt x="7932" y="13588"/>
                      <a:pt x="7952" y="13568"/>
                    </a:cubicBezTo>
                    <a:cubicBezTo>
                      <a:pt x="8088" y="13420"/>
                      <a:pt x="8220" y="13264"/>
                      <a:pt x="8364" y="13121"/>
                    </a:cubicBezTo>
                    <a:cubicBezTo>
                      <a:pt x="8537" y="12950"/>
                      <a:pt x="8664" y="12755"/>
                      <a:pt x="8747" y="12527"/>
                    </a:cubicBezTo>
                    <a:cubicBezTo>
                      <a:pt x="9021" y="11763"/>
                      <a:pt x="9222" y="10983"/>
                      <a:pt x="9357" y="10183"/>
                    </a:cubicBezTo>
                    <a:cubicBezTo>
                      <a:pt x="9441" y="9684"/>
                      <a:pt x="9431" y="9201"/>
                      <a:pt x="9284" y="8711"/>
                    </a:cubicBezTo>
                    <a:cubicBezTo>
                      <a:pt x="9050" y="7930"/>
                      <a:pt x="8907" y="7127"/>
                      <a:pt x="8789" y="6318"/>
                    </a:cubicBezTo>
                    <a:cubicBezTo>
                      <a:pt x="8751" y="6056"/>
                      <a:pt x="8711" y="5795"/>
                      <a:pt x="8666" y="5534"/>
                    </a:cubicBezTo>
                    <a:cubicBezTo>
                      <a:pt x="8636" y="5357"/>
                      <a:pt x="8561" y="5196"/>
                      <a:pt x="8439" y="5061"/>
                    </a:cubicBezTo>
                    <a:cubicBezTo>
                      <a:pt x="8339" y="4948"/>
                      <a:pt x="8222" y="4891"/>
                      <a:pt x="8092" y="4891"/>
                    </a:cubicBezTo>
                    <a:cubicBezTo>
                      <a:pt x="8032" y="4891"/>
                      <a:pt x="7969" y="4903"/>
                      <a:pt x="7904" y="4927"/>
                    </a:cubicBezTo>
                    <a:cubicBezTo>
                      <a:pt x="7850" y="4948"/>
                      <a:pt x="7797" y="4974"/>
                      <a:pt x="7723" y="5007"/>
                    </a:cubicBezTo>
                    <a:cubicBezTo>
                      <a:pt x="7698" y="4912"/>
                      <a:pt x="7671" y="4837"/>
                      <a:pt x="7656" y="4759"/>
                    </a:cubicBezTo>
                    <a:cubicBezTo>
                      <a:pt x="7563" y="4266"/>
                      <a:pt x="7465" y="3772"/>
                      <a:pt x="7381" y="3275"/>
                    </a:cubicBezTo>
                    <a:cubicBezTo>
                      <a:pt x="7312" y="2867"/>
                      <a:pt x="7233" y="2464"/>
                      <a:pt x="7227" y="2044"/>
                    </a:cubicBezTo>
                    <a:cubicBezTo>
                      <a:pt x="7222" y="1728"/>
                      <a:pt x="7143" y="1412"/>
                      <a:pt x="7089" y="1098"/>
                    </a:cubicBezTo>
                    <a:cubicBezTo>
                      <a:pt x="7062" y="939"/>
                      <a:pt x="6979" y="806"/>
                      <a:pt x="6849" y="707"/>
                    </a:cubicBezTo>
                    <a:cubicBezTo>
                      <a:pt x="6727" y="613"/>
                      <a:pt x="6595" y="569"/>
                      <a:pt x="6470" y="569"/>
                    </a:cubicBezTo>
                    <a:cubicBezTo>
                      <a:pt x="6234" y="569"/>
                      <a:pt x="6025" y="727"/>
                      <a:pt x="5968" y="1007"/>
                    </a:cubicBezTo>
                    <a:cubicBezTo>
                      <a:pt x="5897" y="1359"/>
                      <a:pt x="5839" y="1716"/>
                      <a:pt x="5815" y="2075"/>
                    </a:cubicBezTo>
                    <a:cubicBezTo>
                      <a:pt x="5780" y="2617"/>
                      <a:pt x="5779" y="3161"/>
                      <a:pt x="5762" y="3706"/>
                    </a:cubicBezTo>
                    <a:cubicBezTo>
                      <a:pt x="5759" y="3760"/>
                      <a:pt x="5750" y="3816"/>
                      <a:pt x="5743" y="3870"/>
                    </a:cubicBezTo>
                    <a:cubicBezTo>
                      <a:pt x="5707" y="3849"/>
                      <a:pt x="5695" y="3831"/>
                      <a:pt x="5692" y="3813"/>
                    </a:cubicBezTo>
                    <a:cubicBezTo>
                      <a:pt x="5623" y="3320"/>
                      <a:pt x="5546" y="2830"/>
                      <a:pt x="5489" y="2338"/>
                    </a:cubicBezTo>
                    <a:cubicBezTo>
                      <a:pt x="5417" y="1706"/>
                      <a:pt x="5249" y="1100"/>
                      <a:pt x="5035" y="503"/>
                    </a:cubicBezTo>
                    <a:cubicBezTo>
                      <a:pt x="4955" y="284"/>
                      <a:pt x="4802" y="141"/>
                      <a:pt x="4588" y="57"/>
                    </a:cubicBezTo>
                    <a:cubicBezTo>
                      <a:pt x="4487" y="18"/>
                      <a:pt x="4387" y="1"/>
                      <a:pt x="42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3">
                <a:extLst>
                  <a:ext uri="{FF2B5EF4-FFF2-40B4-BE49-F238E27FC236}">
                    <a16:creationId xmlns:a16="http://schemas.microsoft.com/office/drawing/2014/main" id="{24A7B873-5B33-9F2D-3F58-CE3C616F876E}"/>
                  </a:ext>
                </a:extLst>
              </p:cNvPr>
              <p:cNvSpPr/>
              <p:nvPr/>
            </p:nvSpPr>
            <p:spPr>
              <a:xfrm>
                <a:off x="1072850" y="1429250"/>
                <a:ext cx="119275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562" extrusionOk="0">
                    <a:moveTo>
                      <a:pt x="3029" y="1"/>
                    </a:moveTo>
                    <a:cubicBezTo>
                      <a:pt x="2596" y="1"/>
                      <a:pt x="2163" y="25"/>
                      <a:pt x="1735" y="102"/>
                    </a:cubicBezTo>
                    <a:cubicBezTo>
                      <a:pt x="1206" y="196"/>
                      <a:pt x="690" y="342"/>
                      <a:pt x="168" y="468"/>
                    </a:cubicBezTo>
                    <a:cubicBezTo>
                      <a:pt x="110" y="483"/>
                      <a:pt x="56" y="519"/>
                      <a:pt x="0" y="546"/>
                    </a:cubicBezTo>
                    <a:cubicBezTo>
                      <a:pt x="49" y="557"/>
                      <a:pt x="97" y="561"/>
                      <a:pt x="143" y="561"/>
                    </a:cubicBezTo>
                    <a:cubicBezTo>
                      <a:pt x="286" y="561"/>
                      <a:pt x="418" y="517"/>
                      <a:pt x="549" y="478"/>
                    </a:cubicBezTo>
                    <a:cubicBezTo>
                      <a:pt x="1283" y="264"/>
                      <a:pt x="2029" y="142"/>
                      <a:pt x="2795" y="120"/>
                    </a:cubicBezTo>
                    <a:cubicBezTo>
                      <a:pt x="3035" y="112"/>
                      <a:pt x="3275" y="102"/>
                      <a:pt x="3514" y="102"/>
                    </a:cubicBezTo>
                    <a:cubicBezTo>
                      <a:pt x="3864" y="102"/>
                      <a:pt x="4213" y="124"/>
                      <a:pt x="4560" y="207"/>
                    </a:cubicBezTo>
                    <a:cubicBezTo>
                      <a:pt x="4579" y="212"/>
                      <a:pt x="4599" y="213"/>
                      <a:pt x="4622" y="213"/>
                    </a:cubicBezTo>
                    <a:cubicBezTo>
                      <a:pt x="4661" y="213"/>
                      <a:pt x="4708" y="208"/>
                      <a:pt x="4770" y="208"/>
                    </a:cubicBezTo>
                    <a:cubicBezTo>
                      <a:pt x="4716" y="171"/>
                      <a:pt x="4696" y="148"/>
                      <a:pt x="4674" y="144"/>
                    </a:cubicBezTo>
                    <a:cubicBezTo>
                      <a:pt x="4392" y="99"/>
                      <a:pt x="4111" y="31"/>
                      <a:pt x="3828" y="21"/>
                    </a:cubicBezTo>
                    <a:cubicBezTo>
                      <a:pt x="3562" y="10"/>
                      <a:pt x="3295" y="1"/>
                      <a:pt x="30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3">
                <a:extLst>
                  <a:ext uri="{FF2B5EF4-FFF2-40B4-BE49-F238E27FC236}">
                    <a16:creationId xmlns:a16="http://schemas.microsoft.com/office/drawing/2014/main" id="{F86444D0-21D3-F4C7-DF64-1712544DFD3E}"/>
                  </a:ext>
                </a:extLst>
              </p:cNvPr>
              <p:cNvSpPr/>
              <p:nvPr/>
            </p:nvSpPr>
            <p:spPr>
              <a:xfrm>
                <a:off x="1071950" y="1456900"/>
                <a:ext cx="86625" cy="95725"/>
              </a:xfrm>
              <a:custGeom>
                <a:avLst/>
                <a:gdLst/>
                <a:ahLst/>
                <a:cxnLst/>
                <a:rect l="l" t="t" r="r" b="b"/>
                <a:pathLst>
                  <a:path w="3465" h="3829" extrusionOk="0">
                    <a:moveTo>
                      <a:pt x="113" y="1"/>
                    </a:moveTo>
                    <a:cubicBezTo>
                      <a:pt x="81" y="1"/>
                      <a:pt x="44" y="11"/>
                      <a:pt x="0" y="37"/>
                    </a:cubicBezTo>
                    <a:cubicBezTo>
                      <a:pt x="75" y="85"/>
                      <a:pt x="129" y="120"/>
                      <a:pt x="182" y="153"/>
                    </a:cubicBezTo>
                    <a:cubicBezTo>
                      <a:pt x="389" y="283"/>
                      <a:pt x="609" y="394"/>
                      <a:pt x="800" y="544"/>
                    </a:cubicBezTo>
                    <a:cubicBezTo>
                      <a:pt x="1876" y="1389"/>
                      <a:pt x="2701" y="2439"/>
                      <a:pt x="3316" y="3659"/>
                    </a:cubicBezTo>
                    <a:cubicBezTo>
                      <a:pt x="3345" y="3716"/>
                      <a:pt x="3378" y="3773"/>
                      <a:pt x="3411" y="3829"/>
                    </a:cubicBezTo>
                    <a:cubicBezTo>
                      <a:pt x="3427" y="3820"/>
                      <a:pt x="3447" y="3811"/>
                      <a:pt x="3465" y="3802"/>
                    </a:cubicBezTo>
                    <a:cubicBezTo>
                      <a:pt x="3432" y="3722"/>
                      <a:pt x="3403" y="3641"/>
                      <a:pt x="3366" y="3565"/>
                    </a:cubicBezTo>
                    <a:cubicBezTo>
                      <a:pt x="2905" y="2670"/>
                      <a:pt x="2333" y="1857"/>
                      <a:pt x="1613" y="1152"/>
                    </a:cubicBezTo>
                    <a:cubicBezTo>
                      <a:pt x="1468" y="1008"/>
                      <a:pt x="1319" y="868"/>
                      <a:pt x="1172" y="727"/>
                    </a:cubicBezTo>
                    <a:cubicBezTo>
                      <a:pt x="894" y="463"/>
                      <a:pt x="585" y="243"/>
                      <a:pt x="254" y="54"/>
                    </a:cubicBezTo>
                    <a:cubicBezTo>
                      <a:pt x="212" y="30"/>
                      <a:pt x="169" y="1"/>
                      <a:pt x="1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3">
                <a:extLst>
                  <a:ext uri="{FF2B5EF4-FFF2-40B4-BE49-F238E27FC236}">
                    <a16:creationId xmlns:a16="http://schemas.microsoft.com/office/drawing/2014/main" id="{C4592E08-1848-4711-54EB-6FE5CE89178A}"/>
                  </a:ext>
                </a:extLst>
              </p:cNvPr>
              <p:cNvSpPr/>
              <p:nvPr/>
            </p:nvSpPr>
            <p:spPr>
              <a:xfrm>
                <a:off x="1171875" y="1481575"/>
                <a:ext cx="28125" cy="47875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1915" extrusionOk="0">
                    <a:moveTo>
                      <a:pt x="1085" y="0"/>
                    </a:moveTo>
                    <a:cubicBezTo>
                      <a:pt x="1013" y="0"/>
                      <a:pt x="975" y="49"/>
                      <a:pt x="937" y="88"/>
                    </a:cubicBezTo>
                    <a:cubicBezTo>
                      <a:pt x="766" y="262"/>
                      <a:pt x="596" y="438"/>
                      <a:pt x="429" y="616"/>
                    </a:cubicBezTo>
                    <a:cubicBezTo>
                      <a:pt x="150" y="912"/>
                      <a:pt x="48" y="1281"/>
                      <a:pt x="9" y="1671"/>
                    </a:cubicBezTo>
                    <a:lnTo>
                      <a:pt x="8" y="1671"/>
                    </a:lnTo>
                    <a:cubicBezTo>
                      <a:pt x="0" y="1749"/>
                      <a:pt x="23" y="1830"/>
                      <a:pt x="32" y="1908"/>
                    </a:cubicBezTo>
                    <a:cubicBezTo>
                      <a:pt x="45" y="1911"/>
                      <a:pt x="59" y="1913"/>
                      <a:pt x="72" y="1914"/>
                    </a:cubicBezTo>
                    <a:cubicBezTo>
                      <a:pt x="87" y="1821"/>
                      <a:pt x="105" y="1730"/>
                      <a:pt x="119" y="1637"/>
                    </a:cubicBezTo>
                    <a:cubicBezTo>
                      <a:pt x="167" y="1295"/>
                      <a:pt x="276" y="978"/>
                      <a:pt x="516" y="720"/>
                    </a:cubicBezTo>
                    <a:cubicBezTo>
                      <a:pt x="683" y="541"/>
                      <a:pt x="850" y="364"/>
                      <a:pt x="1016" y="186"/>
                    </a:cubicBezTo>
                    <a:cubicBezTo>
                      <a:pt x="1064" y="135"/>
                      <a:pt x="1124" y="91"/>
                      <a:pt x="1121" y="4"/>
                    </a:cubicBezTo>
                    <a:cubicBezTo>
                      <a:pt x="1108" y="2"/>
                      <a:pt x="1096" y="0"/>
                      <a:pt x="10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3">
                <a:extLst>
                  <a:ext uri="{FF2B5EF4-FFF2-40B4-BE49-F238E27FC236}">
                    <a16:creationId xmlns:a16="http://schemas.microsoft.com/office/drawing/2014/main" id="{1CD26947-F6F5-C9C0-E587-21A3322089FC}"/>
                  </a:ext>
                </a:extLst>
              </p:cNvPr>
              <p:cNvSpPr/>
              <p:nvPr/>
            </p:nvSpPr>
            <p:spPr>
              <a:xfrm>
                <a:off x="1167825" y="1587750"/>
                <a:ext cx="42900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1716" h="655" extrusionOk="0">
                    <a:moveTo>
                      <a:pt x="1691" y="1"/>
                    </a:moveTo>
                    <a:lnTo>
                      <a:pt x="1691" y="1"/>
                    </a:lnTo>
                    <a:cubicBezTo>
                      <a:pt x="1406" y="112"/>
                      <a:pt x="1124" y="215"/>
                      <a:pt x="846" y="331"/>
                    </a:cubicBezTo>
                    <a:cubicBezTo>
                      <a:pt x="572" y="445"/>
                      <a:pt x="264" y="469"/>
                      <a:pt x="0" y="620"/>
                    </a:cubicBezTo>
                    <a:cubicBezTo>
                      <a:pt x="31" y="642"/>
                      <a:pt x="58" y="655"/>
                      <a:pt x="83" y="655"/>
                    </a:cubicBezTo>
                    <a:cubicBezTo>
                      <a:pt x="88" y="655"/>
                      <a:pt x="93" y="654"/>
                      <a:pt x="98" y="653"/>
                    </a:cubicBezTo>
                    <a:cubicBezTo>
                      <a:pt x="621" y="560"/>
                      <a:pt x="1112" y="361"/>
                      <a:pt x="1601" y="161"/>
                    </a:cubicBezTo>
                    <a:cubicBezTo>
                      <a:pt x="1654" y="140"/>
                      <a:pt x="1715" y="110"/>
                      <a:pt x="16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3">
                <a:extLst>
                  <a:ext uri="{FF2B5EF4-FFF2-40B4-BE49-F238E27FC236}">
                    <a16:creationId xmlns:a16="http://schemas.microsoft.com/office/drawing/2014/main" id="{E9AE5609-59A9-0D3F-7102-0CA88DDA21FF}"/>
                  </a:ext>
                </a:extLst>
              </p:cNvPr>
              <p:cNvSpPr/>
              <p:nvPr/>
            </p:nvSpPr>
            <p:spPr>
              <a:xfrm>
                <a:off x="1136125" y="1437050"/>
                <a:ext cx="20350" cy="172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69" extrusionOk="0">
                    <a:moveTo>
                      <a:pt x="392" y="0"/>
                    </a:moveTo>
                    <a:cubicBezTo>
                      <a:pt x="238" y="0"/>
                      <a:pt x="93" y="24"/>
                      <a:pt x="0" y="69"/>
                    </a:cubicBezTo>
                    <a:lnTo>
                      <a:pt x="814" y="69"/>
                    </a:lnTo>
                    <a:cubicBezTo>
                      <a:pt x="691" y="22"/>
                      <a:pt x="538" y="0"/>
                      <a:pt x="3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064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0"/>
          <p:cNvSpPr txBox="1">
            <a:spLocks noGrp="1"/>
          </p:cNvSpPr>
          <p:nvPr>
            <p:ph type="title"/>
          </p:nvPr>
        </p:nvSpPr>
        <p:spPr>
          <a:xfrm>
            <a:off x="715050" y="557860"/>
            <a:ext cx="771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Challenges</a:t>
            </a:r>
            <a:endParaRPr dirty="0"/>
          </a:p>
        </p:txBody>
      </p:sp>
      <p:sp>
        <p:nvSpPr>
          <p:cNvPr id="456" name="Google Shape;456;p40"/>
          <p:cNvSpPr txBox="1">
            <a:spLocks noGrp="1"/>
          </p:cNvSpPr>
          <p:nvPr>
            <p:ph type="subTitle" idx="1"/>
          </p:nvPr>
        </p:nvSpPr>
        <p:spPr>
          <a:xfrm>
            <a:off x="1082636" y="2449490"/>
            <a:ext cx="19632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Not enough examples for all gestures</a:t>
            </a:r>
          </a:p>
        </p:txBody>
      </p:sp>
      <p:sp>
        <p:nvSpPr>
          <p:cNvPr id="457" name="Google Shape;457;p40"/>
          <p:cNvSpPr txBox="1">
            <a:spLocks noGrp="1"/>
          </p:cNvSpPr>
          <p:nvPr>
            <p:ph type="subTitle" idx="2"/>
          </p:nvPr>
        </p:nvSpPr>
        <p:spPr>
          <a:xfrm>
            <a:off x="709396" y="2025890"/>
            <a:ext cx="271272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Limited Dataset</a:t>
            </a:r>
            <a:r>
              <a:rPr lang="en-GB" dirty="0"/>
              <a:t> </a:t>
            </a:r>
            <a:endParaRPr dirty="0"/>
          </a:p>
        </p:txBody>
      </p:sp>
      <p:sp>
        <p:nvSpPr>
          <p:cNvPr id="458" name="Google Shape;458;p40"/>
          <p:cNvSpPr txBox="1">
            <a:spLocks noGrp="1"/>
          </p:cNvSpPr>
          <p:nvPr>
            <p:ph type="subTitle" idx="3"/>
          </p:nvPr>
        </p:nvSpPr>
        <p:spPr>
          <a:xfrm>
            <a:off x="3431751" y="2449490"/>
            <a:ext cx="19632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Different hand positions, lighting, and backgrounds</a:t>
            </a:r>
          </a:p>
        </p:txBody>
      </p:sp>
      <p:sp>
        <p:nvSpPr>
          <p:cNvPr id="459" name="Google Shape;459;p40"/>
          <p:cNvSpPr txBox="1">
            <a:spLocks noGrp="1"/>
          </p:cNvSpPr>
          <p:nvPr>
            <p:ph type="subTitle" idx="4"/>
          </p:nvPr>
        </p:nvSpPr>
        <p:spPr>
          <a:xfrm>
            <a:off x="3431752" y="2025890"/>
            <a:ext cx="1963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Variations</a:t>
            </a:r>
            <a:endParaRPr dirty="0"/>
          </a:p>
        </p:txBody>
      </p:sp>
      <p:sp>
        <p:nvSpPr>
          <p:cNvPr id="464" name="Google Shape;464;p40"/>
          <p:cNvSpPr txBox="1">
            <a:spLocks noGrp="1"/>
          </p:cNvSpPr>
          <p:nvPr>
            <p:ph type="subTitle" idx="9"/>
          </p:nvPr>
        </p:nvSpPr>
        <p:spPr>
          <a:xfrm>
            <a:off x="6076014" y="2449490"/>
            <a:ext cx="1963200" cy="6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Maintaining fast and accurate recognition</a:t>
            </a:r>
          </a:p>
        </p:txBody>
      </p:sp>
      <p:sp>
        <p:nvSpPr>
          <p:cNvPr id="465" name="Google Shape;465;p40"/>
          <p:cNvSpPr txBox="1">
            <a:spLocks noGrp="1"/>
          </p:cNvSpPr>
          <p:nvPr>
            <p:ph type="subTitle" idx="13"/>
          </p:nvPr>
        </p:nvSpPr>
        <p:spPr>
          <a:xfrm>
            <a:off x="5394960" y="2025890"/>
            <a:ext cx="3368039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Real-Time Performance</a:t>
            </a:r>
            <a:endParaRPr dirty="0"/>
          </a:p>
        </p:txBody>
      </p:sp>
      <p:sp>
        <p:nvSpPr>
          <p:cNvPr id="468" name="Google Shape;468;p40"/>
          <p:cNvSpPr txBox="1">
            <a:spLocks noGrp="1"/>
          </p:cNvSpPr>
          <p:nvPr>
            <p:ph type="title" idx="16"/>
          </p:nvPr>
        </p:nvSpPr>
        <p:spPr>
          <a:xfrm>
            <a:off x="1082654" y="1598690"/>
            <a:ext cx="1963200" cy="5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sp>
        <p:nvSpPr>
          <p:cNvPr id="469" name="Google Shape;469;p40"/>
          <p:cNvSpPr txBox="1">
            <a:spLocks noGrp="1"/>
          </p:cNvSpPr>
          <p:nvPr>
            <p:ph type="title" idx="17"/>
          </p:nvPr>
        </p:nvSpPr>
        <p:spPr>
          <a:xfrm>
            <a:off x="3431760" y="1598690"/>
            <a:ext cx="1963200" cy="5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470" name="Google Shape;470;p40"/>
          <p:cNvSpPr txBox="1">
            <a:spLocks noGrp="1"/>
          </p:cNvSpPr>
          <p:nvPr>
            <p:ph type="title" idx="18"/>
          </p:nvPr>
        </p:nvSpPr>
        <p:spPr>
          <a:xfrm>
            <a:off x="6076035" y="1598690"/>
            <a:ext cx="1963200" cy="5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pic>
        <p:nvPicPr>
          <p:cNvPr id="25" name="Graphic 24" descr="Stopwatch 75% with solid fill">
            <a:extLst>
              <a:ext uri="{FF2B5EF4-FFF2-40B4-BE49-F238E27FC236}">
                <a16:creationId xmlns:a16="http://schemas.microsoft.com/office/drawing/2014/main" id="{13497377-CE09-B8B0-C46D-EE61DD9F8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568029" y="3243890"/>
            <a:ext cx="1162050" cy="1162050"/>
          </a:xfrm>
          <a:prstGeom prst="rect">
            <a:avLst/>
          </a:prstGeom>
        </p:spPr>
      </p:pic>
      <p:pic>
        <p:nvPicPr>
          <p:cNvPr id="27" name="Graphic 26" descr="Lights On with solid fill">
            <a:extLst>
              <a:ext uri="{FF2B5EF4-FFF2-40B4-BE49-F238E27FC236}">
                <a16:creationId xmlns:a16="http://schemas.microsoft.com/office/drawing/2014/main" id="{B495D6CD-A77B-8E3E-D6C0-087627A6CA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929481" y="3243890"/>
            <a:ext cx="1162050" cy="1162050"/>
          </a:xfrm>
          <a:prstGeom prst="rect">
            <a:avLst/>
          </a:prstGeom>
        </p:spPr>
      </p:pic>
      <p:pic>
        <p:nvPicPr>
          <p:cNvPr id="29" name="Graphic 28" descr="Paper with solid fill">
            <a:extLst>
              <a:ext uri="{FF2B5EF4-FFF2-40B4-BE49-F238E27FC236}">
                <a16:creationId xmlns:a16="http://schemas.microsoft.com/office/drawing/2014/main" id="{9C63D2A2-11AB-E4AC-F5B1-868B63A4D2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510892" y="3340860"/>
            <a:ext cx="1065080" cy="1065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Future Improvements</a:t>
            </a:r>
            <a:endParaRPr lang="en-GB" dirty="0"/>
          </a:p>
        </p:txBody>
      </p:sp>
      <p:sp>
        <p:nvSpPr>
          <p:cNvPr id="919" name="Google Shape;919;p54"/>
          <p:cNvSpPr txBox="1"/>
          <p:nvPr/>
        </p:nvSpPr>
        <p:spPr>
          <a:xfrm>
            <a:off x="971115" y="1809763"/>
            <a:ext cx="1783259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rPr>
              <a:t>Add more hand gestures and real-world variations for better accuracy.</a:t>
            </a:r>
            <a:endParaRPr dirty="0">
              <a:solidFill>
                <a:schemeClr val="accent1"/>
              </a:solidFill>
              <a:highlight>
                <a:schemeClr val="dk1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0" name="Google Shape;920;p54"/>
          <p:cNvSpPr txBox="1"/>
          <p:nvPr/>
        </p:nvSpPr>
        <p:spPr>
          <a:xfrm>
            <a:off x="971115" y="1380221"/>
            <a:ext cx="186708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Expand Dataset</a:t>
            </a:r>
          </a:p>
        </p:txBody>
      </p:sp>
      <p:sp>
        <p:nvSpPr>
          <p:cNvPr id="921" name="Google Shape;921;p54"/>
          <p:cNvSpPr txBox="1"/>
          <p:nvPr/>
        </p:nvSpPr>
        <p:spPr>
          <a:xfrm>
            <a:off x="850071" y="3483113"/>
            <a:ext cx="1917893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rPr>
              <a:t>Optimize the model to reduce latency and run faster on live video.</a:t>
            </a:r>
            <a:endParaRPr dirty="0">
              <a:solidFill>
                <a:schemeClr val="accent1"/>
              </a:solidFill>
              <a:highlight>
                <a:schemeClr val="dk1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2" name="Google Shape;922;p54"/>
          <p:cNvSpPr txBox="1"/>
          <p:nvPr/>
        </p:nvSpPr>
        <p:spPr>
          <a:xfrm>
            <a:off x="925627" y="2902338"/>
            <a:ext cx="2244291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Improve Real-Time Performance</a:t>
            </a:r>
            <a:endParaRPr sz="1800" b="1" dirty="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3" name="Google Shape;923;p54"/>
          <p:cNvSpPr txBox="1"/>
          <p:nvPr/>
        </p:nvSpPr>
        <p:spPr>
          <a:xfrm>
            <a:off x="3278043" y="1809763"/>
            <a:ext cx="2192892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rPr>
              <a:t>Apply gesture recognition in virtual or augmented reality environments.</a:t>
            </a:r>
            <a:endParaRPr dirty="0">
              <a:solidFill>
                <a:schemeClr val="accent1"/>
              </a:solidFill>
              <a:highlight>
                <a:schemeClr val="dk1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4" name="Google Shape;924;p54"/>
          <p:cNvSpPr txBox="1"/>
          <p:nvPr/>
        </p:nvSpPr>
        <p:spPr>
          <a:xfrm>
            <a:off x="3394063" y="2852037"/>
            <a:ext cx="1968652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Use Advanced Models</a:t>
            </a:r>
          </a:p>
        </p:txBody>
      </p:sp>
      <p:sp>
        <p:nvSpPr>
          <p:cNvPr id="925" name="Google Shape;925;p54"/>
          <p:cNvSpPr txBox="1"/>
          <p:nvPr/>
        </p:nvSpPr>
        <p:spPr>
          <a:xfrm>
            <a:off x="3180928" y="3441273"/>
            <a:ext cx="1917893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rPr>
              <a:t>Experiment with newer pre-trained models for improved feature extraction</a:t>
            </a:r>
          </a:p>
        </p:txBody>
      </p:sp>
      <p:sp>
        <p:nvSpPr>
          <p:cNvPr id="926" name="Google Shape;926;p54"/>
          <p:cNvSpPr txBox="1"/>
          <p:nvPr/>
        </p:nvSpPr>
        <p:spPr>
          <a:xfrm>
            <a:off x="3404331" y="1262822"/>
            <a:ext cx="16461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Integration with VR/AR</a:t>
            </a:r>
            <a:endParaRPr sz="1800" b="1" dirty="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7" name="Google Shape;927;p54"/>
          <p:cNvSpPr txBox="1"/>
          <p:nvPr/>
        </p:nvSpPr>
        <p:spPr>
          <a:xfrm>
            <a:off x="5641277" y="1809763"/>
            <a:ext cx="2277835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rPr>
              <a:t>Help people with speech or mobility difficulties communicate more easily.</a:t>
            </a:r>
            <a:endParaRPr dirty="0">
              <a:solidFill>
                <a:schemeClr val="accent1"/>
              </a:solidFill>
              <a:highlight>
                <a:schemeClr val="dk1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8" name="Google Shape;928;p54"/>
          <p:cNvSpPr txBox="1"/>
          <p:nvPr/>
        </p:nvSpPr>
        <p:spPr>
          <a:xfrm>
            <a:off x="5394064" y="1156871"/>
            <a:ext cx="2277836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Accessibility Applications</a:t>
            </a:r>
            <a:endParaRPr sz="1800" b="1" dirty="0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9" name="Google Shape;929;p54"/>
          <p:cNvSpPr txBox="1"/>
          <p:nvPr/>
        </p:nvSpPr>
        <p:spPr>
          <a:xfrm>
            <a:off x="5511785" y="3520125"/>
            <a:ext cx="2160115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/>
                </a:solidFill>
                <a:highlight>
                  <a:schemeClr val="dk1"/>
                </a:highlight>
                <a:latin typeface="Albert Sans"/>
                <a:ea typeface="Albert Sans"/>
                <a:cs typeface="Albert Sans"/>
                <a:sym typeface="Albert Sans"/>
              </a:rPr>
              <a:t>Make the system work on multiple devices and operating systems for wider accessibility.</a:t>
            </a:r>
            <a:endParaRPr dirty="0">
              <a:solidFill>
                <a:schemeClr val="accent1"/>
              </a:solidFill>
              <a:highlight>
                <a:schemeClr val="dk1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30" name="Google Shape;930;p54"/>
          <p:cNvSpPr txBox="1"/>
          <p:nvPr/>
        </p:nvSpPr>
        <p:spPr>
          <a:xfrm>
            <a:off x="5494445" y="2891884"/>
            <a:ext cx="293398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Cross-Platform Compatibility</a:t>
            </a:r>
          </a:p>
        </p:txBody>
      </p:sp>
      <p:cxnSp>
        <p:nvCxnSpPr>
          <p:cNvPr id="932" name="Google Shape;932;p54"/>
          <p:cNvCxnSpPr/>
          <p:nvPr/>
        </p:nvCxnSpPr>
        <p:spPr>
          <a:xfrm>
            <a:off x="853440" y="1439263"/>
            <a:ext cx="0" cy="2846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3" name="Google Shape;933;p54"/>
          <p:cNvCxnSpPr>
            <a:cxnSpLocks/>
          </p:cNvCxnSpPr>
          <p:nvPr/>
        </p:nvCxnSpPr>
        <p:spPr>
          <a:xfrm>
            <a:off x="853440" y="2811075"/>
            <a:ext cx="7559110" cy="2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34" name="Google Shape;934;p54"/>
          <p:cNvGrpSpPr/>
          <p:nvPr/>
        </p:nvGrpSpPr>
        <p:grpSpPr>
          <a:xfrm>
            <a:off x="7606300" y="1390875"/>
            <a:ext cx="822600" cy="2838300"/>
            <a:chOff x="7606300" y="1337550"/>
            <a:chExt cx="822600" cy="2838300"/>
          </a:xfrm>
        </p:grpSpPr>
        <p:cxnSp>
          <p:nvCxnSpPr>
            <p:cNvPr id="935" name="Google Shape;935;p54"/>
            <p:cNvCxnSpPr/>
            <p:nvPr/>
          </p:nvCxnSpPr>
          <p:spPr>
            <a:xfrm rot="10800000">
              <a:off x="7606300" y="1337550"/>
              <a:ext cx="822600" cy="1424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6" name="Google Shape;936;p54"/>
            <p:cNvCxnSpPr/>
            <p:nvPr/>
          </p:nvCxnSpPr>
          <p:spPr>
            <a:xfrm flipH="1">
              <a:off x="7609725" y="2757750"/>
              <a:ext cx="818700" cy="1418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37" name="Google Shape;937;p54"/>
          <p:cNvGrpSpPr/>
          <p:nvPr/>
        </p:nvGrpSpPr>
        <p:grpSpPr>
          <a:xfrm>
            <a:off x="5131489" y="1391925"/>
            <a:ext cx="822600" cy="2838300"/>
            <a:chOff x="5492113" y="1337550"/>
            <a:chExt cx="822600" cy="2838300"/>
          </a:xfrm>
        </p:grpSpPr>
        <p:cxnSp>
          <p:nvCxnSpPr>
            <p:cNvPr id="938" name="Google Shape;938;p54"/>
            <p:cNvCxnSpPr/>
            <p:nvPr/>
          </p:nvCxnSpPr>
          <p:spPr>
            <a:xfrm rot="10800000">
              <a:off x="5492113" y="1337550"/>
              <a:ext cx="822600" cy="1424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9" name="Google Shape;939;p54"/>
            <p:cNvCxnSpPr/>
            <p:nvPr/>
          </p:nvCxnSpPr>
          <p:spPr>
            <a:xfrm flipH="1">
              <a:off x="5495538" y="2757750"/>
              <a:ext cx="818700" cy="1418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40" name="Google Shape;940;p54"/>
          <p:cNvGrpSpPr/>
          <p:nvPr/>
        </p:nvGrpSpPr>
        <p:grpSpPr>
          <a:xfrm>
            <a:off x="2761168" y="1390875"/>
            <a:ext cx="822600" cy="2838300"/>
            <a:chOff x="3374488" y="1337550"/>
            <a:chExt cx="822600" cy="2838300"/>
          </a:xfrm>
        </p:grpSpPr>
        <p:cxnSp>
          <p:nvCxnSpPr>
            <p:cNvPr id="941" name="Google Shape;941;p54"/>
            <p:cNvCxnSpPr/>
            <p:nvPr/>
          </p:nvCxnSpPr>
          <p:spPr>
            <a:xfrm rot="10800000">
              <a:off x="3374488" y="1337550"/>
              <a:ext cx="822600" cy="1424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2" name="Google Shape;942;p54"/>
            <p:cNvCxnSpPr/>
            <p:nvPr/>
          </p:nvCxnSpPr>
          <p:spPr>
            <a:xfrm flipH="1">
              <a:off x="3377913" y="2757750"/>
              <a:ext cx="818700" cy="1418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Conclusion</a:t>
            </a:r>
            <a:endParaRPr dirty="0"/>
          </a:p>
        </p:txBody>
      </p:sp>
      <p:sp>
        <p:nvSpPr>
          <p:cNvPr id="500" name="Google Shape;500;p43"/>
          <p:cNvSpPr txBox="1">
            <a:spLocks noGrp="1"/>
          </p:cNvSpPr>
          <p:nvPr>
            <p:ph type="body" idx="1"/>
          </p:nvPr>
        </p:nvSpPr>
        <p:spPr>
          <a:xfrm>
            <a:off x="891804" y="1381108"/>
            <a:ext cx="7240180" cy="1503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GB" i="1" dirty="0"/>
              <a:t>Recognizes hand gestures in real-time.</a:t>
            </a:r>
          </a:p>
          <a:p>
            <a:pPr marL="139700" indent="0">
              <a:buNone/>
            </a:pPr>
            <a:r>
              <a:rPr lang="en-GB" i="1" dirty="0"/>
              <a:t>Enables device control and assists people with speech difficulties.</a:t>
            </a:r>
          </a:p>
          <a:p>
            <a:pPr marL="139700" indent="0">
              <a:buNone/>
            </a:pPr>
            <a:r>
              <a:rPr lang="en-GB" i="1" dirty="0"/>
              <a:t>Utilizes deep learning and computer vision .</a:t>
            </a:r>
          </a:p>
          <a:p>
            <a:pPr marL="139700" indent="0">
              <a:buNone/>
            </a:pPr>
            <a:r>
              <a:rPr lang="en-GB" i="1" dirty="0"/>
              <a:t>Can be improved for greater speed, accuracy, and wider applications.</a:t>
            </a:r>
            <a:endParaRPr lang="en-GB" dirty="0"/>
          </a:p>
        </p:txBody>
      </p:sp>
      <p:sp>
        <p:nvSpPr>
          <p:cNvPr id="2" name="Google Shape;195;p29">
            <a:extLst>
              <a:ext uri="{FF2B5EF4-FFF2-40B4-BE49-F238E27FC236}">
                <a16:creationId xmlns:a16="http://schemas.microsoft.com/office/drawing/2014/main" id="{0B2DFF61-ADF0-DB07-28F8-AE0C06258581}"/>
              </a:ext>
            </a:extLst>
          </p:cNvPr>
          <p:cNvSpPr/>
          <p:nvPr/>
        </p:nvSpPr>
        <p:spPr>
          <a:xfrm>
            <a:off x="1869900" y="3256742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3" name="Google Shape;196;p29">
            <a:extLst>
              <a:ext uri="{FF2B5EF4-FFF2-40B4-BE49-F238E27FC236}">
                <a16:creationId xmlns:a16="http://schemas.microsoft.com/office/drawing/2014/main" id="{4056F401-A93D-2605-C7DD-D20B4125568D}"/>
              </a:ext>
            </a:extLst>
          </p:cNvPr>
          <p:cNvGrpSpPr/>
          <p:nvPr/>
        </p:nvGrpSpPr>
        <p:grpSpPr>
          <a:xfrm>
            <a:off x="2069489" y="3228612"/>
            <a:ext cx="709921" cy="1165362"/>
            <a:chOff x="7503132" y="3518051"/>
            <a:chExt cx="664285" cy="1090448"/>
          </a:xfrm>
        </p:grpSpPr>
        <p:sp>
          <p:nvSpPr>
            <p:cNvPr id="4" name="Google Shape;197;p29">
              <a:extLst>
                <a:ext uri="{FF2B5EF4-FFF2-40B4-BE49-F238E27FC236}">
                  <a16:creationId xmlns:a16="http://schemas.microsoft.com/office/drawing/2014/main" id="{03343282-478B-25D4-80ED-F6D2B9C38FF1}"/>
                </a:ext>
              </a:extLst>
            </p:cNvPr>
            <p:cNvSpPr/>
            <p:nvPr/>
          </p:nvSpPr>
          <p:spPr>
            <a:xfrm>
              <a:off x="7503132" y="3518051"/>
              <a:ext cx="664216" cy="1090392"/>
            </a:xfrm>
            <a:custGeom>
              <a:avLst/>
              <a:gdLst/>
              <a:ahLst/>
              <a:cxnLst/>
              <a:rect l="l" t="t" r="r" b="b"/>
              <a:pathLst>
                <a:path w="10583" h="17374" extrusionOk="0">
                  <a:moveTo>
                    <a:pt x="5645" y="1"/>
                  </a:moveTo>
                  <a:cubicBezTo>
                    <a:pt x="5568" y="1"/>
                    <a:pt x="5488" y="8"/>
                    <a:pt x="5406" y="22"/>
                  </a:cubicBezTo>
                  <a:cubicBezTo>
                    <a:pt x="4994" y="94"/>
                    <a:pt x="4616" y="293"/>
                    <a:pt x="4413" y="709"/>
                  </a:cubicBezTo>
                  <a:cubicBezTo>
                    <a:pt x="4403" y="732"/>
                    <a:pt x="4380" y="750"/>
                    <a:pt x="4346" y="793"/>
                  </a:cubicBezTo>
                  <a:cubicBezTo>
                    <a:pt x="4295" y="726"/>
                    <a:pt x="4254" y="679"/>
                    <a:pt x="4224" y="628"/>
                  </a:cubicBezTo>
                  <a:cubicBezTo>
                    <a:pt x="4112" y="431"/>
                    <a:pt x="3939" y="320"/>
                    <a:pt x="3721" y="272"/>
                  </a:cubicBezTo>
                  <a:cubicBezTo>
                    <a:pt x="3615" y="248"/>
                    <a:pt x="3508" y="220"/>
                    <a:pt x="3400" y="205"/>
                  </a:cubicBezTo>
                  <a:cubicBezTo>
                    <a:pt x="3335" y="195"/>
                    <a:pt x="3271" y="191"/>
                    <a:pt x="3210" y="191"/>
                  </a:cubicBezTo>
                  <a:cubicBezTo>
                    <a:pt x="2841" y="191"/>
                    <a:pt x="2547" y="360"/>
                    <a:pt x="2335" y="697"/>
                  </a:cubicBezTo>
                  <a:cubicBezTo>
                    <a:pt x="2194" y="919"/>
                    <a:pt x="2100" y="1156"/>
                    <a:pt x="2092" y="1426"/>
                  </a:cubicBezTo>
                  <a:cubicBezTo>
                    <a:pt x="2088" y="1558"/>
                    <a:pt x="2061" y="1689"/>
                    <a:pt x="2044" y="1819"/>
                  </a:cubicBezTo>
                  <a:cubicBezTo>
                    <a:pt x="2029" y="1824"/>
                    <a:pt x="2015" y="1828"/>
                    <a:pt x="2002" y="1831"/>
                  </a:cubicBezTo>
                  <a:cubicBezTo>
                    <a:pt x="1954" y="1761"/>
                    <a:pt x="1903" y="1690"/>
                    <a:pt x="1858" y="1618"/>
                  </a:cubicBezTo>
                  <a:cubicBezTo>
                    <a:pt x="1737" y="1430"/>
                    <a:pt x="1571" y="1324"/>
                    <a:pt x="1364" y="1324"/>
                  </a:cubicBezTo>
                  <a:cubicBezTo>
                    <a:pt x="1333" y="1324"/>
                    <a:pt x="1300" y="1327"/>
                    <a:pt x="1267" y="1332"/>
                  </a:cubicBezTo>
                  <a:cubicBezTo>
                    <a:pt x="1031" y="1368"/>
                    <a:pt x="797" y="1425"/>
                    <a:pt x="569" y="1492"/>
                  </a:cubicBezTo>
                  <a:cubicBezTo>
                    <a:pt x="401" y="1542"/>
                    <a:pt x="264" y="1660"/>
                    <a:pt x="195" y="1822"/>
                  </a:cubicBezTo>
                  <a:cubicBezTo>
                    <a:pt x="128" y="1984"/>
                    <a:pt x="59" y="2155"/>
                    <a:pt x="45" y="2328"/>
                  </a:cubicBezTo>
                  <a:cubicBezTo>
                    <a:pt x="0" y="2849"/>
                    <a:pt x="44" y="3365"/>
                    <a:pt x="179" y="3873"/>
                  </a:cubicBezTo>
                  <a:cubicBezTo>
                    <a:pt x="215" y="4004"/>
                    <a:pt x="234" y="4141"/>
                    <a:pt x="248" y="4276"/>
                  </a:cubicBezTo>
                  <a:lnTo>
                    <a:pt x="249" y="4274"/>
                  </a:lnTo>
                  <a:cubicBezTo>
                    <a:pt x="287" y="4642"/>
                    <a:pt x="323" y="5009"/>
                    <a:pt x="350" y="5377"/>
                  </a:cubicBezTo>
                  <a:cubicBezTo>
                    <a:pt x="392" y="6004"/>
                    <a:pt x="568" y="6618"/>
                    <a:pt x="523" y="7251"/>
                  </a:cubicBezTo>
                  <a:cubicBezTo>
                    <a:pt x="520" y="7291"/>
                    <a:pt x="533" y="7333"/>
                    <a:pt x="538" y="7374"/>
                  </a:cubicBezTo>
                  <a:cubicBezTo>
                    <a:pt x="565" y="7590"/>
                    <a:pt x="587" y="7808"/>
                    <a:pt x="620" y="8024"/>
                  </a:cubicBezTo>
                  <a:cubicBezTo>
                    <a:pt x="683" y="8442"/>
                    <a:pt x="721" y="8868"/>
                    <a:pt x="826" y="9276"/>
                  </a:cubicBezTo>
                  <a:cubicBezTo>
                    <a:pt x="973" y="9838"/>
                    <a:pt x="1180" y="10382"/>
                    <a:pt x="1588" y="10822"/>
                  </a:cubicBezTo>
                  <a:cubicBezTo>
                    <a:pt x="1612" y="10849"/>
                    <a:pt x="1621" y="10895"/>
                    <a:pt x="1622" y="10933"/>
                  </a:cubicBezTo>
                  <a:cubicBezTo>
                    <a:pt x="1633" y="11329"/>
                    <a:pt x="1648" y="11725"/>
                    <a:pt x="1645" y="12123"/>
                  </a:cubicBezTo>
                  <a:cubicBezTo>
                    <a:pt x="1637" y="13209"/>
                    <a:pt x="1622" y="14295"/>
                    <a:pt x="1612" y="15382"/>
                  </a:cubicBezTo>
                  <a:cubicBezTo>
                    <a:pt x="1607" y="15772"/>
                    <a:pt x="1606" y="16160"/>
                    <a:pt x="1609" y="16551"/>
                  </a:cubicBezTo>
                  <a:cubicBezTo>
                    <a:pt x="1609" y="16596"/>
                    <a:pt x="1643" y="16660"/>
                    <a:pt x="1681" y="16683"/>
                  </a:cubicBezTo>
                  <a:cubicBezTo>
                    <a:pt x="1850" y="16785"/>
                    <a:pt x="2017" y="16905"/>
                    <a:pt x="2202" y="16960"/>
                  </a:cubicBezTo>
                  <a:cubicBezTo>
                    <a:pt x="2593" y="17076"/>
                    <a:pt x="2994" y="17167"/>
                    <a:pt x="3396" y="17248"/>
                  </a:cubicBezTo>
                  <a:cubicBezTo>
                    <a:pt x="3761" y="17321"/>
                    <a:pt x="4129" y="17373"/>
                    <a:pt x="4499" y="17373"/>
                  </a:cubicBezTo>
                  <a:cubicBezTo>
                    <a:pt x="4648" y="17373"/>
                    <a:pt x="4797" y="17365"/>
                    <a:pt x="4946" y="17346"/>
                  </a:cubicBezTo>
                  <a:cubicBezTo>
                    <a:pt x="5384" y="17290"/>
                    <a:pt x="5822" y="17200"/>
                    <a:pt x="6251" y="17094"/>
                  </a:cubicBezTo>
                  <a:cubicBezTo>
                    <a:pt x="6614" y="17005"/>
                    <a:pt x="6976" y="16897"/>
                    <a:pt x="7308" y="16711"/>
                  </a:cubicBezTo>
                  <a:cubicBezTo>
                    <a:pt x="7419" y="16648"/>
                    <a:pt x="7546" y="16615"/>
                    <a:pt x="7689" y="16560"/>
                  </a:cubicBezTo>
                  <a:cubicBezTo>
                    <a:pt x="7716" y="16444"/>
                    <a:pt x="7699" y="16310"/>
                    <a:pt x="7687" y="16175"/>
                  </a:cubicBezTo>
                  <a:cubicBezTo>
                    <a:pt x="7668" y="15931"/>
                    <a:pt x="7648" y="15686"/>
                    <a:pt x="7641" y="15440"/>
                  </a:cubicBezTo>
                  <a:cubicBezTo>
                    <a:pt x="7636" y="15284"/>
                    <a:pt x="7662" y="15128"/>
                    <a:pt x="7666" y="14971"/>
                  </a:cubicBezTo>
                  <a:cubicBezTo>
                    <a:pt x="7681" y="14451"/>
                    <a:pt x="7683" y="13932"/>
                    <a:pt x="7711" y="13415"/>
                  </a:cubicBezTo>
                  <a:cubicBezTo>
                    <a:pt x="7752" y="12622"/>
                    <a:pt x="7810" y="11832"/>
                    <a:pt x="7858" y="11041"/>
                  </a:cubicBezTo>
                  <a:cubicBezTo>
                    <a:pt x="7866" y="10930"/>
                    <a:pt x="7882" y="10835"/>
                    <a:pt x="7959" y="10741"/>
                  </a:cubicBezTo>
                  <a:cubicBezTo>
                    <a:pt x="8124" y="10541"/>
                    <a:pt x="8271" y="10328"/>
                    <a:pt x="8424" y="10118"/>
                  </a:cubicBezTo>
                  <a:cubicBezTo>
                    <a:pt x="8517" y="9992"/>
                    <a:pt x="8599" y="9857"/>
                    <a:pt x="8700" y="9737"/>
                  </a:cubicBezTo>
                  <a:cubicBezTo>
                    <a:pt x="8889" y="9512"/>
                    <a:pt x="9087" y="9296"/>
                    <a:pt x="9279" y="9072"/>
                  </a:cubicBezTo>
                  <a:cubicBezTo>
                    <a:pt x="9708" y="8576"/>
                    <a:pt x="10131" y="8075"/>
                    <a:pt x="10431" y="7483"/>
                  </a:cubicBezTo>
                  <a:cubicBezTo>
                    <a:pt x="10526" y="7296"/>
                    <a:pt x="10583" y="7113"/>
                    <a:pt x="10547" y="6915"/>
                  </a:cubicBezTo>
                  <a:cubicBezTo>
                    <a:pt x="10517" y="6748"/>
                    <a:pt x="10470" y="6580"/>
                    <a:pt x="10395" y="6430"/>
                  </a:cubicBezTo>
                  <a:cubicBezTo>
                    <a:pt x="10182" y="6000"/>
                    <a:pt x="9998" y="5561"/>
                    <a:pt x="9920" y="5083"/>
                  </a:cubicBezTo>
                  <a:cubicBezTo>
                    <a:pt x="9891" y="4904"/>
                    <a:pt x="9780" y="4777"/>
                    <a:pt x="9621" y="4688"/>
                  </a:cubicBezTo>
                  <a:cubicBezTo>
                    <a:pt x="9558" y="4652"/>
                    <a:pt x="9495" y="4613"/>
                    <a:pt x="9429" y="4574"/>
                  </a:cubicBezTo>
                  <a:cubicBezTo>
                    <a:pt x="9440" y="4481"/>
                    <a:pt x="9443" y="4399"/>
                    <a:pt x="9456" y="4318"/>
                  </a:cubicBezTo>
                  <a:cubicBezTo>
                    <a:pt x="9554" y="3768"/>
                    <a:pt x="9572" y="3216"/>
                    <a:pt x="9507" y="2664"/>
                  </a:cubicBezTo>
                  <a:cubicBezTo>
                    <a:pt x="9471" y="2360"/>
                    <a:pt x="9446" y="2050"/>
                    <a:pt x="9318" y="1764"/>
                  </a:cubicBezTo>
                  <a:cubicBezTo>
                    <a:pt x="9221" y="1546"/>
                    <a:pt x="9126" y="1327"/>
                    <a:pt x="9032" y="1107"/>
                  </a:cubicBezTo>
                  <a:cubicBezTo>
                    <a:pt x="8926" y="867"/>
                    <a:pt x="8764" y="681"/>
                    <a:pt x="8527" y="562"/>
                  </a:cubicBezTo>
                  <a:cubicBezTo>
                    <a:pt x="8356" y="476"/>
                    <a:pt x="8188" y="385"/>
                    <a:pt x="8020" y="293"/>
                  </a:cubicBezTo>
                  <a:cubicBezTo>
                    <a:pt x="7843" y="195"/>
                    <a:pt x="7671" y="146"/>
                    <a:pt x="7505" y="146"/>
                  </a:cubicBezTo>
                  <a:cubicBezTo>
                    <a:pt x="7229" y="146"/>
                    <a:pt x="6971" y="283"/>
                    <a:pt x="6745" y="554"/>
                  </a:cubicBezTo>
                  <a:cubicBezTo>
                    <a:pt x="6712" y="594"/>
                    <a:pt x="6673" y="628"/>
                    <a:pt x="6625" y="675"/>
                  </a:cubicBezTo>
                  <a:cubicBezTo>
                    <a:pt x="6578" y="598"/>
                    <a:pt x="6545" y="539"/>
                    <a:pt x="6509" y="482"/>
                  </a:cubicBezTo>
                  <a:cubicBezTo>
                    <a:pt x="6300" y="154"/>
                    <a:pt x="6000" y="1"/>
                    <a:pt x="5645" y="1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198;p29">
              <a:extLst>
                <a:ext uri="{FF2B5EF4-FFF2-40B4-BE49-F238E27FC236}">
                  <a16:creationId xmlns:a16="http://schemas.microsoft.com/office/drawing/2014/main" id="{A695E445-8D9E-BEF5-C4ED-A7457F6C3BF0}"/>
                </a:ext>
              </a:extLst>
            </p:cNvPr>
            <p:cNvGrpSpPr/>
            <p:nvPr/>
          </p:nvGrpSpPr>
          <p:grpSpPr>
            <a:xfrm>
              <a:off x="7503138" y="3518107"/>
              <a:ext cx="664278" cy="1090392"/>
              <a:chOff x="3033000" y="1308475"/>
              <a:chExt cx="264600" cy="434350"/>
            </a:xfrm>
          </p:grpSpPr>
          <p:sp>
            <p:nvSpPr>
              <p:cNvPr id="6" name="Google Shape;199;p29">
                <a:extLst>
                  <a:ext uri="{FF2B5EF4-FFF2-40B4-BE49-F238E27FC236}">
                    <a16:creationId xmlns:a16="http://schemas.microsoft.com/office/drawing/2014/main" id="{9EF80DAF-2F3E-B402-FD27-0265E32CB02D}"/>
                  </a:ext>
                </a:extLst>
              </p:cNvPr>
              <p:cNvSpPr/>
              <p:nvPr/>
            </p:nvSpPr>
            <p:spPr>
              <a:xfrm>
                <a:off x="3087850" y="1316275"/>
                <a:ext cx="51650" cy="162900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6516" extrusionOk="0">
                    <a:moveTo>
                      <a:pt x="1053" y="0"/>
                    </a:moveTo>
                    <a:cubicBezTo>
                      <a:pt x="996" y="0"/>
                      <a:pt x="938" y="4"/>
                      <a:pt x="881" y="13"/>
                    </a:cubicBezTo>
                    <a:cubicBezTo>
                      <a:pt x="752" y="32"/>
                      <a:pt x="614" y="86"/>
                      <a:pt x="511" y="166"/>
                    </a:cubicBezTo>
                    <a:cubicBezTo>
                      <a:pt x="269" y="348"/>
                      <a:pt x="98" y="591"/>
                      <a:pt x="59" y="897"/>
                    </a:cubicBezTo>
                    <a:cubicBezTo>
                      <a:pt x="21" y="1173"/>
                      <a:pt x="15" y="1453"/>
                      <a:pt x="0" y="1662"/>
                    </a:cubicBezTo>
                    <a:cubicBezTo>
                      <a:pt x="26" y="2115"/>
                      <a:pt x="20" y="2501"/>
                      <a:pt x="74" y="2879"/>
                    </a:cubicBezTo>
                    <a:cubicBezTo>
                      <a:pt x="180" y="3606"/>
                      <a:pt x="254" y="4340"/>
                      <a:pt x="469" y="5050"/>
                    </a:cubicBezTo>
                    <a:cubicBezTo>
                      <a:pt x="619" y="5545"/>
                      <a:pt x="859" y="5982"/>
                      <a:pt x="1210" y="6355"/>
                    </a:cubicBezTo>
                    <a:cubicBezTo>
                      <a:pt x="1311" y="6462"/>
                      <a:pt x="1449" y="6515"/>
                      <a:pt x="1591" y="6515"/>
                    </a:cubicBezTo>
                    <a:cubicBezTo>
                      <a:pt x="1681" y="6515"/>
                      <a:pt x="1772" y="6494"/>
                      <a:pt x="1855" y="6451"/>
                    </a:cubicBezTo>
                    <a:cubicBezTo>
                      <a:pt x="2040" y="6358"/>
                      <a:pt x="2065" y="6288"/>
                      <a:pt x="1997" y="6090"/>
                    </a:cubicBezTo>
                    <a:cubicBezTo>
                      <a:pt x="1922" y="5877"/>
                      <a:pt x="1831" y="5668"/>
                      <a:pt x="1784" y="5449"/>
                    </a:cubicBezTo>
                    <a:cubicBezTo>
                      <a:pt x="1607" y="4624"/>
                      <a:pt x="1543" y="3788"/>
                      <a:pt x="1621" y="2946"/>
                    </a:cubicBezTo>
                    <a:cubicBezTo>
                      <a:pt x="1687" y="2246"/>
                      <a:pt x="1775" y="1549"/>
                      <a:pt x="1997" y="876"/>
                    </a:cubicBezTo>
                    <a:cubicBezTo>
                      <a:pt x="2026" y="790"/>
                      <a:pt x="2041" y="684"/>
                      <a:pt x="2015" y="600"/>
                    </a:cubicBezTo>
                    <a:cubicBezTo>
                      <a:pt x="1948" y="366"/>
                      <a:pt x="1801" y="190"/>
                      <a:pt x="1567" y="101"/>
                    </a:cubicBezTo>
                    <a:cubicBezTo>
                      <a:pt x="1400" y="38"/>
                      <a:pt x="1227" y="0"/>
                      <a:pt x="1053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200;p29">
                <a:extLst>
                  <a:ext uri="{FF2B5EF4-FFF2-40B4-BE49-F238E27FC236}">
                    <a16:creationId xmlns:a16="http://schemas.microsoft.com/office/drawing/2014/main" id="{D0E856EA-EA7C-A3DF-41E6-5A6B78A2644A}"/>
                  </a:ext>
                </a:extLst>
              </p:cNvPr>
              <p:cNvSpPr/>
              <p:nvPr/>
            </p:nvSpPr>
            <p:spPr>
              <a:xfrm>
                <a:off x="3130500" y="1311900"/>
                <a:ext cx="66150" cy="170750"/>
              </a:xfrm>
              <a:custGeom>
                <a:avLst/>
                <a:gdLst/>
                <a:ahLst/>
                <a:cxnLst/>
                <a:rect l="l" t="t" r="r" b="b"/>
                <a:pathLst>
                  <a:path w="2646" h="6830" extrusionOk="0">
                    <a:moveTo>
                      <a:pt x="1711" y="0"/>
                    </a:moveTo>
                    <a:cubicBezTo>
                      <a:pt x="1285" y="0"/>
                      <a:pt x="847" y="233"/>
                      <a:pt x="658" y="614"/>
                    </a:cubicBezTo>
                    <a:cubicBezTo>
                      <a:pt x="508" y="919"/>
                      <a:pt x="370" y="1237"/>
                      <a:pt x="287" y="1565"/>
                    </a:cubicBezTo>
                    <a:cubicBezTo>
                      <a:pt x="83" y="2376"/>
                      <a:pt x="0" y="3205"/>
                      <a:pt x="9" y="4041"/>
                    </a:cubicBezTo>
                    <a:cubicBezTo>
                      <a:pt x="15" y="4580"/>
                      <a:pt x="92" y="5115"/>
                      <a:pt x="215" y="5642"/>
                    </a:cubicBezTo>
                    <a:cubicBezTo>
                      <a:pt x="297" y="6007"/>
                      <a:pt x="451" y="6340"/>
                      <a:pt x="691" y="6628"/>
                    </a:cubicBezTo>
                    <a:cubicBezTo>
                      <a:pt x="805" y="6765"/>
                      <a:pt x="961" y="6830"/>
                      <a:pt x="1111" y="6830"/>
                    </a:cubicBezTo>
                    <a:cubicBezTo>
                      <a:pt x="1299" y="6830"/>
                      <a:pt x="1478" y="6727"/>
                      <a:pt x="1550" y="6538"/>
                    </a:cubicBezTo>
                    <a:cubicBezTo>
                      <a:pt x="1441" y="6319"/>
                      <a:pt x="1324" y="6103"/>
                      <a:pt x="1225" y="5879"/>
                    </a:cubicBezTo>
                    <a:cubicBezTo>
                      <a:pt x="1109" y="5619"/>
                      <a:pt x="1135" y="5358"/>
                      <a:pt x="1262" y="5108"/>
                    </a:cubicBezTo>
                    <a:cubicBezTo>
                      <a:pt x="1382" y="4871"/>
                      <a:pt x="1537" y="4667"/>
                      <a:pt x="1825" y="4620"/>
                    </a:cubicBezTo>
                    <a:cubicBezTo>
                      <a:pt x="1852" y="4616"/>
                      <a:pt x="1877" y="4604"/>
                      <a:pt x="1915" y="4592"/>
                    </a:cubicBezTo>
                    <a:cubicBezTo>
                      <a:pt x="1915" y="4415"/>
                      <a:pt x="1909" y="4251"/>
                      <a:pt x="1916" y="4089"/>
                    </a:cubicBezTo>
                    <a:cubicBezTo>
                      <a:pt x="1949" y="3309"/>
                      <a:pt x="2110" y="2547"/>
                      <a:pt x="2283" y="1789"/>
                    </a:cubicBezTo>
                    <a:cubicBezTo>
                      <a:pt x="2343" y="1525"/>
                      <a:pt x="2461" y="1274"/>
                      <a:pt x="2547" y="1016"/>
                    </a:cubicBezTo>
                    <a:cubicBezTo>
                      <a:pt x="2580" y="920"/>
                      <a:pt x="2646" y="805"/>
                      <a:pt x="2617" y="727"/>
                    </a:cubicBezTo>
                    <a:cubicBezTo>
                      <a:pt x="2512" y="436"/>
                      <a:pt x="2374" y="159"/>
                      <a:pt x="2044" y="51"/>
                    </a:cubicBezTo>
                    <a:cubicBezTo>
                      <a:pt x="1937" y="17"/>
                      <a:pt x="1824" y="0"/>
                      <a:pt x="1711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201;p29">
                <a:extLst>
                  <a:ext uri="{FF2B5EF4-FFF2-40B4-BE49-F238E27FC236}">
                    <a16:creationId xmlns:a16="http://schemas.microsoft.com/office/drawing/2014/main" id="{2BCC5457-BE9D-984F-C239-0B7463BF8E00}"/>
                  </a:ext>
                </a:extLst>
              </p:cNvPr>
              <p:cNvSpPr/>
              <p:nvPr/>
            </p:nvSpPr>
            <p:spPr>
              <a:xfrm>
                <a:off x="3035400" y="1344225"/>
                <a:ext cx="68225" cy="134525"/>
              </a:xfrm>
              <a:custGeom>
                <a:avLst/>
                <a:gdLst/>
                <a:ahLst/>
                <a:cxnLst/>
                <a:rect l="l" t="t" r="r" b="b"/>
                <a:pathLst>
                  <a:path w="2729" h="5381" extrusionOk="0">
                    <a:moveTo>
                      <a:pt x="1230" y="1"/>
                    </a:moveTo>
                    <a:cubicBezTo>
                      <a:pt x="1011" y="52"/>
                      <a:pt x="792" y="103"/>
                      <a:pt x="574" y="155"/>
                    </a:cubicBezTo>
                    <a:cubicBezTo>
                      <a:pt x="380" y="202"/>
                      <a:pt x="242" y="325"/>
                      <a:pt x="175" y="506"/>
                    </a:cubicBezTo>
                    <a:cubicBezTo>
                      <a:pt x="121" y="644"/>
                      <a:pt x="88" y="793"/>
                      <a:pt x="64" y="940"/>
                    </a:cubicBezTo>
                    <a:cubicBezTo>
                      <a:pt x="1" y="1323"/>
                      <a:pt x="67" y="1702"/>
                      <a:pt x="136" y="2077"/>
                    </a:cubicBezTo>
                    <a:cubicBezTo>
                      <a:pt x="323" y="3095"/>
                      <a:pt x="750" y="4013"/>
                      <a:pt x="1347" y="4853"/>
                    </a:cubicBezTo>
                    <a:cubicBezTo>
                      <a:pt x="1458" y="5012"/>
                      <a:pt x="1608" y="5150"/>
                      <a:pt x="1759" y="5275"/>
                    </a:cubicBezTo>
                    <a:cubicBezTo>
                      <a:pt x="1847" y="5347"/>
                      <a:pt x="1945" y="5381"/>
                      <a:pt x="2045" y="5381"/>
                    </a:cubicBezTo>
                    <a:cubicBezTo>
                      <a:pt x="2129" y="5381"/>
                      <a:pt x="2215" y="5357"/>
                      <a:pt x="2299" y="5314"/>
                    </a:cubicBezTo>
                    <a:cubicBezTo>
                      <a:pt x="2462" y="5231"/>
                      <a:pt x="2585" y="5108"/>
                      <a:pt x="2663" y="4939"/>
                    </a:cubicBezTo>
                    <a:cubicBezTo>
                      <a:pt x="2727" y="4799"/>
                      <a:pt x="2729" y="4669"/>
                      <a:pt x="2658" y="4528"/>
                    </a:cubicBezTo>
                    <a:cubicBezTo>
                      <a:pt x="2591" y="4394"/>
                      <a:pt x="2535" y="4254"/>
                      <a:pt x="2489" y="4112"/>
                    </a:cubicBezTo>
                    <a:cubicBezTo>
                      <a:pt x="2365" y="3743"/>
                      <a:pt x="2269" y="3366"/>
                      <a:pt x="2220" y="2979"/>
                    </a:cubicBezTo>
                    <a:cubicBezTo>
                      <a:pt x="2145" y="2404"/>
                      <a:pt x="2020" y="1836"/>
                      <a:pt x="2029" y="1252"/>
                    </a:cubicBezTo>
                    <a:cubicBezTo>
                      <a:pt x="2035" y="833"/>
                      <a:pt x="1875" y="484"/>
                      <a:pt x="1594" y="182"/>
                    </a:cubicBezTo>
                    <a:cubicBezTo>
                      <a:pt x="1497" y="76"/>
                      <a:pt x="1380" y="14"/>
                      <a:pt x="1230" y="1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202;p29">
                <a:extLst>
                  <a:ext uri="{FF2B5EF4-FFF2-40B4-BE49-F238E27FC236}">
                    <a16:creationId xmlns:a16="http://schemas.microsoft.com/office/drawing/2014/main" id="{270E3C6B-61A8-B6BC-5C36-B41B9703A4F9}"/>
                  </a:ext>
                </a:extLst>
              </p:cNvPr>
              <p:cNvSpPr/>
              <p:nvPr/>
            </p:nvSpPr>
            <p:spPr>
              <a:xfrm>
                <a:off x="3043575" y="1423750"/>
                <a:ext cx="250675" cy="315125"/>
              </a:xfrm>
              <a:custGeom>
                <a:avLst/>
                <a:gdLst/>
                <a:ahLst/>
                <a:cxnLst/>
                <a:rect l="l" t="t" r="r" b="b"/>
                <a:pathLst>
                  <a:path w="10027" h="12605" extrusionOk="0">
                    <a:moveTo>
                      <a:pt x="8358" y="0"/>
                    </a:moveTo>
                    <a:cubicBezTo>
                      <a:pt x="8262" y="0"/>
                      <a:pt x="8164" y="13"/>
                      <a:pt x="8063" y="43"/>
                    </a:cubicBezTo>
                    <a:lnTo>
                      <a:pt x="8063" y="41"/>
                    </a:lnTo>
                    <a:cubicBezTo>
                      <a:pt x="7886" y="94"/>
                      <a:pt x="7707" y="160"/>
                      <a:pt x="7527" y="172"/>
                    </a:cubicBezTo>
                    <a:cubicBezTo>
                      <a:pt x="6982" y="209"/>
                      <a:pt x="6436" y="221"/>
                      <a:pt x="5890" y="244"/>
                    </a:cubicBezTo>
                    <a:cubicBezTo>
                      <a:pt x="5740" y="250"/>
                      <a:pt x="5590" y="257"/>
                      <a:pt x="5440" y="263"/>
                    </a:cubicBezTo>
                    <a:cubicBezTo>
                      <a:pt x="5216" y="274"/>
                      <a:pt x="5054" y="388"/>
                      <a:pt x="4931" y="566"/>
                    </a:cubicBezTo>
                    <a:cubicBezTo>
                      <a:pt x="4768" y="802"/>
                      <a:pt x="4733" y="1057"/>
                      <a:pt x="4819" y="1327"/>
                    </a:cubicBezTo>
                    <a:cubicBezTo>
                      <a:pt x="4919" y="1639"/>
                      <a:pt x="5086" y="1914"/>
                      <a:pt x="5318" y="2142"/>
                    </a:cubicBezTo>
                    <a:cubicBezTo>
                      <a:pt x="5407" y="2229"/>
                      <a:pt x="5527" y="2296"/>
                      <a:pt x="5644" y="2344"/>
                    </a:cubicBezTo>
                    <a:cubicBezTo>
                      <a:pt x="5922" y="2458"/>
                      <a:pt x="6211" y="2506"/>
                      <a:pt x="6507" y="2506"/>
                    </a:cubicBezTo>
                    <a:cubicBezTo>
                      <a:pt x="6574" y="2506"/>
                      <a:pt x="6642" y="2504"/>
                      <a:pt x="6709" y="2499"/>
                    </a:cubicBezTo>
                    <a:cubicBezTo>
                      <a:pt x="7188" y="2464"/>
                      <a:pt x="7641" y="2361"/>
                      <a:pt x="8012" y="2026"/>
                    </a:cubicBezTo>
                    <a:cubicBezTo>
                      <a:pt x="8093" y="1954"/>
                      <a:pt x="8184" y="1894"/>
                      <a:pt x="8276" y="1831"/>
                    </a:cubicBezTo>
                    <a:cubicBezTo>
                      <a:pt x="8304" y="1812"/>
                      <a:pt x="8342" y="1803"/>
                      <a:pt x="8406" y="1776"/>
                    </a:cubicBezTo>
                    <a:lnTo>
                      <a:pt x="8406" y="1776"/>
                    </a:lnTo>
                    <a:cubicBezTo>
                      <a:pt x="8360" y="1962"/>
                      <a:pt x="8165" y="1984"/>
                      <a:pt x="8115" y="2140"/>
                    </a:cubicBezTo>
                    <a:cubicBezTo>
                      <a:pt x="8240" y="2130"/>
                      <a:pt x="8346" y="2121"/>
                      <a:pt x="8454" y="2113"/>
                    </a:cubicBezTo>
                    <a:lnTo>
                      <a:pt x="8454" y="2113"/>
                    </a:lnTo>
                    <a:cubicBezTo>
                      <a:pt x="8384" y="2176"/>
                      <a:pt x="8304" y="2206"/>
                      <a:pt x="8223" y="2232"/>
                    </a:cubicBezTo>
                    <a:cubicBezTo>
                      <a:pt x="8030" y="2292"/>
                      <a:pt x="7829" y="2337"/>
                      <a:pt x="7641" y="2413"/>
                    </a:cubicBezTo>
                    <a:cubicBezTo>
                      <a:pt x="7281" y="2559"/>
                      <a:pt x="6913" y="2627"/>
                      <a:pt x="6538" y="2627"/>
                    </a:cubicBezTo>
                    <a:cubicBezTo>
                      <a:pt x="6377" y="2627"/>
                      <a:pt x="6215" y="2615"/>
                      <a:pt x="6052" y="2590"/>
                    </a:cubicBezTo>
                    <a:cubicBezTo>
                      <a:pt x="5791" y="2551"/>
                      <a:pt x="5527" y="2490"/>
                      <a:pt x="5308" y="2320"/>
                    </a:cubicBezTo>
                    <a:cubicBezTo>
                      <a:pt x="5233" y="2261"/>
                      <a:pt x="5193" y="2230"/>
                      <a:pt x="5154" y="2230"/>
                    </a:cubicBezTo>
                    <a:cubicBezTo>
                      <a:pt x="5114" y="2230"/>
                      <a:pt x="5075" y="2262"/>
                      <a:pt x="5000" y="2329"/>
                    </a:cubicBezTo>
                    <a:cubicBezTo>
                      <a:pt x="4871" y="2447"/>
                      <a:pt x="4729" y="2493"/>
                      <a:pt x="4593" y="2493"/>
                    </a:cubicBezTo>
                    <a:cubicBezTo>
                      <a:pt x="4406" y="2493"/>
                      <a:pt x="4230" y="2406"/>
                      <a:pt x="4111" y="2295"/>
                    </a:cubicBezTo>
                    <a:cubicBezTo>
                      <a:pt x="4057" y="2244"/>
                      <a:pt x="4019" y="2176"/>
                      <a:pt x="3971" y="2113"/>
                    </a:cubicBezTo>
                    <a:cubicBezTo>
                      <a:pt x="3860" y="2175"/>
                      <a:pt x="3785" y="2220"/>
                      <a:pt x="3707" y="2262"/>
                    </a:cubicBezTo>
                    <a:cubicBezTo>
                      <a:pt x="3595" y="2323"/>
                      <a:pt x="3480" y="2354"/>
                      <a:pt x="3363" y="2354"/>
                    </a:cubicBezTo>
                    <a:cubicBezTo>
                      <a:pt x="3281" y="2354"/>
                      <a:pt x="3198" y="2339"/>
                      <a:pt x="3114" y="2308"/>
                    </a:cubicBezTo>
                    <a:cubicBezTo>
                      <a:pt x="2979" y="2260"/>
                      <a:pt x="2885" y="2166"/>
                      <a:pt x="2798" y="2056"/>
                    </a:cubicBezTo>
                    <a:cubicBezTo>
                      <a:pt x="2708" y="1942"/>
                      <a:pt x="2613" y="1831"/>
                      <a:pt x="2508" y="1705"/>
                    </a:cubicBezTo>
                    <a:cubicBezTo>
                      <a:pt x="2447" y="1803"/>
                      <a:pt x="2405" y="1873"/>
                      <a:pt x="2361" y="1942"/>
                    </a:cubicBezTo>
                    <a:cubicBezTo>
                      <a:pt x="2203" y="2188"/>
                      <a:pt x="1978" y="2317"/>
                      <a:pt x="1747" y="2317"/>
                    </a:cubicBezTo>
                    <a:cubicBezTo>
                      <a:pt x="1570" y="2317"/>
                      <a:pt x="1389" y="2241"/>
                      <a:pt x="1231" y="2083"/>
                    </a:cubicBezTo>
                    <a:cubicBezTo>
                      <a:pt x="1032" y="1882"/>
                      <a:pt x="852" y="1653"/>
                      <a:pt x="702" y="1410"/>
                    </a:cubicBezTo>
                    <a:cubicBezTo>
                      <a:pt x="483" y="1057"/>
                      <a:pt x="301" y="680"/>
                      <a:pt x="100" y="316"/>
                    </a:cubicBezTo>
                    <a:cubicBezTo>
                      <a:pt x="77" y="274"/>
                      <a:pt x="44" y="238"/>
                      <a:pt x="16" y="200"/>
                    </a:cubicBezTo>
                    <a:lnTo>
                      <a:pt x="16" y="200"/>
                    </a:lnTo>
                    <a:cubicBezTo>
                      <a:pt x="1" y="413"/>
                      <a:pt x="29" y="607"/>
                      <a:pt x="47" y="803"/>
                    </a:cubicBezTo>
                    <a:cubicBezTo>
                      <a:pt x="107" y="1455"/>
                      <a:pt x="254" y="2098"/>
                      <a:pt x="236" y="2757"/>
                    </a:cubicBezTo>
                    <a:cubicBezTo>
                      <a:pt x="236" y="2791"/>
                      <a:pt x="241" y="2826"/>
                      <a:pt x="244" y="2859"/>
                    </a:cubicBezTo>
                    <a:cubicBezTo>
                      <a:pt x="278" y="3171"/>
                      <a:pt x="313" y="3483"/>
                      <a:pt x="348" y="3795"/>
                    </a:cubicBezTo>
                    <a:cubicBezTo>
                      <a:pt x="463" y="4807"/>
                      <a:pt x="781" y="5720"/>
                      <a:pt x="1567" y="6427"/>
                    </a:cubicBezTo>
                    <a:cubicBezTo>
                      <a:pt x="1878" y="6708"/>
                      <a:pt x="2211" y="6927"/>
                      <a:pt x="2616" y="7041"/>
                    </a:cubicBezTo>
                    <a:cubicBezTo>
                      <a:pt x="2721" y="7071"/>
                      <a:pt x="2822" y="7114"/>
                      <a:pt x="2919" y="7161"/>
                    </a:cubicBezTo>
                    <a:cubicBezTo>
                      <a:pt x="2945" y="7173"/>
                      <a:pt x="2955" y="7218"/>
                      <a:pt x="2973" y="7248"/>
                    </a:cubicBezTo>
                    <a:cubicBezTo>
                      <a:pt x="2805" y="7237"/>
                      <a:pt x="2657" y="7197"/>
                      <a:pt x="2514" y="7146"/>
                    </a:cubicBezTo>
                    <a:cubicBezTo>
                      <a:pt x="2372" y="7095"/>
                      <a:pt x="2231" y="7041"/>
                      <a:pt x="2099" y="6972"/>
                    </a:cubicBezTo>
                    <a:cubicBezTo>
                      <a:pt x="1960" y="6898"/>
                      <a:pt x="1834" y="6805"/>
                      <a:pt x="1701" y="6721"/>
                    </a:cubicBezTo>
                    <a:cubicBezTo>
                      <a:pt x="1575" y="6639"/>
                      <a:pt x="1504" y="6486"/>
                      <a:pt x="1342" y="6424"/>
                    </a:cubicBezTo>
                    <a:cubicBezTo>
                      <a:pt x="1342" y="6517"/>
                      <a:pt x="1341" y="6592"/>
                      <a:pt x="1342" y="6667"/>
                    </a:cubicBezTo>
                    <a:cubicBezTo>
                      <a:pt x="1353" y="7077"/>
                      <a:pt x="1368" y="7486"/>
                      <a:pt x="1372" y="7897"/>
                    </a:cubicBezTo>
                    <a:cubicBezTo>
                      <a:pt x="1378" y="8492"/>
                      <a:pt x="1377" y="9086"/>
                      <a:pt x="1378" y="9681"/>
                    </a:cubicBezTo>
                    <a:cubicBezTo>
                      <a:pt x="1378" y="9906"/>
                      <a:pt x="1380" y="10133"/>
                      <a:pt x="1377" y="10358"/>
                    </a:cubicBezTo>
                    <a:cubicBezTo>
                      <a:pt x="1368" y="10849"/>
                      <a:pt x="1359" y="11341"/>
                      <a:pt x="1344" y="11832"/>
                    </a:cubicBezTo>
                    <a:cubicBezTo>
                      <a:pt x="1341" y="11931"/>
                      <a:pt x="1380" y="11991"/>
                      <a:pt x="1461" y="12027"/>
                    </a:cubicBezTo>
                    <a:cubicBezTo>
                      <a:pt x="1621" y="12099"/>
                      <a:pt x="1780" y="12189"/>
                      <a:pt x="1950" y="12231"/>
                    </a:cubicBezTo>
                    <a:cubicBezTo>
                      <a:pt x="2414" y="12345"/>
                      <a:pt x="2880" y="12453"/>
                      <a:pt x="3351" y="12532"/>
                    </a:cubicBezTo>
                    <a:cubicBezTo>
                      <a:pt x="3614" y="12577"/>
                      <a:pt x="3880" y="12605"/>
                      <a:pt x="4145" y="12605"/>
                    </a:cubicBezTo>
                    <a:cubicBezTo>
                      <a:pt x="4337" y="12605"/>
                      <a:pt x="4528" y="12590"/>
                      <a:pt x="4718" y="12556"/>
                    </a:cubicBezTo>
                    <a:cubicBezTo>
                      <a:pt x="5479" y="12418"/>
                      <a:pt x="6235" y="12261"/>
                      <a:pt x="6928" y="11896"/>
                    </a:cubicBezTo>
                    <a:cubicBezTo>
                      <a:pt x="7131" y="11788"/>
                      <a:pt x="7131" y="11796"/>
                      <a:pt x="7107" y="11570"/>
                    </a:cubicBezTo>
                    <a:cubicBezTo>
                      <a:pt x="7083" y="11341"/>
                      <a:pt x="7060" y="11108"/>
                      <a:pt x="7059" y="10877"/>
                    </a:cubicBezTo>
                    <a:cubicBezTo>
                      <a:pt x="7059" y="10529"/>
                      <a:pt x="7093" y="10181"/>
                      <a:pt x="7083" y="9833"/>
                    </a:cubicBezTo>
                    <a:cubicBezTo>
                      <a:pt x="7066" y="9236"/>
                      <a:pt x="7152" y="8646"/>
                      <a:pt x="7188" y="8053"/>
                    </a:cubicBezTo>
                    <a:cubicBezTo>
                      <a:pt x="7218" y="7543"/>
                      <a:pt x="7252" y="7032"/>
                      <a:pt x="7283" y="6520"/>
                    </a:cubicBezTo>
                    <a:cubicBezTo>
                      <a:pt x="7286" y="6478"/>
                      <a:pt x="7272" y="6434"/>
                      <a:pt x="7263" y="6365"/>
                    </a:cubicBezTo>
                    <a:cubicBezTo>
                      <a:pt x="6862" y="6706"/>
                      <a:pt x="6415" y="6912"/>
                      <a:pt x="5971" y="7123"/>
                    </a:cubicBezTo>
                    <a:cubicBezTo>
                      <a:pt x="5599" y="7302"/>
                      <a:pt x="5203" y="7356"/>
                      <a:pt x="4796" y="7360"/>
                    </a:cubicBezTo>
                    <a:cubicBezTo>
                      <a:pt x="4795" y="7360"/>
                      <a:pt x="4793" y="7360"/>
                      <a:pt x="4791" y="7360"/>
                    </a:cubicBezTo>
                    <a:cubicBezTo>
                      <a:pt x="4739" y="7360"/>
                      <a:pt x="4685" y="7339"/>
                      <a:pt x="4633" y="7327"/>
                    </a:cubicBezTo>
                    <a:cubicBezTo>
                      <a:pt x="4634" y="7314"/>
                      <a:pt x="4636" y="7300"/>
                      <a:pt x="4637" y="7285"/>
                    </a:cubicBezTo>
                    <a:cubicBezTo>
                      <a:pt x="4688" y="7278"/>
                      <a:pt x="4739" y="7269"/>
                      <a:pt x="4790" y="7261"/>
                    </a:cubicBezTo>
                    <a:cubicBezTo>
                      <a:pt x="5053" y="7218"/>
                      <a:pt x="5323" y="7203"/>
                      <a:pt x="5577" y="7126"/>
                    </a:cubicBezTo>
                    <a:cubicBezTo>
                      <a:pt x="6156" y="6952"/>
                      <a:pt x="6687" y="6669"/>
                      <a:pt x="7164" y="6295"/>
                    </a:cubicBezTo>
                    <a:cubicBezTo>
                      <a:pt x="7460" y="6061"/>
                      <a:pt x="7697" y="5771"/>
                      <a:pt x="7895" y="5449"/>
                    </a:cubicBezTo>
                    <a:cubicBezTo>
                      <a:pt x="7977" y="5315"/>
                      <a:pt x="8075" y="5191"/>
                      <a:pt x="8175" y="5071"/>
                    </a:cubicBezTo>
                    <a:cubicBezTo>
                      <a:pt x="8508" y="4673"/>
                      <a:pt x="8850" y="4281"/>
                      <a:pt x="9184" y="3884"/>
                    </a:cubicBezTo>
                    <a:cubicBezTo>
                      <a:pt x="9449" y="3569"/>
                      <a:pt x="9695" y="3242"/>
                      <a:pt x="9868" y="2865"/>
                    </a:cubicBezTo>
                    <a:cubicBezTo>
                      <a:pt x="10009" y="2556"/>
                      <a:pt x="10027" y="2259"/>
                      <a:pt x="9866" y="1942"/>
                    </a:cubicBezTo>
                    <a:cubicBezTo>
                      <a:pt x="9664" y="1542"/>
                      <a:pt x="9466" y="1136"/>
                      <a:pt x="9401" y="680"/>
                    </a:cubicBezTo>
                    <a:cubicBezTo>
                      <a:pt x="9376" y="500"/>
                      <a:pt x="9307" y="308"/>
                      <a:pt x="9125" y="221"/>
                    </a:cubicBezTo>
                    <a:cubicBezTo>
                      <a:pt x="8878" y="102"/>
                      <a:pt x="8627" y="0"/>
                      <a:pt x="8358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03;p29">
                <a:extLst>
                  <a:ext uri="{FF2B5EF4-FFF2-40B4-BE49-F238E27FC236}">
                    <a16:creationId xmlns:a16="http://schemas.microsoft.com/office/drawing/2014/main" id="{82B15780-F3CC-1792-D6DF-6A268A089E09}"/>
                  </a:ext>
                </a:extLst>
              </p:cNvPr>
              <p:cNvSpPr/>
              <p:nvPr/>
            </p:nvSpPr>
            <p:spPr>
              <a:xfrm>
                <a:off x="3180525" y="1315000"/>
                <a:ext cx="88450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3538" h="4471" extrusionOk="0">
                    <a:moveTo>
                      <a:pt x="1622" y="0"/>
                    </a:moveTo>
                    <a:cubicBezTo>
                      <a:pt x="1535" y="0"/>
                      <a:pt x="1448" y="19"/>
                      <a:pt x="1362" y="58"/>
                    </a:cubicBezTo>
                    <a:cubicBezTo>
                      <a:pt x="1104" y="175"/>
                      <a:pt x="903" y="352"/>
                      <a:pt x="799" y="624"/>
                    </a:cubicBezTo>
                    <a:cubicBezTo>
                      <a:pt x="772" y="694"/>
                      <a:pt x="736" y="760"/>
                      <a:pt x="711" y="831"/>
                    </a:cubicBezTo>
                    <a:cubicBezTo>
                      <a:pt x="607" y="1126"/>
                      <a:pt x="492" y="1419"/>
                      <a:pt x="409" y="1720"/>
                    </a:cubicBezTo>
                    <a:cubicBezTo>
                      <a:pt x="243" y="2333"/>
                      <a:pt x="130" y="2958"/>
                      <a:pt x="61" y="3588"/>
                    </a:cubicBezTo>
                    <a:cubicBezTo>
                      <a:pt x="31" y="3871"/>
                      <a:pt x="1" y="4157"/>
                      <a:pt x="105" y="4432"/>
                    </a:cubicBezTo>
                    <a:cubicBezTo>
                      <a:pt x="353" y="4458"/>
                      <a:pt x="599" y="4470"/>
                      <a:pt x="844" y="4470"/>
                    </a:cubicBezTo>
                    <a:cubicBezTo>
                      <a:pt x="1257" y="4470"/>
                      <a:pt x="1667" y="4436"/>
                      <a:pt x="2076" y="4384"/>
                    </a:cubicBezTo>
                    <a:cubicBezTo>
                      <a:pt x="2271" y="4358"/>
                      <a:pt x="2285" y="4340"/>
                      <a:pt x="2322" y="4147"/>
                    </a:cubicBezTo>
                    <a:cubicBezTo>
                      <a:pt x="2330" y="4106"/>
                      <a:pt x="2336" y="4066"/>
                      <a:pt x="2342" y="4025"/>
                    </a:cubicBezTo>
                    <a:cubicBezTo>
                      <a:pt x="2426" y="3498"/>
                      <a:pt x="2343" y="2976"/>
                      <a:pt x="2276" y="2457"/>
                    </a:cubicBezTo>
                    <a:cubicBezTo>
                      <a:pt x="2250" y="2259"/>
                      <a:pt x="2153" y="2070"/>
                      <a:pt x="2087" y="1876"/>
                    </a:cubicBezTo>
                    <a:cubicBezTo>
                      <a:pt x="2058" y="1794"/>
                      <a:pt x="1988" y="1717"/>
                      <a:pt x="2043" y="1603"/>
                    </a:cubicBezTo>
                    <a:lnTo>
                      <a:pt x="2043" y="1603"/>
                    </a:lnTo>
                    <a:cubicBezTo>
                      <a:pt x="2195" y="1681"/>
                      <a:pt x="2199" y="1834"/>
                      <a:pt x="2259" y="1947"/>
                    </a:cubicBezTo>
                    <a:cubicBezTo>
                      <a:pt x="2325" y="2069"/>
                      <a:pt x="2358" y="2207"/>
                      <a:pt x="2409" y="2348"/>
                    </a:cubicBezTo>
                    <a:cubicBezTo>
                      <a:pt x="2546" y="2235"/>
                      <a:pt x="2486" y="2043"/>
                      <a:pt x="2636" y="1911"/>
                    </a:cubicBezTo>
                    <a:lnTo>
                      <a:pt x="2636" y="1911"/>
                    </a:lnTo>
                    <a:cubicBezTo>
                      <a:pt x="2603" y="2135"/>
                      <a:pt x="2636" y="2334"/>
                      <a:pt x="2511" y="2496"/>
                    </a:cubicBezTo>
                    <a:cubicBezTo>
                      <a:pt x="2432" y="2600"/>
                      <a:pt x="2432" y="2703"/>
                      <a:pt x="2447" y="2825"/>
                    </a:cubicBezTo>
                    <a:cubicBezTo>
                      <a:pt x="2474" y="3041"/>
                      <a:pt x="2499" y="3258"/>
                      <a:pt x="2501" y="3476"/>
                    </a:cubicBezTo>
                    <a:cubicBezTo>
                      <a:pt x="2504" y="3720"/>
                      <a:pt x="2480" y="3965"/>
                      <a:pt x="2468" y="4208"/>
                    </a:cubicBezTo>
                    <a:cubicBezTo>
                      <a:pt x="2741" y="4228"/>
                      <a:pt x="3003" y="4243"/>
                      <a:pt x="3267" y="4262"/>
                    </a:cubicBezTo>
                    <a:cubicBezTo>
                      <a:pt x="3275" y="4263"/>
                      <a:pt x="3282" y="4263"/>
                      <a:pt x="3289" y="4263"/>
                    </a:cubicBezTo>
                    <a:cubicBezTo>
                      <a:pt x="3368" y="4263"/>
                      <a:pt x="3406" y="4224"/>
                      <a:pt x="3416" y="4139"/>
                    </a:cubicBezTo>
                    <a:cubicBezTo>
                      <a:pt x="3434" y="3991"/>
                      <a:pt x="3465" y="3842"/>
                      <a:pt x="3476" y="3692"/>
                    </a:cubicBezTo>
                    <a:cubicBezTo>
                      <a:pt x="3498" y="3386"/>
                      <a:pt x="3538" y="3078"/>
                      <a:pt x="3520" y="2774"/>
                    </a:cubicBezTo>
                    <a:cubicBezTo>
                      <a:pt x="3482" y="2150"/>
                      <a:pt x="3336" y="1548"/>
                      <a:pt x="3051" y="985"/>
                    </a:cubicBezTo>
                    <a:cubicBezTo>
                      <a:pt x="2919" y="727"/>
                      <a:pt x="2759" y="507"/>
                      <a:pt x="2501" y="370"/>
                    </a:cubicBezTo>
                    <a:cubicBezTo>
                      <a:pt x="2307" y="268"/>
                      <a:pt x="2114" y="169"/>
                      <a:pt x="1917" y="73"/>
                    </a:cubicBezTo>
                    <a:cubicBezTo>
                      <a:pt x="1820" y="25"/>
                      <a:pt x="1722" y="0"/>
                      <a:pt x="1622" y="0"/>
                    </a:cubicBezTo>
                    <a:close/>
                  </a:path>
                </a:pathLst>
              </a:custGeom>
              <a:solidFill>
                <a:srgbClr val="F2CC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04;p29">
                <a:extLst>
                  <a:ext uri="{FF2B5EF4-FFF2-40B4-BE49-F238E27FC236}">
                    <a16:creationId xmlns:a16="http://schemas.microsoft.com/office/drawing/2014/main" id="{E550C3FF-8989-D203-AC39-36C083FE7A5F}"/>
                  </a:ext>
                </a:extLst>
              </p:cNvPr>
              <p:cNvSpPr/>
              <p:nvPr/>
            </p:nvSpPr>
            <p:spPr>
              <a:xfrm>
                <a:off x="3033000" y="1308475"/>
                <a:ext cx="264600" cy="434350"/>
              </a:xfrm>
              <a:custGeom>
                <a:avLst/>
                <a:gdLst/>
                <a:ahLst/>
                <a:cxnLst/>
                <a:rect l="l" t="t" r="r" b="b"/>
                <a:pathLst>
                  <a:path w="10584" h="17374" extrusionOk="0">
                    <a:moveTo>
                      <a:pt x="7525" y="262"/>
                    </a:moveTo>
                    <a:cubicBezTo>
                      <a:pt x="7623" y="262"/>
                      <a:pt x="7722" y="286"/>
                      <a:pt x="7818" y="334"/>
                    </a:cubicBezTo>
                    <a:cubicBezTo>
                      <a:pt x="8013" y="430"/>
                      <a:pt x="8208" y="529"/>
                      <a:pt x="8402" y="631"/>
                    </a:cubicBezTo>
                    <a:cubicBezTo>
                      <a:pt x="8660" y="768"/>
                      <a:pt x="8820" y="988"/>
                      <a:pt x="8951" y="1246"/>
                    </a:cubicBezTo>
                    <a:cubicBezTo>
                      <a:pt x="9237" y="1809"/>
                      <a:pt x="9383" y="2411"/>
                      <a:pt x="9419" y="3035"/>
                    </a:cubicBezTo>
                    <a:cubicBezTo>
                      <a:pt x="9437" y="3339"/>
                      <a:pt x="9398" y="3648"/>
                      <a:pt x="9377" y="3954"/>
                    </a:cubicBezTo>
                    <a:cubicBezTo>
                      <a:pt x="9366" y="4103"/>
                      <a:pt x="9335" y="4252"/>
                      <a:pt x="9317" y="4400"/>
                    </a:cubicBezTo>
                    <a:cubicBezTo>
                      <a:pt x="9307" y="4485"/>
                      <a:pt x="9269" y="4524"/>
                      <a:pt x="9190" y="4524"/>
                    </a:cubicBezTo>
                    <a:cubicBezTo>
                      <a:pt x="9183" y="4524"/>
                      <a:pt x="9176" y="4524"/>
                      <a:pt x="9168" y="4523"/>
                    </a:cubicBezTo>
                    <a:cubicBezTo>
                      <a:pt x="8904" y="4505"/>
                      <a:pt x="8642" y="4489"/>
                      <a:pt x="8369" y="4469"/>
                    </a:cubicBezTo>
                    <a:cubicBezTo>
                      <a:pt x="8381" y="4226"/>
                      <a:pt x="8403" y="3981"/>
                      <a:pt x="8402" y="3738"/>
                    </a:cubicBezTo>
                    <a:cubicBezTo>
                      <a:pt x="8399" y="3519"/>
                      <a:pt x="8375" y="3302"/>
                      <a:pt x="8348" y="3086"/>
                    </a:cubicBezTo>
                    <a:cubicBezTo>
                      <a:pt x="8333" y="2966"/>
                      <a:pt x="8333" y="2861"/>
                      <a:pt x="8412" y="2757"/>
                    </a:cubicBezTo>
                    <a:cubicBezTo>
                      <a:pt x="8537" y="2595"/>
                      <a:pt x="8504" y="2396"/>
                      <a:pt x="8537" y="2172"/>
                    </a:cubicBezTo>
                    <a:lnTo>
                      <a:pt x="8537" y="2172"/>
                    </a:lnTo>
                    <a:cubicBezTo>
                      <a:pt x="8387" y="2304"/>
                      <a:pt x="8447" y="2496"/>
                      <a:pt x="8310" y="2610"/>
                    </a:cubicBezTo>
                    <a:cubicBezTo>
                      <a:pt x="8259" y="2468"/>
                      <a:pt x="8225" y="2330"/>
                      <a:pt x="8160" y="2208"/>
                    </a:cubicBezTo>
                    <a:cubicBezTo>
                      <a:pt x="8100" y="2095"/>
                      <a:pt x="8094" y="1942"/>
                      <a:pt x="7944" y="1866"/>
                    </a:cubicBezTo>
                    <a:lnTo>
                      <a:pt x="7944" y="1866"/>
                    </a:lnTo>
                    <a:cubicBezTo>
                      <a:pt x="7889" y="1978"/>
                      <a:pt x="7959" y="2055"/>
                      <a:pt x="7988" y="2137"/>
                    </a:cubicBezTo>
                    <a:cubicBezTo>
                      <a:pt x="8054" y="2331"/>
                      <a:pt x="8151" y="2520"/>
                      <a:pt x="8177" y="2718"/>
                    </a:cubicBezTo>
                    <a:cubicBezTo>
                      <a:pt x="8244" y="3237"/>
                      <a:pt x="8327" y="3759"/>
                      <a:pt x="8243" y="4286"/>
                    </a:cubicBezTo>
                    <a:cubicBezTo>
                      <a:pt x="8237" y="4327"/>
                      <a:pt x="8231" y="4367"/>
                      <a:pt x="8223" y="4408"/>
                    </a:cubicBezTo>
                    <a:cubicBezTo>
                      <a:pt x="8186" y="4601"/>
                      <a:pt x="8172" y="4621"/>
                      <a:pt x="7977" y="4645"/>
                    </a:cubicBezTo>
                    <a:cubicBezTo>
                      <a:pt x="7566" y="4698"/>
                      <a:pt x="7154" y="4732"/>
                      <a:pt x="6738" y="4732"/>
                    </a:cubicBezTo>
                    <a:cubicBezTo>
                      <a:pt x="6495" y="4732"/>
                      <a:pt x="6251" y="4720"/>
                      <a:pt x="6006" y="4694"/>
                    </a:cubicBezTo>
                    <a:cubicBezTo>
                      <a:pt x="5902" y="4418"/>
                      <a:pt x="5932" y="4132"/>
                      <a:pt x="5962" y="3849"/>
                    </a:cubicBezTo>
                    <a:cubicBezTo>
                      <a:pt x="6031" y="3219"/>
                      <a:pt x="6144" y="2594"/>
                      <a:pt x="6310" y="1981"/>
                    </a:cubicBezTo>
                    <a:cubicBezTo>
                      <a:pt x="6393" y="1680"/>
                      <a:pt x="6508" y="1387"/>
                      <a:pt x="6612" y="1092"/>
                    </a:cubicBezTo>
                    <a:cubicBezTo>
                      <a:pt x="6637" y="1021"/>
                      <a:pt x="6673" y="955"/>
                      <a:pt x="6700" y="885"/>
                    </a:cubicBezTo>
                    <a:cubicBezTo>
                      <a:pt x="6804" y="613"/>
                      <a:pt x="7005" y="436"/>
                      <a:pt x="7263" y="320"/>
                    </a:cubicBezTo>
                    <a:cubicBezTo>
                      <a:pt x="7350" y="281"/>
                      <a:pt x="7437" y="262"/>
                      <a:pt x="7525" y="262"/>
                    </a:cubicBezTo>
                    <a:close/>
                    <a:moveTo>
                      <a:pt x="1326" y="1432"/>
                    </a:moveTo>
                    <a:cubicBezTo>
                      <a:pt x="1476" y="1446"/>
                      <a:pt x="1593" y="1507"/>
                      <a:pt x="1690" y="1612"/>
                    </a:cubicBezTo>
                    <a:cubicBezTo>
                      <a:pt x="1971" y="1914"/>
                      <a:pt x="2131" y="2263"/>
                      <a:pt x="2125" y="2682"/>
                    </a:cubicBezTo>
                    <a:cubicBezTo>
                      <a:pt x="2116" y="3266"/>
                      <a:pt x="2241" y="3834"/>
                      <a:pt x="2316" y="4409"/>
                    </a:cubicBezTo>
                    <a:cubicBezTo>
                      <a:pt x="2365" y="4798"/>
                      <a:pt x="2461" y="5173"/>
                      <a:pt x="2585" y="5542"/>
                    </a:cubicBezTo>
                    <a:cubicBezTo>
                      <a:pt x="2631" y="5684"/>
                      <a:pt x="2687" y="5824"/>
                      <a:pt x="2754" y="5958"/>
                    </a:cubicBezTo>
                    <a:cubicBezTo>
                      <a:pt x="2825" y="6099"/>
                      <a:pt x="2823" y="6229"/>
                      <a:pt x="2759" y="6369"/>
                    </a:cubicBezTo>
                    <a:cubicBezTo>
                      <a:pt x="2681" y="6538"/>
                      <a:pt x="2558" y="6661"/>
                      <a:pt x="2395" y="6744"/>
                    </a:cubicBezTo>
                    <a:cubicBezTo>
                      <a:pt x="2310" y="6787"/>
                      <a:pt x="2224" y="6811"/>
                      <a:pt x="2141" y="6811"/>
                    </a:cubicBezTo>
                    <a:cubicBezTo>
                      <a:pt x="2040" y="6811"/>
                      <a:pt x="1943" y="6777"/>
                      <a:pt x="1855" y="6705"/>
                    </a:cubicBezTo>
                    <a:cubicBezTo>
                      <a:pt x="1704" y="6580"/>
                      <a:pt x="1554" y="6442"/>
                      <a:pt x="1441" y="6283"/>
                    </a:cubicBezTo>
                    <a:cubicBezTo>
                      <a:pt x="846" y="5443"/>
                      <a:pt x="419" y="4526"/>
                      <a:pt x="232" y="3509"/>
                    </a:cubicBezTo>
                    <a:cubicBezTo>
                      <a:pt x="163" y="3134"/>
                      <a:pt x="95" y="2754"/>
                      <a:pt x="160" y="2370"/>
                    </a:cubicBezTo>
                    <a:cubicBezTo>
                      <a:pt x="184" y="2223"/>
                      <a:pt x="217" y="2074"/>
                      <a:pt x="269" y="1936"/>
                    </a:cubicBezTo>
                    <a:cubicBezTo>
                      <a:pt x="338" y="1755"/>
                      <a:pt x="475" y="1632"/>
                      <a:pt x="670" y="1585"/>
                    </a:cubicBezTo>
                    <a:cubicBezTo>
                      <a:pt x="888" y="1533"/>
                      <a:pt x="1107" y="1483"/>
                      <a:pt x="1326" y="1432"/>
                    </a:cubicBezTo>
                    <a:close/>
                    <a:moveTo>
                      <a:pt x="3247" y="312"/>
                    </a:moveTo>
                    <a:cubicBezTo>
                      <a:pt x="3421" y="312"/>
                      <a:pt x="3594" y="350"/>
                      <a:pt x="3761" y="413"/>
                    </a:cubicBezTo>
                    <a:cubicBezTo>
                      <a:pt x="3995" y="502"/>
                      <a:pt x="4142" y="678"/>
                      <a:pt x="4209" y="912"/>
                    </a:cubicBezTo>
                    <a:cubicBezTo>
                      <a:pt x="4235" y="996"/>
                      <a:pt x="4220" y="1102"/>
                      <a:pt x="4191" y="1189"/>
                    </a:cubicBezTo>
                    <a:cubicBezTo>
                      <a:pt x="3969" y="1861"/>
                      <a:pt x="3881" y="2558"/>
                      <a:pt x="3815" y="3258"/>
                    </a:cubicBezTo>
                    <a:cubicBezTo>
                      <a:pt x="3737" y="4102"/>
                      <a:pt x="3801" y="4936"/>
                      <a:pt x="3978" y="5762"/>
                    </a:cubicBezTo>
                    <a:cubicBezTo>
                      <a:pt x="4025" y="5980"/>
                      <a:pt x="4116" y="6190"/>
                      <a:pt x="4191" y="6402"/>
                    </a:cubicBezTo>
                    <a:cubicBezTo>
                      <a:pt x="4259" y="6600"/>
                      <a:pt x="4234" y="6670"/>
                      <a:pt x="4049" y="6763"/>
                    </a:cubicBezTo>
                    <a:cubicBezTo>
                      <a:pt x="3966" y="6806"/>
                      <a:pt x="3875" y="6827"/>
                      <a:pt x="3785" y="6827"/>
                    </a:cubicBezTo>
                    <a:cubicBezTo>
                      <a:pt x="3643" y="6827"/>
                      <a:pt x="3505" y="6774"/>
                      <a:pt x="3404" y="6667"/>
                    </a:cubicBezTo>
                    <a:cubicBezTo>
                      <a:pt x="3053" y="6294"/>
                      <a:pt x="2813" y="5857"/>
                      <a:pt x="2663" y="5362"/>
                    </a:cubicBezTo>
                    <a:cubicBezTo>
                      <a:pt x="2448" y="4652"/>
                      <a:pt x="2374" y="3918"/>
                      <a:pt x="2268" y="3191"/>
                    </a:cubicBezTo>
                    <a:cubicBezTo>
                      <a:pt x="2214" y="2814"/>
                      <a:pt x="2220" y="2429"/>
                      <a:pt x="2194" y="1974"/>
                    </a:cubicBezTo>
                    <a:cubicBezTo>
                      <a:pt x="2209" y="1765"/>
                      <a:pt x="2215" y="1485"/>
                      <a:pt x="2253" y="1209"/>
                    </a:cubicBezTo>
                    <a:cubicBezTo>
                      <a:pt x="2292" y="904"/>
                      <a:pt x="2463" y="660"/>
                      <a:pt x="2705" y="478"/>
                    </a:cubicBezTo>
                    <a:cubicBezTo>
                      <a:pt x="2808" y="398"/>
                      <a:pt x="2946" y="344"/>
                      <a:pt x="3075" y="325"/>
                    </a:cubicBezTo>
                    <a:cubicBezTo>
                      <a:pt x="3132" y="316"/>
                      <a:pt x="3190" y="312"/>
                      <a:pt x="3247" y="312"/>
                    </a:cubicBezTo>
                    <a:close/>
                    <a:moveTo>
                      <a:pt x="5611" y="137"/>
                    </a:moveTo>
                    <a:cubicBezTo>
                      <a:pt x="5724" y="137"/>
                      <a:pt x="5837" y="154"/>
                      <a:pt x="5944" y="188"/>
                    </a:cubicBezTo>
                    <a:cubicBezTo>
                      <a:pt x="6274" y="296"/>
                      <a:pt x="6412" y="573"/>
                      <a:pt x="6517" y="864"/>
                    </a:cubicBezTo>
                    <a:cubicBezTo>
                      <a:pt x="6546" y="942"/>
                      <a:pt x="6480" y="1057"/>
                      <a:pt x="6448" y="1153"/>
                    </a:cubicBezTo>
                    <a:cubicBezTo>
                      <a:pt x="6361" y="1411"/>
                      <a:pt x="6243" y="1662"/>
                      <a:pt x="6184" y="1926"/>
                    </a:cubicBezTo>
                    <a:cubicBezTo>
                      <a:pt x="6012" y="2684"/>
                      <a:pt x="5849" y="3446"/>
                      <a:pt x="5816" y="4226"/>
                    </a:cubicBezTo>
                    <a:cubicBezTo>
                      <a:pt x="5810" y="4388"/>
                      <a:pt x="5816" y="4552"/>
                      <a:pt x="5816" y="4729"/>
                    </a:cubicBezTo>
                    <a:cubicBezTo>
                      <a:pt x="5777" y="4741"/>
                      <a:pt x="5752" y="4753"/>
                      <a:pt x="5726" y="4757"/>
                    </a:cubicBezTo>
                    <a:cubicBezTo>
                      <a:pt x="5437" y="4804"/>
                      <a:pt x="5282" y="5008"/>
                      <a:pt x="5162" y="5245"/>
                    </a:cubicBezTo>
                    <a:cubicBezTo>
                      <a:pt x="5035" y="5495"/>
                      <a:pt x="5011" y="5756"/>
                      <a:pt x="5125" y="6016"/>
                    </a:cubicBezTo>
                    <a:cubicBezTo>
                      <a:pt x="5224" y="6240"/>
                      <a:pt x="5341" y="6456"/>
                      <a:pt x="5452" y="6675"/>
                    </a:cubicBezTo>
                    <a:cubicBezTo>
                      <a:pt x="5379" y="6863"/>
                      <a:pt x="5200" y="6966"/>
                      <a:pt x="5011" y="6966"/>
                    </a:cubicBezTo>
                    <a:cubicBezTo>
                      <a:pt x="4862" y="6966"/>
                      <a:pt x="4706" y="6902"/>
                      <a:pt x="4592" y="6765"/>
                    </a:cubicBezTo>
                    <a:cubicBezTo>
                      <a:pt x="4351" y="6477"/>
                      <a:pt x="4199" y="6144"/>
                      <a:pt x="4115" y="5779"/>
                    </a:cubicBezTo>
                    <a:cubicBezTo>
                      <a:pt x="3992" y="5252"/>
                      <a:pt x="3915" y="4717"/>
                      <a:pt x="3909" y="4178"/>
                    </a:cubicBezTo>
                    <a:cubicBezTo>
                      <a:pt x="3900" y="3342"/>
                      <a:pt x="3983" y="2513"/>
                      <a:pt x="4187" y="1702"/>
                    </a:cubicBezTo>
                    <a:cubicBezTo>
                      <a:pt x="4270" y="1374"/>
                      <a:pt x="4408" y="1056"/>
                      <a:pt x="4559" y="751"/>
                    </a:cubicBezTo>
                    <a:cubicBezTo>
                      <a:pt x="4747" y="370"/>
                      <a:pt x="5185" y="137"/>
                      <a:pt x="5611" y="137"/>
                    </a:cubicBezTo>
                    <a:close/>
                    <a:moveTo>
                      <a:pt x="8782" y="4610"/>
                    </a:moveTo>
                    <a:cubicBezTo>
                      <a:pt x="9051" y="4610"/>
                      <a:pt x="9303" y="4711"/>
                      <a:pt x="9550" y="4831"/>
                    </a:cubicBezTo>
                    <a:lnTo>
                      <a:pt x="9548" y="4831"/>
                    </a:lnTo>
                    <a:cubicBezTo>
                      <a:pt x="9731" y="4919"/>
                      <a:pt x="9799" y="5111"/>
                      <a:pt x="9824" y="5290"/>
                    </a:cubicBezTo>
                    <a:cubicBezTo>
                      <a:pt x="9890" y="5747"/>
                      <a:pt x="10088" y="6151"/>
                      <a:pt x="10291" y="6553"/>
                    </a:cubicBezTo>
                    <a:cubicBezTo>
                      <a:pt x="10450" y="6868"/>
                      <a:pt x="10432" y="7167"/>
                      <a:pt x="10292" y="7476"/>
                    </a:cubicBezTo>
                    <a:cubicBezTo>
                      <a:pt x="10118" y="7853"/>
                      <a:pt x="9872" y="8180"/>
                      <a:pt x="9608" y="8493"/>
                    </a:cubicBezTo>
                    <a:cubicBezTo>
                      <a:pt x="9273" y="8891"/>
                      <a:pt x="8933" y="9284"/>
                      <a:pt x="8600" y="9680"/>
                    </a:cubicBezTo>
                    <a:cubicBezTo>
                      <a:pt x="8498" y="9800"/>
                      <a:pt x="8400" y="9925"/>
                      <a:pt x="8319" y="10058"/>
                    </a:cubicBezTo>
                    <a:cubicBezTo>
                      <a:pt x="8120" y="10381"/>
                      <a:pt x="7884" y="10672"/>
                      <a:pt x="7587" y="10904"/>
                    </a:cubicBezTo>
                    <a:cubicBezTo>
                      <a:pt x="7111" y="11280"/>
                      <a:pt x="6580" y="11563"/>
                      <a:pt x="6000" y="11737"/>
                    </a:cubicBezTo>
                    <a:cubicBezTo>
                      <a:pt x="5747" y="11812"/>
                      <a:pt x="5477" y="11829"/>
                      <a:pt x="5215" y="11871"/>
                    </a:cubicBezTo>
                    <a:cubicBezTo>
                      <a:pt x="5164" y="11880"/>
                      <a:pt x="5111" y="11887"/>
                      <a:pt x="5062" y="11896"/>
                    </a:cubicBezTo>
                    <a:cubicBezTo>
                      <a:pt x="5060" y="11910"/>
                      <a:pt x="5059" y="11923"/>
                      <a:pt x="5057" y="11937"/>
                    </a:cubicBezTo>
                    <a:cubicBezTo>
                      <a:pt x="5111" y="11949"/>
                      <a:pt x="5165" y="11971"/>
                      <a:pt x="5221" y="11971"/>
                    </a:cubicBezTo>
                    <a:cubicBezTo>
                      <a:pt x="5626" y="11967"/>
                      <a:pt x="6024" y="11913"/>
                      <a:pt x="6394" y="11734"/>
                    </a:cubicBezTo>
                    <a:cubicBezTo>
                      <a:pt x="6838" y="11523"/>
                      <a:pt x="7285" y="11317"/>
                      <a:pt x="7686" y="10975"/>
                    </a:cubicBezTo>
                    <a:cubicBezTo>
                      <a:pt x="7697" y="11045"/>
                      <a:pt x="7710" y="11089"/>
                      <a:pt x="7707" y="11131"/>
                    </a:cubicBezTo>
                    <a:cubicBezTo>
                      <a:pt x="7675" y="11641"/>
                      <a:pt x="7641" y="12153"/>
                      <a:pt x="7611" y="12664"/>
                    </a:cubicBezTo>
                    <a:cubicBezTo>
                      <a:pt x="7576" y="13257"/>
                      <a:pt x="7489" y="13847"/>
                      <a:pt x="7506" y="14442"/>
                    </a:cubicBezTo>
                    <a:cubicBezTo>
                      <a:pt x="7516" y="14791"/>
                      <a:pt x="7482" y="15140"/>
                      <a:pt x="7483" y="15488"/>
                    </a:cubicBezTo>
                    <a:cubicBezTo>
                      <a:pt x="7485" y="15719"/>
                      <a:pt x="7506" y="15950"/>
                      <a:pt x="7531" y="16181"/>
                    </a:cubicBezTo>
                    <a:cubicBezTo>
                      <a:pt x="7555" y="16405"/>
                      <a:pt x="7555" y="16399"/>
                      <a:pt x="7351" y="16506"/>
                    </a:cubicBezTo>
                    <a:cubicBezTo>
                      <a:pt x="6658" y="16872"/>
                      <a:pt x="5903" y="17029"/>
                      <a:pt x="5143" y="17166"/>
                    </a:cubicBezTo>
                    <a:cubicBezTo>
                      <a:pt x="4953" y="17200"/>
                      <a:pt x="4762" y="17215"/>
                      <a:pt x="4571" y="17215"/>
                    </a:cubicBezTo>
                    <a:cubicBezTo>
                      <a:pt x="4304" y="17215"/>
                      <a:pt x="4037" y="17186"/>
                      <a:pt x="3774" y="17142"/>
                    </a:cubicBezTo>
                    <a:cubicBezTo>
                      <a:pt x="3305" y="17064"/>
                      <a:pt x="2838" y="16954"/>
                      <a:pt x="2373" y="16840"/>
                    </a:cubicBezTo>
                    <a:cubicBezTo>
                      <a:pt x="2205" y="16800"/>
                      <a:pt x="2046" y="16710"/>
                      <a:pt x="1885" y="16636"/>
                    </a:cubicBezTo>
                    <a:cubicBezTo>
                      <a:pt x="1804" y="16600"/>
                      <a:pt x="1765" y="16540"/>
                      <a:pt x="1768" y="16443"/>
                    </a:cubicBezTo>
                    <a:cubicBezTo>
                      <a:pt x="1783" y="15950"/>
                      <a:pt x="1792" y="15460"/>
                      <a:pt x="1800" y="14968"/>
                    </a:cubicBezTo>
                    <a:cubicBezTo>
                      <a:pt x="1804" y="14743"/>
                      <a:pt x="1803" y="14517"/>
                      <a:pt x="1803" y="14291"/>
                    </a:cubicBezTo>
                    <a:cubicBezTo>
                      <a:pt x="1801" y="13697"/>
                      <a:pt x="1803" y="13103"/>
                      <a:pt x="1797" y="12507"/>
                    </a:cubicBezTo>
                    <a:cubicBezTo>
                      <a:pt x="1792" y="12097"/>
                      <a:pt x="1776" y="11688"/>
                      <a:pt x="1765" y="11278"/>
                    </a:cubicBezTo>
                    <a:cubicBezTo>
                      <a:pt x="1765" y="11203"/>
                      <a:pt x="1765" y="11128"/>
                      <a:pt x="1765" y="11035"/>
                    </a:cubicBezTo>
                    <a:cubicBezTo>
                      <a:pt x="1927" y="11097"/>
                      <a:pt x="1998" y="11250"/>
                      <a:pt x="2125" y="11331"/>
                    </a:cubicBezTo>
                    <a:cubicBezTo>
                      <a:pt x="2257" y="11415"/>
                      <a:pt x="2383" y="11509"/>
                      <a:pt x="2523" y="11583"/>
                    </a:cubicBezTo>
                    <a:cubicBezTo>
                      <a:pt x="2655" y="11652"/>
                      <a:pt x="2796" y="11706"/>
                      <a:pt x="2937" y="11755"/>
                    </a:cubicBezTo>
                    <a:cubicBezTo>
                      <a:pt x="3081" y="11808"/>
                      <a:pt x="3228" y="11847"/>
                      <a:pt x="3396" y="11857"/>
                    </a:cubicBezTo>
                    <a:cubicBezTo>
                      <a:pt x="3380" y="11829"/>
                      <a:pt x="3369" y="11784"/>
                      <a:pt x="3344" y="11772"/>
                    </a:cubicBezTo>
                    <a:cubicBezTo>
                      <a:pt x="3245" y="11725"/>
                      <a:pt x="3144" y="11680"/>
                      <a:pt x="3041" y="11650"/>
                    </a:cubicBezTo>
                    <a:cubicBezTo>
                      <a:pt x="2636" y="11538"/>
                      <a:pt x="2302" y="11317"/>
                      <a:pt x="1990" y="11036"/>
                    </a:cubicBezTo>
                    <a:cubicBezTo>
                      <a:pt x="1206" y="10330"/>
                      <a:pt x="888" y="9418"/>
                      <a:pt x="772" y="8406"/>
                    </a:cubicBezTo>
                    <a:cubicBezTo>
                      <a:pt x="736" y="8094"/>
                      <a:pt x="703" y="7782"/>
                      <a:pt x="668" y="7470"/>
                    </a:cubicBezTo>
                    <a:cubicBezTo>
                      <a:pt x="664" y="7435"/>
                      <a:pt x="659" y="7401"/>
                      <a:pt x="661" y="7368"/>
                    </a:cubicBezTo>
                    <a:cubicBezTo>
                      <a:pt x="677" y="6709"/>
                      <a:pt x="532" y="6066"/>
                      <a:pt x="470" y="5413"/>
                    </a:cubicBezTo>
                    <a:cubicBezTo>
                      <a:pt x="452" y="5218"/>
                      <a:pt x="425" y="5023"/>
                      <a:pt x="439" y="4810"/>
                    </a:cubicBezTo>
                    <a:lnTo>
                      <a:pt x="439" y="4810"/>
                    </a:lnTo>
                    <a:cubicBezTo>
                      <a:pt x="467" y="4849"/>
                      <a:pt x="500" y="4885"/>
                      <a:pt x="523" y="4925"/>
                    </a:cubicBezTo>
                    <a:cubicBezTo>
                      <a:pt x="724" y="5291"/>
                      <a:pt x="907" y="5666"/>
                      <a:pt x="1126" y="6021"/>
                    </a:cubicBezTo>
                    <a:cubicBezTo>
                      <a:pt x="1275" y="6262"/>
                      <a:pt x="1456" y="6492"/>
                      <a:pt x="1654" y="6694"/>
                    </a:cubicBezTo>
                    <a:cubicBezTo>
                      <a:pt x="1812" y="6852"/>
                      <a:pt x="1992" y="6928"/>
                      <a:pt x="2169" y="6928"/>
                    </a:cubicBezTo>
                    <a:cubicBezTo>
                      <a:pt x="2401" y="6928"/>
                      <a:pt x="2626" y="6798"/>
                      <a:pt x="2784" y="6552"/>
                    </a:cubicBezTo>
                    <a:cubicBezTo>
                      <a:pt x="2829" y="6483"/>
                      <a:pt x="2871" y="6414"/>
                      <a:pt x="2933" y="6315"/>
                    </a:cubicBezTo>
                    <a:cubicBezTo>
                      <a:pt x="3038" y="6442"/>
                      <a:pt x="3132" y="6552"/>
                      <a:pt x="3222" y="6667"/>
                    </a:cubicBezTo>
                    <a:cubicBezTo>
                      <a:pt x="3308" y="6775"/>
                      <a:pt x="3404" y="6871"/>
                      <a:pt x="3537" y="6919"/>
                    </a:cubicBezTo>
                    <a:cubicBezTo>
                      <a:pt x="3621" y="6949"/>
                      <a:pt x="3704" y="6963"/>
                      <a:pt x="3785" y="6963"/>
                    </a:cubicBezTo>
                    <a:cubicBezTo>
                      <a:pt x="3903" y="6963"/>
                      <a:pt x="4019" y="6933"/>
                      <a:pt x="4131" y="6871"/>
                    </a:cubicBezTo>
                    <a:cubicBezTo>
                      <a:pt x="4208" y="6829"/>
                      <a:pt x="4285" y="6786"/>
                      <a:pt x="4394" y="6724"/>
                    </a:cubicBezTo>
                    <a:cubicBezTo>
                      <a:pt x="4442" y="6787"/>
                      <a:pt x="4481" y="6855"/>
                      <a:pt x="4535" y="6904"/>
                    </a:cubicBezTo>
                    <a:cubicBezTo>
                      <a:pt x="4654" y="7016"/>
                      <a:pt x="4831" y="7104"/>
                      <a:pt x="5018" y="7104"/>
                    </a:cubicBezTo>
                    <a:cubicBezTo>
                      <a:pt x="5153" y="7104"/>
                      <a:pt x="5295" y="7058"/>
                      <a:pt x="5425" y="6940"/>
                    </a:cubicBezTo>
                    <a:cubicBezTo>
                      <a:pt x="5499" y="6872"/>
                      <a:pt x="5538" y="6840"/>
                      <a:pt x="5578" y="6840"/>
                    </a:cubicBezTo>
                    <a:cubicBezTo>
                      <a:pt x="5617" y="6840"/>
                      <a:pt x="5657" y="6871"/>
                      <a:pt x="5732" y="6930"/>
                    </a:cubicBezTo>
                    <a:cubicBezTo>
                      <a:pt x="5951" y="7099"/>
                      <a:pt x="6214" y="7161"/>
                      <a:pt x="6475" y="7200"/>
                    </a:cubicBezTo>
                    <a:cubicBezTo>
                      <a:pt x="6640" y="7225"/>
                      <a:pt x="6803" y="7238"/>
                      <a:pt x="6965" y="7238"/>
                    </a:cubicBezTo>
                    <a:cubicBezTo>
                      <a:pt x="7338" y="7238"/>
                      <a:pt x="7705" y="7169"/>
                      <a:pt x="8064" y="7023"/>
                    </a:cubicBezTo>
                    <a:cubicBezTo>
                      <a:pt x="8253" y="6948"/>
                      <a:pt x="8453" y="6903"/>
                      <a:pt x="8648" y="6841"/>
                    </a:cubicBezTo>
                    <a:cubicBezTo>
                      <a:pt x="8729" y="6816"/>
                      <a:pt x="8808" y="6787"/>
                      <a:pt x="8877" y="6723"/>
                    </a:cubicBezTo>
                    <a:lnTo>
                      <a:pt x="8877" y="6723"/>
                    </a:lnTo>
                    <a:cubicBezTo>
                      <a:pt x="8771" y="6732"/>
                      <a:pt x="8663" y="6741"/>
                      <a:pt x="8540" y="6751"/>
                    </a:cubicBezTo>
                    <a:cubicBezTo>
                      <a:pt x="8589" y="6595"/>
                      <a:pt x="8784" y="6573"/>
                      <a:pt x="8831" y="6387"/>
                    </a:cubicBezTo>
                    <a:lnTo>
                      <a:pt x="8831" y="6387"/>
                    </a:lnTo>
                    <a:cubicBezTo>
                      <a:pt x="8766" y="6412"/>
                      <a:pt x="8727" y="6421"/>
                      <a:pt x="8699" y="6441"/>
                    </a:cubicBezTo>
                    <a:cubicBezTo>
                      <a:pt x="8609" y="6504"/>
                      <a:pt x="8517" y="6564"/>
                      <a:pt x="8435" y="6637"/>
                    </a:cubicBezTo>
                    <a:cubicBezTo>
                      <a:pt x="8064" y="6970"/>
                      <a:pt x="7611" y="7075"/>
                      <a:pt x="7132" y="7108"/>
                    </a:cubicBezTo>
                    <a:cubicBezTo>
                      <a:pt x="7064" y="7113"/>
                      <a:pt x="6996" y="7116"/>
                      <a:pt x="6928" y="7116"/>
                    </a:cubicBezTo>
                    <a:cubicBezTo>
                      <a:pt x="6634" y="7116"/>
                      <a:pt x="6345" y="7068"/>
                      <a:pt x="6067" y="6954"/>
                    </a:cubicBezTo>
                    <a:cubicBezTo>
                      <a:pt x="5950" y="6906"/>
                      <a:pt x="5831" y="6838"/>
                      <a:pt x="5743" y="6751"/>
                    </a:cubicBezTo>
                    <a:cubicBezTo>
                      <a:pt x="5510" y="6523"/>
                      <a:pt x="5342" y="6249"/>
                      <a:pt x="5243" y="5938"/>
                    </a:cubicBezTo>
                    <a:cubicBezTo>
                      <a:pt x="5158" y="5668"/>
                      <a:pt x="5192" y="5411"/>
                      <a:pt x="5354" y="5176"/>
                    </a:cubicBezTo>
                    <a:cubicBezTo>
                      <a:pt x="5477" y="4997"/>
                      <a:pt x="5639" y="4885"/>
                      <a:pt x="5863" y="4874"/>
                    </a:cubicBezTo>
                    <a:cubicBezTo>
                      <a:pt x="6013" y="4867"/>
                      <a:pt x="6163" y="4861"/>
                      <a:pt x="6313" y="4855"/>
                    </a:cubicBezTo>
                    <a:cubicBezTo>
                      <a:pt x="6859" y="4832"/>
                      <a:pt x="7405" y="4819"/>
                      <a:pt x="7950" y="4783"/>
                    </a:cubicBezTo>
                    <a:cubicBezTo>
                      <a:pt x="8132" y="4771"/>
                      <a:pt x="8310" y="4703"/>
                      <a:pt x="8487" y="4652"/>
                    </a:cubicBezTo>
                    <a:cubicBezTo>
                      <a:pt x="8588" y="4623"/>
                      <a:pt x="8686" y="4610"/>
                      <a:pt x="8782" y="4610"/>
                    </a:cubicBezTo>
                    <a:close/>
                    <a:moveTo>
                      <a:pt x="5646" y="1"/>
                    </a:moveTo>
                    <a:cubicBezTo>
                      <a:pt x="5569" y="1"/>
                      <a:pt x="5490" y="8"/>
                      <a:pt x="5408" y="22"/>
                    </a:cubicBezTo>
                    <a:cubicBezTo>
                      <a:pt x="4994" y="94"/>
                      <a:pt x="4618" y="293"/>
                      <a:pt x="4414" y="709"/>
                    </a:cubicBezTo>
                    <a:cubicBezTo>
                      <a:pt x="4403" y="732"/>
                      <a:pt x="4381" y="751"/>
                      <a:pt x="4346" y="793"/>
                    </a:cubicBezTo>
                    <a:cubicBezTo>
                      <a:pt x="4297" y="726"/>
                      <a:pt x="4256" y="679"/>
                      <a:pt x="4225" y="628"/>
                    </a:cubicBezTo>
                    <a:cubicBezTo>
                      <a:pt x="4112" y="431"/>
                      <a:pt x="3939" y="320"/>
                      <a:pt x="3722" y="272"/>
                    </a:cubicBezTo>
                    <a:cubicBezTo>
                      <a:pt x="3615" y="248"/>
                      <a:pt x="3509" y="220"/>
                      <a:pt x="3401" y="205"/>
                    </a:cubicBezTo>
                    <a:cubicBezTo>
                      <a:pt x="3335" y="195"/>
                      <a:pt x="3272" y="191"/>
                      <a:pt x="3210" y="191"/>
                    </a:cubicBezTo>
                    <a:cubicBezTo>
                      <a:pt x="2841" y="191"/>
                      <a:pt x="2548" y="360"/>
                      <a:pt x="2335" y="697"/>
                    </a:cubicBezTo>
                    <a:cubicBezTo>
                      <a:pt x="2194" y="919"/>
                      <a:pt x="2100" y="1156"/>
                      <a:pt x="2092" y="1426"/>
                    </a:cubicBezTo>
                    <a:cubicBezTo>
                      <a:pt x="2088" y="1558"/>
                      <a:pt x="2062" y="1689"/>
                      <a:pt x="2044" y="1819"/>
                    </a:cubicBezTo>
                    <a:cubicBezTo>
                      <a:pt x="2031" y="1824"/>
                      <a:pt x="2016" y="1828"/>
                      <a:pt x="2004" y="1831"/>
                    </a:cubicBezTo>
                    <a:cubicBezTo>
                      <a:pt x="1954" y="1761"/>
                      <a:pt x="1903" y="1690"/>
                      <a:pt x="1858" y="1618"/>
                    </a:cubicBezTo>
                    <a:cubicBezTo>
                      <a:pt x="1739" y="1430"/>
                      <a:pt x="1571" y="1324"/>
                      <a:pt x="1364" y="1324"/>
                    </a:cubicBezTo>
                    <a:cubicBezTo>
                      <a:pt x="1333" y="1324"/>
                      <a:pt x="1300" y="1327"/>
                      <a:pt x="1267" y="1332"/>
                    </a:cubicBezTo>
                    <a:cubicBezTo>
                      <a:pt x="1032" y="1368"/>
                      <a:pt x="799" y="1425"/>
                      <a:pt x="571" y="1492"/>
                    </a:cubicBezTo>
                    <a:cubicBezTo>
                      <a:pt x="401" y="1542"/>
                      <a:pt x="265" y="1660"/>
                      <a:pt x="196" y="1822"/>
                    </a:cubicBezTo>
                    <a:cubicBezTo>
                      <a:pt x="128" y="1984"/>
                      <a:pt x="61" y="2155"/>
                      <a:pt x="46" y="2328"/>
                    </a:cubicBezTo>
                    <a:cubicBezTo>
                      <a:pt x="1" y="2849"/>
                      <a:pt x="44" y="3365"/>
                      <a:pt x="181" y="3873"/>
                    </a:cubicBezTo>
                    <a:cubicBezTo>
                      <a:pt x="215" y="4004"/>
                      <a:pt x="235" y="4141"/>
                      <a:pt x="250" y="4276"/>
                    </a:cubicBezTo>
                    <a:lnTo>
                      <a:pt x="250" y="4274"/>
                    </a:lnTo>
                    <a:cubicBezTo>
                      <a:pt x="287" y="4642"/>
                      <a:pt x="323" y="5009"/>
                      <a:pt x="350" y="5377"/>
                    </a:cubicBezTo>
                    <a:cubicBezTo>
                      <a:pt x="392" y="6004"/>
                      <a:pt x="568" y="6618"/>
                      <a:pt x="523" y="7251"/>
                    </a:cubicBezTo>
                    <a:cubicBezTo>
                      <a:pt x="520" y="7291"/>
                      <a:pt x="533" y="7333"/>
                      <a:pt x="538" y="7374"/>
                    </a:cubicBezTo>
                    <a:cubicBezTo>
                      <a:pt x="565" y="7590"/>
                      <a:pt x="587" y="7808"/>
                      <a:pt x="620" y="8024"/>
                    </a:cubicBezTo>
                    <a:cubicBezTo>
                      <a:pt x="683" y="8442"/>
                      <a:pt x="721" y="8868"/>
                      <a:pt x="826" y="9276"/>
                    </a:cubicBezTo>
                    <a:cubicBezTo>
                      <a:pt x="973" y="9838"/>
                      <a:pt x="1180" y="10382"/>
                      <a:pt x="1588" y="10822"/>
                    </a:cubicBezTo>
                    <a:cubicBezTo>
                      <a:pt x="1612" y="10849"/>
                      <a:pt x="1621" y="10895"/>
                      <a:pt x="1623" y="10933"/>
                    </a:cubicBezTo>
                    <a:cubicBezTo>
                      <a:pt x="1632" y="11329"/>
                      <a:pt x="1648" y="11725"/>
                      <a:pt x="1645" y="12123"/>
                    </a:cubicBezTo>
                    <a:cubicBezTo>
                      <a:pt x="1638" y="13209"/>
                      <a:pt x="1623" y="14295"/>
                      <a:pt x="1612" y="15382"/>
                    </a:cubicBezTo>
                    <a:cubicBezTo>
                      <a:pt x="1608" y="15772"/>
                      <a:pt x="1606" y="16160"/>
                      <a:pt x="1609" y="16551"/>
                    </a:cubicBezTo>
                    <a:cubicBezTo>
                      <a:pt x="1609" y="16596"/>
                      <a:pt x="1644" y="16660"/>
                      <a:pt x="1680" y="16683"/>
                    </a:cubicBezTo>
                    <a:cubicBezTo>
                      <a:pt x="1851" y="16785"/>
                      <a:pt x="2016" y="16905"/>
                      <a:pt x="2202" y="16960"/>
                    </a:cubicBezTo>
                    <a:cubicBezTo>
                      <a:pt x="2594" y="17076"/>
                      <a:pt x="2994" y="17167"/>
                      <a:pt x="3396" y="17248"/>
                    </a:cubicBezTo>
                    <a:cubicBezTo>
                      <a:pt x="3760" y="17321"/>
                      <a:pt x="4129" y="17373"/>
                      <a:pt x="4499" y="17373"/>
                    </a:cubicBezTo>
                    <a:cubicBezTo>
                      <a:pt x="4648" y="17373"/>
                      <a:pt x="4797" y="17365"/>
                      <a:pt x="4946" y="17346"/>
                    </a:cubicBezTo>
                    <a:cubicBezTo>
                      <a:pt x="5384" y="17290"/>
                      <a:pt x="5822" y="17200"/>
                      <a:pt x="6252" y="17094"/>
                    </a:cubicBezTo>
                    <a:cubicBezTo>
                      <a:pt x="6615" y="17005"/>
                      <a:pt x="6976" y="16897"/>
                      <a:pt x="7308" y="16711"/>
                    </a:cubicBezTo>
                    <a:cubicBezTo>
                      <a:pt x="7419" y="16648"/>
                      <a:pt x="7546" y="16615"/>
                      <a:pt x="7689" y="16560"/>
                    </a:cubicBezTo>
                    <a:cubicBezTo>
                      <a:pt x="7716" y="16444"/>
                      <a:pt x="7700" y="16310"/>
                      <a:pt x="7689" y="16175"/>
                    </a:cubicBezTo>
                    <a:cubicBezTo>
                      <a:pt x="7668" y="15931"/>
                      <a:pt x="7648" y="15686"/>
                      <a:pt x="7641" y="15440"/>
                    </a:cubicBezTo>
                    <a:cubicBezTo>
                      <a:pt x="7636" y="15284"/>
                      <a:pt x="7662" y="15128"/>
                      <a:pt x="7666" y="14971"/>
                    </a:cubicBezTo>
                    <a:cubicBezTo>
                      <a:pt x="7681" y="14451"/>
                      <a:pt x="7684" y="13932"/>
                      <a:pt x="7712" y="13415"/>
                    </a:cubicBezTo>
                    <a:cubicBezTo>
                      <a:pt x="7752" y="12622"/>
                      <a:pt x="7812" y="11832"/>
                      <a:pt x="7859" y="11041"/>
                    </a:cubicBezTo>
                    <a:cubicBezTo>
                      <a:pt x="7866" y="10930"/>
                      <a:pt x="7883" y="10835"/>
                      <a:pt x="7959" y="10741"/>
                    </a:cubicBezTo>
                    <a:cubicBezTo>
                      <a:pt x="8124" y="10541"/>
                      <a:pt x="8271" y="10328"/>
                      <a:pt x="8424" y="10118"/>
                    </a:cubicBezTo>
                    <a:cubicBezTo>
                      <a:pt x="8517" y="9992"/>
                      <a:pt x="8600" y="9857"/>
                      <a:pt x="8700" y="9737"/>
                    </a:cubicBezTo>
                    <a:cubicBezTo>
                      <a:pt x="8889" y="9512"/>
                      <a:pt x="9089" y="9296"/>
                      <a:pt x="9279" y="9072"/>
                    </a:cubicBezTo>
                    <a:cubicBezTo>
                      <a:pt x="9709" y="8576"/>
                      <a:pt x="10132" y="8075"/>
                      <a:pt x="10432" y="7483"/>
                    </a:cubicBezTo>
                    <a:cubicBezTo>
                      <a:pt x="10526" y="7296"/>
                      <a:pt x="10583" y="7113"/>
                      <a:pt x="10547" y="6915"/>
                    </a:cubicBezTo>
                    <a:cubicBezTo>
                      <a:pt x="10517" y="6748"/>
                      <a:pt x="10471" y="6580"/>
                      <a:pt x="10396" y="6430"/>
                    </a:cubicBezTo>
                    <a:cubicBezTo>
                      <a:pt x="10183" y="6000"/>
                      <a:pt x="9998" y="5561"/>
                      <a:pt x="9920" y="5083"/>
                    </a:cubicBezTo>
                    <a:cubicBezTo>
                      <a:pt x="9892" y="4904"/>
                      <a:pt x="9781" y="4777"/>
                      <a:pt x="9622" y="4688"/>
                    </a:cubicBezTo>
                    <a:cubicBezTo>
                      <a:pt x="9559" y="4652"/>
                      <a:pt x="9496" y="4613"/>
                      <a:pt x="9430" y="4574"/>
                    </a:cubicBezTo>
                    <a:cubicBezTo>
                      <a:pt x="9440" y="4481"/>
                      <a:pt x="9443" y="4399"/>
                      <a:pt x="9457" y="4318"/>
                    </a:cubicBezTo>
                    <a:cubicBezTo>
                      <a:pt x="9554" y="3768"/>
                      <a:pt x="9572" y="3216"/>
                      <a:pt x="9508" y="2664"/>
                    </a:cubicBezTo>
                    <a:cubicBezTo>
                      <a:pt x="9472" y="2360"/>
                      <a:pt x="9446" y="2050"/>
                      <a:pt x="9318" y="1764"/>
                    </a:cubicBezTo>
                    <a:cubicBezTo>
                      <a:pt x="9221" y="1546"/>
                      <a:pt x="9126" y="1327"/>
                      <a:pt x="9032" y="1107"/>
                    </a:cubicBezTo>
                    <a:cubicBezTo>
                      <a:pt x="8928" y="867"/>
                      <a:pt x="8765" y="681"/>
                      <a:pt x="8528" y="562"/>
                    </a:cubicBezTo>
                    <a:cubicBezTo>
                      <a:pt x="8357" y="476"/>
                      <a:pt x="8189" y="385"/>
                      <a:pt x="8021" y="293"/>
                    </a:cubicBezTo>
                    <a:cubicBezTo>
                      <a:pt x="7844" y="195"/>
                      <a:pt x="7672" y="146"/>
                      <a:pt x="7506" y="146"/>
                    </a:cubicBezTo>
                    <a:cubicBezTo>
                      <a:pt x="7230" y="146"/>
                      <a:pt x="6973" y="283"/>
                      <a:pt x="6747" y="554"/>
                    </a:cubicBezTo>
                    <a:cubicBezTo>
                      <a:pt x="6714" y="594"/>
                      <a:pt x="6673" y="628"/>
                      <a:pt x="6627" y="675"/>
                    </a:cubicBezTo>
                    <a:cubicBezTo>
                      <a:pt x="6580" y="598"/>
                      <a:pt x="6546" y="539"/>
                      <a:pt x="6510" y="482"/>
                    </a:cubicBezTo>
                    <a:cubicBezTo>
                      <a:pt x="6300" y="154"/>
                      <a:pt x="6001" y="1"/>
                      <a:pt x="5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A6DCBCF-9460-5F6D-0BB9-5C79996A6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85" y="3122214"/>
            <a:ext cx="1109568" cy="1585097"/>
          </a:xfrm>
          <a:prstGeom prst="rect">
            <a:avLst/>
          </a:prstGeom>
        </p:spPr>
      </p:pic>
      <p:sp>
        <p:nvSpPr>
          <p:cNvPr id="14" name="Google Shape;378;p37">
            <a:extLst>
              <a:ext uri="{FF2B5EF4-FFF2-40B4-BE49-F238E27FC236}">
                <a16:creationId xmlns:a16="http://schemas.microsoft.com/office/drawing/2014/main" id="{F6A45903-263F-8605-1E72-EA34956E1E44}"/>
              </a:ext>
            </a:extLst>
          </p:cNvPr>
          <p:cNvSpPr/>
          <p:nvPr/>
        </p:nvSpPr>
        <p:spPr>
          <a:xfrm>
            <a:off x="4092464" y="3332082"/>
            <a:ext cx="1109100" cy="110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15" name="Google Shape;379;p37">
            <a:extLst>
              <a:ext uri="{FF2B5EF4-FFF2-40B4-BE49-F238E27FC236}">
                <a16:creationId xmlns:a16="http://schemas.microsoft.com/office/drawing/2014/main" id="{855254C2-35CF-EC3C-AC7B-E430C5C497E8}"/>
              </a:ext>
            </a:extLst>
          </p:cNvPr>
          <p:cNvGrpSpPr/>
          <p:nvPr/>
        </p:nvGrpSpPr>
        <p:grpSpPr>
          <a:xfrm>
            <a:off x="4296156" y="3307952"/>
            <a:ext cx="701717" cy="1157359"/>
            <a:chOff x="2835732" y="2571668"/>
            <a:chExt cx="701717" cy="1157359"/>
          </a:xfrm>
        </p:grpSpPr>
        <p:sp>
          <p:nvSpPr>
            <p:cNvPr id="16" name="Google Shape;380;p37">
              <a:extLst>
                <a:ext uri="{FF2B5EF4-FFF2-40B4-BE49-F238E27FC236}">
                  <a16:creationId xmlns:a16="http://schemas.microsoft.com/office/drawing/2014/main" id="{A9E5CDB6-DF61-9F1D-A17F-9CE14EFA2811}"/>
                </a:ext>
              </a:extLst>
            </p:cNvPr>
            <p:cNvSpPr/>
            <p:nvPr/>
          </p:nvSpPr>
          <p:spPr>
            <a:xfrm>
              <a:off x="2835732" y="2571772"/>
              <a:ext cx="701590" cy="1157255"/>
            </a:xfrm>
            <a:custGeom>
              <a:avLst/>
              <a:gdLst/>
              <a:ahLst/>
              <a:cxnLst/>
              <a:rect l="l" t="t" r="r" b="b"/>
              <a:pathLst>
                <a:path w="11485" h="18945" extrusionOk="0">
                  <a:moveTo>
                    <a:pt x="6920" y="0"/>
                  </a:moveTo>
                  <a:cubicBezTo>
                    <a:pt x="6851" y="0"/>
                    <a:pt x="6782" y="7"/>
                    <a:pt x="6710" y="20"/>
                  </a:cubicBezTo>
                  <a:cubicBezTo>
                    <a:pt x="6362" y="81"/>
                    <a:pt x="6064" y="228"/>
                    <a:pt x="5827" y="488"/>
                  </a:cubicBezTo>
                  <a:cubicBezTo>
                    <a:pt x="5748" y="574"/>
                    <a:pt x="5670" y="618"/>
                    <a:pt x="5561" y="618"/>
                  </a:cubicBezTo>
                  <a:cubicBezTo>
                    <a:pt x="5539" y="618"/>
                    <a:pt x="5515" y="616"/>
                    <a:pt x="5491" y="612"/>
                  </a:cubicBezTo>
                  <a:cubicBezTo>
                    <a:pt x="5452" y="606"/>
                    <a:pt x="5414" y="603"/>
                    <a:pt x="5377" y="603"/>
                  </a:cubicBezTo>
                  <a:cubicBezTo>
                    <a:pt x="5087" y="603"/>
                    <a:pt x="4852" y="782"/>
                    <a:pt x="4737" y="1071"/>
                  </a:cubicBezTo>
                  <a:cubicBezTo>
                    <a:pt x="4716" y="1125"/>
                    <a:pt x="4685" y="1175"/>
                    <a:pt x="4655" y="1232"/>
                  </a:cubicBezTo>
                  <a:cubicBezTo>
                    <a:pt x="4575" y="1203"/>
                    <a:pt x="4514" y="1170"/>
                    <a:pt x="4449" y="1160"/>
                  </a:cubicBezTo>
                  <a:cubicBezTo>
                    <a:pt x="4325" y="1139"/>
                    <a:pt x="4195" y="1102"/>
                    <a:pt x="4072" y="1102"/>
                  </a:cubicBezTo>
                  <a:cubicBezTo>
                    <a:pt x="4044" y="1102"/>
                    <a:pt x="4016" y="1104"/>
                    <a:pt x="3989" y="1109"/>
                  </a:cubicBezTo>
                  <a:cubicBezTo>
                    <a:pt x="3415" y="1202"/>
                    <a:pt x="2982" y="1496"/>
                    <a:pt x="2751" y="2050"/>
                  </a:cubicBezTo>
                  <a:cubicBezTo>
                    <a:pt x="2700" y="2174"/>
                    <a:pt x="2652" y="2299"/>
                    <a:pt x="2610" y="2405"/>
                  </a:cubicBezTo>
                  <a:cubicBezTo>
                    <a:pt x="2495" y="2405"/>
                    <a:pt x="2390" y="2401"/>
                    <a:pt x="2290" y="2401"/>
                  </a:cubicBezTo>
                  <a:cubicBezTo>
                    <a:pt x="2232" y="2401"/>
                    <a:pt x="2176" y="2402"/>
                    <a:pt x="2121" y="2407"/>
                  </a:cubicBezTo>
                  <a:cubicBezTo>
                    <a:pt x="1628" y="2446"/>
                    <a:pt x="1190" y="2650"/>
                    <a:pt x="758" y="2867"/>
                  </a:cubicBezTo>
                  <a:cubicBezTo>
                    <a:pt x="700" y="2897"/>
                    <a:pt x="646" y="2945"/>
                    <a:pt x="602" y="2996"/>
                  </a:cubicBezTo>
                  <a:cubicBezTo>
                    <a:pt x="341" y="3291"/>
                    <a:pt x="140" y="3622"/>
                    <a:pt x="55" y="4008"/>
                  </a:cubicBezTo>
                  <a:cubicBezTo>
                    <a:pt x="19" y="4164"/>
                    <a:pt x="0" y="4335"/>
                    <a:pt x="23" y="4491"/>
                  </a:cubicBezTo>
                  <a:cubicBezTo>
                    <a:pt x="70" y="4786"/>
                    <a:pt x="152" y="5075"/>
                    <a:pt x="215" y="5367"/>
                  </a:cubicBezTo>
                  <a:cubicBezTo>
                    <a:pt x="251" y="5525"/>
                    <a:pt x="283" y="5684"/>
                    <a:pt x="316" y="5844"/>
                  </a:cubicBezTo>
                  <a:cubicBezTo>
                    <a:pt x="344" y="5984"/>
                    <a:pt x="370" y="6123"/>
                    <a:pt x="401" y="6261"/>
                  </a:cubicBezTo>
                  <a:cubicBezTo>
                    <a:pt x="490" y="6645"/>
                    <a:pt x="611" y="7021"/>
                    <a:pt x="610" y="7421"/>
                  </a:cubicBezTo>
                  <a:cubicBezTo>
                    <a:pt x="608" y="7943"/>
                    <a:pt x="610" y="8468"/>
                    <a:pt x="625" y="8991"/>
                  </a:cubicBezTo>
                  <a:cubicBezTo>
                    <a:pt x="637" y="9396"/>
                    <a:pt x="724" y="9786"/>
                    <a:pt x="913" y="10149"/>
                  </a:cubicBezTo>
                  <a:cubicBezTo>
                    <a:pt x="1048" y="10409"/>
                    <a:pt x="1183" y="10667"/>
                    <a:pt x="1328" y="10920"/>
                  </a:cubicBezTo>
                  <a:cubicBezTo>
                    <a:pt x="1535" y="11286"/>
                    <a:pt x="1756" y="11645"/>
                    <a:pt x="2041" y="11960"/>
                  </a:cubicBezTo>
                  <a:cubicBezTo>
                    <a:pt x="2086" y="12010"/>
                    <a:pt x="2118" y="12089"/>
                    <a:pt x="2122" y="12157"/>
                  </a:cubicBezTo>
                  <a:cubicBezTo>
                    <a:pt x="2140" y="12442"/>
                    <a:pt x="2154" y="12728"/>
                    <a:pt x="2155" y="13013"/>
                  </a:cubicBezTo>
                  <a:cubicBezTo>
                    <a:pt x="2161" y="14088"/>
                    <a:pt x="2160" y="15162"/>
                    <a:pt x="2167" y="16236"/>
                  </a:cubicBezTo>
                  <a:cubicBezTo>
                    <a:pt x="2172" y="16868"/>
                    <a:pt x="2154" y="17501"/>
                    <a:pt x="2235" y="18130"/>
                  </a:cubicBezTo>
                  <a:cubicBezTo>
                    <a:pt x="2242" y="18188"/>
                    <a:pt x="2247" y="18263"/>
                    <a:pt x="2283" y="18299"/>
                  </a:cubicBezTo>
                  <a:cubicBezTo>
                    <a:pt x="2433" y="18443"/>
                    <a:pt x="2581" y="18598"/>
                    <a:pt x="2794" y="18655"/>
                  </a:cubicBezTo>
                  <a:cubicBezTo>
                    <a:pt x="3009" y="18713"/>
                    <a:pt x="3225" y="18782"/>
                    <a:pt x="3444" y="18815"/>
                  </a:cubicBezTo>
                  <a:cubicBezTo>
                    <a:pt x="3794" y="18868"/>
                    <a:pt x="4146" y="18913"/>
                    <a:pt x="4499" y="18928"/>
                  </a:cubicBezTo>
                  <a:cubicBezTo>
                    <a:pt x="4698" y="18935"/>
                    <a:pt x="4900" y="18944"/>
                    <a:pt x="5101" y="18944"/>
                  </a:cubicBezTo>
                  <a:cubicBezTo>
                    <a:pt x="5302" y="18944"/>
                    <a:pt x="5503" y="18935"/>
                    <a:pt x="5699" y="18907"/>
                  </a:cubicBezTo>
                  <a:cubicBezTo>
                    <a:pt x="6335" y="18812"/>
                    <a:pt x="6966" y="18665"/>
                    <a:pt x="7594" y="18521"/>
                  </a:cubicBezTo>
                  <a:cubicBezTo>
                    <a:pt x="7804" y="18473"/>
                    <a:pt x="8001" y="18368"/>
                    <a:pt x="8199" y="18280"/>
                  </a:cubicBezTo>
                  <a:cubicBezTo>
                    <a:pt x="8299" y="18233"/>
                    <a:pt x="8379" y="18154"/>
                    <a:pt x="8382" y="18031"/>
                  </a:cubicBezTo>
                  <a:cubicBezTo>
                    <a:pt x="8386" y="17656"/>
                    <a:pt x="8395" y="17282"/>
                    <a:pt x="8392" y="16908"/>
                  </a:cubicBezTo>
                  <a:cubicBezTo>
                    <a:pt x="8389" y="16502"/>
                    <a:pt x="8359" y="16094"/>
                    <a:pt x="8365" y="15687"/>
                  </a:cubicBezTo>
                  <a:cubicBezTo>
                    <a:pt x="8377" y="14721"/>
                    <a:pt x="8416" y="13756"/>
                    <a:pt x="8413" y="12790"/>
                  </a:cubicBezTo>
                  <a:cubicBezTo>
                    <a:pt x="8413" y="12514"/>
                    <a:pt x="8454" y="12317"/>
                    <a:pt x="8733" y="12224"/>
                  </a:cubicBezTo>
                  <a:cubicBezTo>
                    <a:pt x="8771" y="12212"/>
                    <a:pt x="8804" y="12184"/>
                    <a:pt x="8838" y="12161"/>
                  </a:cubicBezTo>
                  <a:cubicBezTo>
                    <a:pt x="9176" y="11927"/>
                    <a:pt x="9501" y="11675"/>
                    <a:pt x="9689" y="11301"/>
                  </a:cubicBezTo>
                  <a:cubicBezTo>
                    <a:pt x="9885" y="10907"/>
                    <a:pt x="10076" y="10505"/>
                    <a:pt x="10208" y="10086"/>
                  </a:cubicBezTo>
                  <a:cubicBezTo>
                    <a:pt x="10394" y="9490"/>
                    <a:pt x="10634" y="8926"/>
                    <a:pt x="10981" y="8408"/>
                  </a:cubicBezTo>
                  <a:cubicBezTo>
                    <a:pt x="10996" y="8386"/>
                    <a:pt x="11011" y="8363"/>
                    <a:pt x="11023" y="8338"/>
                  </a:cubicBezTo>
                  <a:cubicBezTo>
                    <a:pt x="11077" y="8221"/>
                    <a:pt x="11146" y="8108"/>
                    <a:pt x="11180" y="7985"/>
                  </a:cubicBezTo>
                  <a:cubicBezTo>
                    <a:pt x="11348" y="7388"/>
                    <a:pt x="11485" y="6787"/>
                    <a:pt x="11441" y="6159"/>
                  </a:cubicBezTo>
                  <a:cubicBezTo>
                    <a:pt x="11399" y="5526"/>
                    <a:pt x="11179" y="4969"/>
                    <a:pt x="10745" y="4501"/>
                  </a:cubicBezTo>
                  <a:cubicBezTo>
                    <a:pt x="10612" y="4357"/>
                    <a:pt x="10477" y="4215"/>
                    <a:pt x="10340" y="4071"/>
                  </a:cubicBezTo>
                  <a:cubicBezTo>
                    <a:pt x="10292" y="4020"/>
                    <a:pt x="10260" y="3972"/>
                    <a:pt x="10271" y="3892"/>
                  </a:cubicBezTo>
                  <a:cubicBezTo>
                    <a:pt x="10307" y="3622"/>
                    <a:pt x="10340" y="3352"/>
                    <a:pt x="10353" y="3080"/>
                  </a:cubicBezTo>
                  <a:cubicBezTo>
                    <a:pt x="10394" y="2245"/>
                    <a:pt x="10310" y="1439"/>
                    <a:pt x="9770" y="741"/>
                  </a:cubicBezTo>
                  <a:cubicBezTo>
                    <a:pt x="9635" y="566"/>
                    <a:pt x="9485" y="435"/>
                    <a:pt x="9294" y="341"/>
                  </a:cubicBezTo>
                  <a:cubicBezTo>
                    <a:pt x="9059" y="227"/>
                    <a:pt x="8807" y="179"/>
                    <a:pt x="8545" y="162"/>
                  </a:cubicBezTo>
                  <a:cubicBezTo>
                    <a:pt x="8525" y="161"/>
                    <a:pt x="8505" y="160"/>
                    <a:pt x="8484" y="160"/>
                  </a:cubicBezTo>
                  <a:cubicBezTo>
                    <a:pt x="8302" y="160"/>
                    <a:pt x="8140" y="211"/>
                    <a:pt x="8001" y="339"/>
                  </a:cubicBezTo>
                  <a:cubicBezTo>
                    <a:pt x="7962" y="377"/>
                    <a:pt x="7912" y="401"/>
                    <a:pt x="7873" y="429"/>
                  </a:cubicBezTo>
                  <a:cubicBezTo>
                    <a:pt x="7696" y="320"/>
                    <a:pt x="7531" y="213"/>
                    <a:pt x="7360" y="116"/>
                  </a:cubicBezTo>
                  <a:cubicBezTo>
                    <a:pt x="7220" y="35"/>
                    <a:pt x="7073" y="0"/>
                    <a:pt x="6920" y="0"/>
                  </a:cubicBezTo>
                  <a:close/>
                </a:path>
              </a:pathLst>
            </a:custGeom>
            <a:solidFill>
              <a:schemeClr val="dk1"/>
            </a:solidFill>
            <a:ln w="1143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accent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" name="Google Shape;381;p37">
              <a:extLst>
                <a:ext uri="{FF2B5EF4-FFF2-40B4-BE49-F238E27FC236}">
                  <a16:creationId xmlns:a16="http://schemas.microsoft.com/office/drawing/2014/main" id="{266AE3B4-4EDA-52F3-ADD8-A10C1D4FBD81}"/>
                </a:ext>
              </a:extLst>
            </p:cNvPr>
            <p:cNvGrpSpPr/>
            <p:nvPr/>
          </p:nvGrpSpPr>
          <p:grpSpPr>
            <a:xfrm>
              <a:off x="2835797" y="2571668"/>
              <a:ext cx="701651" cy="1157316"/>
              <a:chOff x="2616100" y="1617800"/>
              <a:chExt cx="287150" cy="473650"/>
            </a:xfrm>
          </p:grpSpPr>
          <p:sp>
            <p:nvSpPr>
              <p:cNvPr id="18" name="Google Shape;382;p37">
                <a:extLst>
                  <a:ext uri="{FF2B5EF4-FFF2-40B4-BE49-F238E27FC236}">
                    <a16:creationId xmlns:a16="http://schemas.microsoft.com/office/drawing/2014/main" id="{63DD756B-6BFA-254C-9338-05C73A3907C4}"/>
                  </a:ext>
                </a:extLst>
              </p:cNvPr>
              <p:cNvSpPr/>
              <p:nvPr/>
            </p:nvSpPr>
            <p:spPr>
              <a:xfrm>
                <a:off x="2737500" y="1637400"/>
                <a:ext cx="16700" cy="207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828" extrusionOk="0">
                    <a:moveTo>
                      <a:pt x="479" y="0"/>
                    </a:moveTo>
                    <a:cubicBezTo>
                      <a:pt x="255" y="0"/>
                      <a:pt x="80" y="125"/>
                      <a:pt x="18" y="338"/>
                    </a:cubicBezTo>
                    <a:cubicBezTo>
                      <a:pt x="2" y="398"/>
                      <a:pt x="0" y="484"/>
                      <a:pt x="32" y="529"/>
                    </a:cubicBezTo>
                    <a:cubicBezTo>
                      <a:pt x="101" y="631"/>
                      <a:pt x="195" y="717"/>
                      <a:pt x="296" y="828"/>
                    </a:cubicBezTo>
                    <a:cubicBezTo>
                      <a:pt x="428" y="541"/>
                      <a:pt x="548" y="286"/>
                      <a:pt x="668" y="28"/>
                    </a:cubicBezTo>
                    <a:cubicBezTo>
                      <a:pt x="602" y="9"/>
                      <a:pt x="539" y="0"/>
                      <a:pt x="479" y="0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383;p37">
                <a:extLst>
                  <a:ext uri="{FF2B5EF4-FFF2-40B4-BE49-F238E27FC236}">
                    <a16:creationId xmlns:a16="http://schemas.microsoft.com/office/drawing/2014/main" id="{01BA2C27-1B01-2041-9B87-08096F94FB3B}"/>
                  </a:ext>
                </a:extLst>
              </p:cNvPr>
              <p:cNvSpPr/>
              <p:nvPr/>
            </p:nvSpPr>
            <p:spPr>
              <a:xfrm>
                <a:off x="2617600" y="1680925"/>
                <a:ext cx="282225" cy="406925"/>
              </a:xfrm>
              <a:custGeom>
                <a:avLst/>
                <a:gdLst/>
                <a:ahLst/>
                <a:cxnLst/>
                <a:rect l="l" t="t" r="r" b="b"/>
                <a:pathLst>
                  <a:path w="11289" h="16277" extrusionOk="0">
                    <a:moveTo>
                      <a:pt x="5367" y="10554"/>
                    </a:moveTo>
                    <a:cubicBezTo>
                      <a:pt x="5406" y="10554"/>
                      <a:pt x="5448" y="10560"/>
                      <a:pt x="5494" y="10571"/>
                    </a:cubicBezTo>
                    <a:cubicBezTo>
                      <a:pt x="5426" y="10652"/>
                      <a:pt x="5378" y="10690"/>
                      <a:pt x="5325" y="10690"/>
                    </a:cubicBezTo>
                    <a:cubicBezTo>
                      <a:pt x="5283" y="10690"/>
                      <a:pt x="5239" y="10667"/>
                      <a:pt x="5179" y="10623"/>
                    </a:cubicBezTo>
                    <a:cubicBezTo>
                      <a:pt x="5226" y="10577"/>
                      <a:pt x="5289" y="10554"/>
                      <a:pt x="5367" y="10554"/>
                    </a:cubicBezTo>
                    <a:close/>
                    <a:moveTo>
                      <a:pt x="2214" y="0"/>
                    </a:moveTo>
                    <a:cubicBezTo>
                      <a:pt x="2182" y="0"/>
                      <a:pt x="2149" y="2"/>
                      <a:pt x="2115" y="6"/>
                    </a:cubicBezTo>
                    <a:cubicBezTo>
                      <a:pt x="1657" y="65"/>
                      <a:pt x="1231" y="221"/>
                      <a:pt x="823" y="425"/>
                    </a:cubicBezTo>
                    <a:cubicBezTo>
                      <a:pt x="769" y="452"/>
                      <a:pt x="715" y="489"/>
                      <a:pt x="675" y="533"/>
                    </a:cubicBezTo>
                    <a:cubicBezTo>
                      <a:pt x="248" y="994"/>
                      <a:pt x="1" y="1507"/>
                      <a:pt x="130" y="2162"/>
                    </a:cubicBezTo>
                    <a:cubicBezTo>
                      <a:pt x="214" y="2595"/>
                      <a:pt x="370" y="3009"/>
                      <a:pt x="415" y="3453"/>
                    </a:cubicBezTo>
                    <a:cubicBezTo>
                      <a:pt x="447" y="3774"/>
                      <a:pt x="558" y="4087"/>
                      <a:pt x="628" y="4406"/>
                    </a:cubicBezTo>
                    <a:cubicBezTo>
                      <a:pt x="654" y="4524"/>
                      <a:pt x="676" y="4647"/>
                      <a:pt x="679" y="4767"/>
                    </a:cubicBezTo>
                    <a:cubicBezTo>
                      <a:pt x="685" y="5277"/>
                      <a:pt x="678" y="5787"/>
                      <a:pt x="688" y="6298"/>
                    </a:cubicBezTo>
                    <a:cubicBezTo>
                      <a:pt x="694" y="6589"/>
                      <a:pt x="708" y="6884"/>
                      <a:pt x="813" y="7160"/>
                    </a:cubicBezTo>
                    <a:cubicBezTo>
                      <a:pt x="1096" y="7896"/>
                      <a:pt x="1491" y="8568"/>
                      <a:pt x="1962" y="9196"/>
                    </a:cubicBezTo>
                    <a:cubicBezTo>
                      <a:pt x="2183" y="9491"/>
                      <a:pt x="2454" y="9740"/>
                      <a:pt x="2769" y="9938"/>
                    </a:cubicBezTo>
                    <a:cubicBezTo>
                      <a:pt x="2844" y="9986"/>
                      <a:pt x="2934" y="10031"/>
                      <a:pt x="2922" y="10160"/>
                    </a:cubicBezTo>
                    <a:cubicBezTo>
                      <a:pt x="2627" y="10092"/>
                      <a:pt x="2444" y="9875"/>
                      <a:pt x="2219" y="9702"/>
                    </a:cubicBezTo>
                    <a:cubicBezTo>
                      <a:pt x="2211" y="9740"/>
                      <a:pt x="2205" y="9758"/>
                      <a:pt x="2205" y="9777"/>
                    </a:cubicBezTo>
                    <a:cubicBezTo>
                      <a:pt x="2222" y="10572"/>
                      <a:pt x="2249" y="11368"/>
                      <a:pt x="2256" y="12163"/>
                    </a:cubicBezTo>
                    <a:cubicBezTo>
                      <a:pt x="2267" y="13027"/>
                      <a:pt x="2256" y="13890"/>
                      <a:pt x="2264" y="14754"/>
                    </a:cubicBezTo>
                    <a:cubicBezTo>
                      <a:pt x="2265" y="15026"/>
                      <a:pt x="2295" y="15296"/>
                      <a:pt x="2318" y="15567"/>
                    </a:cubicBezTo>
                    <a:cubicBezTo>
                      <a:pt x="2321" y="15611"/>
                      <a:pt x="2348" y="15656"/>
                      <a:pt x="2375" y="15692"/>
                    </a:cubicBezTo>
                    <a:cubicBezTo>
                      <a:pt x="2495" y="15860"/>
                      <a:pt x="2672" y="15939"/>
                      <a:pt x="2861" y="16011"/>
                    </a:cubicBezTo>
                    <a:cubicBezTo>
                      <a:pt x="3177" y="16130"/>
                      <a:pt x="3509" y="16155"/>
                      <a:pt x="3839" y="16196"/>
                    </a:cubicBezTo>
                    <a:cubicBezTo>
                      <a:pt x="4206" y="16239"/>
                      <a:pt x="4575" y="16277"/>
                      <a:pt x="4944" y="16277"/>
                    </a:cubicBezTo>
                    <a:cubicBezTo>
                      <a:pt x="5159" y="16277"/>
                      <a:pt x="5374" y="16264"/>
                      <a:pt x="5589" y="16232"/>
                    </a:cubicBezTo>
                    <a:cubicBezTo>
                      <a:pt x="6226" y="16137"/>
                      <a:pt x="6855" y="15983"/>
                      <a:pt x="7485" y="15842"/>
                    </a:cubicBezTo>
                    <a:cubicBezTo>
                      <a:pt x="7649" y="15806"/>
                      <a:pt x="7806" y="15732"/>
                      <a:pt x="7961" y="15665"/>
                    </a:cubicBezTo>
                    <a:cubicBezTo>
                      <a:pt x="8111" y="15600"/>
                      <a:pt x="8186" y="15483"/>
                      <a:pt x="8181" y="15314"/>
                    </a:cubicBezTo>
                    <a:cubicBezTo>
                      <a:pt x="8168" y="14859"/>
                      <a:pt x="8142" y="14404"/>
                      <a:pt x="8148" y="13950"/>
                    </a:cubicBezTo>
                    <a:cubicBezTo>
                      <a:pt x="8163" y="12935"/>
                      <a:pt x="8196" y="11923"/>
                      <a:pt x="8217" y="10910"/>
                    </a:cubicBezTo>
                    <a:cubicBezTo>
                      <a:pt x="8225" y="10607"/>
                      <a:pt x="8219" y="10302"/>
                      <a:pt x="8219" y="9965"/>
                    </a:cubicBezTo>
                    <a:lnTo>
                      <a:pt x="8219" y="9965"/>
                    </a:lnTo>
                    <a:cubicBezTo>
                      <a:pt x="7784" y="10202"/>
                      <a:pt x="7382" y="10469"/>
                      <a:pt x="6895" y="10527"/>
                    </a:cubicBezTo>
                    <a:cubicBezTo>
                      <a:pt x="6871" y="10406"/>
                      <a:pt x="6934" y="10373"/>
                      <a:pt x="7012" y="10349"/>
                    </a:cubicBezTo>
                    <a:cubicBezTo>
                      <a:pt x="7643" y="10155"/>
                      <a:pt x="8201" y="9819"/>
                      <a:pt x="8744" y="9457"/>
                    </a:cubicBezTo>
                    <a:cubicBezTo>
                      <a:pt x="9070" y="9243"/>
                      <a:pt x="9362" y="8979"/>
                      <a:pt x="9539" y="8625"/>
                    </a:cubicBezTo>
                    <a:cubicBezTo>
                      <a:pt x="9779" y="8145"/>
                      <a:pt x="9992" y="7649"/>
                      <a:pt x="10135" y="7130"/>
                    </a:cubicBezTo>
                    <a:cubicBezTo>
                      <a:pt x="10145" y="7091"/>
                      <a:pt x="10136" y="7048"/>
                      <a:pt x="10136" y="6980"/>
                    </a:cubicBezTo>
                    <a:lnTo>
                      <a:pt x="10136" y="6980"/>
                    </a:lnTo>
                    <a:cubicBezTo>
                      <a:pt x="9844" y="7196"/>
                      <a:pt x="9538" y="7355"/>
                      <a:pt x="9307" y="7670"/>
                    </a:cubicBezTo>
                    <a:cubicBezTo>
                      <a:pt x="9307" y="7595"/>
                      <a:pt x="9302" y="7568"/>
                      <a:pt x="9307" y="7544"/>
                    </a:cubicBezTo>
                    <a:cubicBezTo>
                      <a:pt x="9334" y="7391"/>
                      <a:pt x="9436" y="7294"/>
                      <a:pt x="9554" y="7208"/>
                    </a:cubicBezTo>
                    <a:cubicBezTo>
                      <a:pt x="9814" y="7021"/>
                      <a:pt x="10069" y="6827"/>
                      <a:pt x="10271" y="6577"/>
                    </a:cubicBezTo>
                    <a:cubicBezTo>
                      <a:pt x="10751" y="5984"/>
                      <a:pt x="11085" y="5328"/>
                      <a:pt x="11170" y="4557"/>
                    </a:cubicBezTo>
                    <a:cubicBezTo>
                      <a:pt x="11214" y="4171"/>
                      <a:pt x="11289" y="3792"/>
                      <a:pt x="11215" y="3402"/>
                    </a:cubicBezTo>
                    <a:cubicBezTo>
                      <a:pt x="11121" y="2914"/>
                      <a:pt x="10962" y="2458"/>
                      <a:pt x="10595" y="2098"/>
                    </a:cubicBezTo>
                    <a:cubicBezTo>
                      <a:pt x="10154" y="1664"/>
                      <a:pt x="9715" y="1229"/>
                      <a:pt x="9274" y="796"/>
                    </a:cubicBezTo>
                    <a:cubicBezTo>
                      <a:pt x="9251" y="773"/>
                      <a:pt x="9220" y="758"/>
                      <a:pt x="9185" y="736"/>
                    </a:cubicBezTo>
                    <a:cubicBezTo>
                      <a:pt x="9092" y="826"/>
                      <a:pt x="9062" y="934"/>
                      <a:pt x="9049" y="1051"/>
                    </a:cubicBezTo>
                    <a:cubicBezTo>
                      <a:pt x="9032" y="1192"/>
                      <a:pt x="9025" y="1336"/>
                      <a:pt x="9002" y="1475"/>
                    </a:cubicBezTo>
                    <a:cubicBezTo>
                      <a:pt x="8946" y="1831"/>
                      <a:pt x="8900" y="2188"/>
                      <a:pt x="8823" y="2539"/>
                    </a:cubicBezTo>
                    <a:cubicBezTo>
                      <a:pt x="8717" y="3030"/>
                      <a:pt x="8588" y="3516"/>
                      <a:pt x="8462" y="4002"/>
                    </a:cubicBezTo>
                    <a:cubicBezTo>
                      <a:pt x="8438" y="4099"/>
                      <a:pt x="8448" y="4174"/>
                      <a:pt x="8517" y="4244"/>
                    </a:cubicBezTo>
                    <a:cubicBezTo>
                      <a:pt x="8805" y="4541"/>
                      <a:pt x="8841" y="4904"/>
                      <a:pt x="8795" y="5289"/>
                    </a:cubicBezTo>
                    <a:cubicBezTo>
                      <a:pt x="8792" y="5321"/>
                      <a:pt x="8765" y="5351"/>
                      <a:pt x="8730" y="5415"/>
                    </a:cubicBezTo>
                    <a:cubicBezTo>
                      <a:pt x="8712" y="5258"/>
                      <a:pt x="8697" y="5141"/>
                      <a:pt x="8681" y="4997"/>
                    </a:cubicBezTo>
                    <a:cubicBezTo>
                      <a:pt x="8621" y="5075"/>
                      <a:pt x="8580" y="5127"/>
                      <a:pt x="8540" y="5180"/>
                    </a:cubicBezTo>
                    <a:cubicBezTo>
                      <a:pt x="8517" y="5097"/>
                      <a:pt x="8528" y="5030"/>
                      <a:pt x="8534" y="4964"/>
                    </a:cubicBezTo>
                    <a:cubicBezTo>
                      <a:pt x="8544" y="4850"/>
                      <a:pt x="8556" y="4734"/>
                      <a:pt x="8562" y="4619"/>
                    </a:cubicBezTo>
                    <a:cubicBezTo>
                      <a:pt x="8567" y="4512"/>
                      <a:pt x="8517" y="4445"/>
                      <a:pt x="8393" y="4415"/>
                    </a:cubicBezTo>
                    <a:cubicBezTo>
                      <a:pt x="8303" y="4659"/>
                      <a:pt x="8205" y="4890"/>
                      <a:pt x="8133" y="5129"/>
                    </a:cubicBezTo>
                    <a:cubicBezTo>
                      <a:pt x="8031" y="5472"/>
                      <a:pt x="7826" y="5724"/>
                      <a:pt x="7539" y="5930"/>
                    </a:cubicBezTo>
                    <a:cubicBezTo>
                      <a:pt x="7361" y="6060"/>
                      <a:pt x="7179" y="6138"/>
                      <a:pt x="6979" y="6138"/>
                    </a:cubicBezTo>
                    <a:cubicBezTo>
                      <a:pt x="6901" y="6138"/>
                      <a:pt x="6821" y="6126"/>
                      <a:pt x="6736" y="6101"/>
                    </a:cubicBezTo>
                    <a:cubicBezTo>
                      <a:pt x="6719" y="6096"/>
                      <a:pt x="6699" y="6094"/>
                      <a:pt x="6678" y="6094"/>
                    </a:cubicBezTo>
                    <a:cubicBezTo>
                      <a:pt x="6633" y="6094"/>
                      <a:pt x="6584" y="6105"/>
                      <a:pt x="6546" y="6124"/>
                    </a:cubicBezTo>
                    <a:cubicBezTo>
                      <a:pt x="6382" y="6200"/>
                      <a:pt x="6225" y="6292"/>
                      <a:pt x="6027" y="6397"/>
                    </a:cubicBezTo>
                    <a:cubicBezTo>
                      <a:pt x="6018" y="6481"/>
                      <a:pt x="6001" y="6589"/>
                      <a:pt x="5992" y="6695"/>
                    </a:cubicBezTo>
                    <a:cubicBezTo>
                      <a:pt x="5960" y="7101"/>
                      <a:pt x="5695" y="7357"/>
                      <a:pt x="5363" y="7357"/>
                    </a:cubicBezTo>
                    <a:cubicBezTo>
                      <a:pt x="5249" y="7357"/>
                      <a:pt x="5126" y="7326"/>
                      <a:pt x="5002" y="7261"/>
                    </a:cubicBezTo>
                    <a:cubicBezTo>
                      <a:pt x="4775" y="7141"/>
                      <a:pt x="4555" y="6994"/>
                      <a:pt x="4370" y="6818"/>
                    </a:cubicBezTo>
                    <a:cubicBezTo>
                      <a:pt x="3844" y="6323"/>
                      <a:pt x="3359" y="5789"/>
                      <a:pt x="2943" y="5198"/>
                    </a:cubicBezTo>
                    <a:cubicBezTo>
                      <a:pt x="2556" y="4644"/>
                      <a:pt x="2231" y="4057"/>
                      <a:pt x="1956" y="3439"/>
                    </a:cubicBezTo>
                    <a:cubicBezTo>
                      <a:pt x="1914" y="3343"/>
                      <a:pt x="1842" y="3259"/>
                      <a:pt x="1771" y="3178"/>
                    </a:cubicBezTo>
                    <a:cubicBezTo>
                      <a:pt x="1710" y="3108"/>
                      <a:pt x="1624" y="3058"/>
                      <a:pt x="1564" y="2988"/>
                    </a:cubicBezTo>
                    <a:cubicBezTo>
                      <a:pt x="1279" y="2661"/>
                      <a:pt x="1084" y="2279"/>
                      <a:pt x="906" y="1889"/>
                    </a:cubicBezTo>
                    <a:cubicBezTo>
                      <a:pt x="894" y="1865"/>
                      <a:pt x="904" y="1831"/>
                      <a:pt x="904" y="1792"/>
                    </a:cubicBezTo>
                    <a:lnTo>
                      <a:pt x="904" y="1792"/>
                    </a:lnTo>
                    <a:cubicBezTo>
                      <a:pt x="1027" y="1799"/>
                      <a:pt x="1041" y="1892"/>
                      <a:pt x="1080" y="1957"/>
                    </a:cubicBezTo>
                    <a:cubicBezTo>
                      <a:pt x="1246" y="2236"/>
                      <a:pt x="1411" y="2517"/>
                      <a:pt x="1579" y="2796"/>
                    </a:cubicBezTo>
                    <a:cubicBezTo>
                      <a:pt x="1596" y="2823"/>
                      <a:pt x="1632" y="2836"/>
                      <a:pt x="1699" y="2887"/>
                    </a:cubicBezTo>
                    <a:cubicBezTo>
                      <a:pt x="1668" y="2788"/>
                      <a:pt x="1651" y="2739"/>
                      <a:pt x="1635" y="2689"/>
                    </a:cubicBezTo>
                    <a:cubicBezTo>
                      <a:pt x="1525" y="2354"/>
                      <a:pt x="1411" y="2018"/>
                      <a:pt x="1309" y="1681"/>
                    </a:cubicBezTo>
                    <a:cubicBezTo>
                      <a:pt x="1281" y="1586"/>
                      <a:pt x="1216" y="1477"/>
                      <a:pt x="1335" y="1357"/>
                    </a:cubicBezTo>
                    <a:cubicBezTo>
                      <a:pt x="1372" y="1504"/>
                      <a:pt x="1404" y="1633"/>
                      <a:pt x="1440" y="1760"/>
                    </a:cubicBezTo>
                    <a:cubicBezTo>
                      <a:pt x="1630" y="2437"/>
                      <a:pt x="1900" y="3082"/>
                      <a:pt x="2208" y="3711"/>
                    </a:cubicBezTo>
                    <a:cubicBezTo>
                      <a:pt x="2754" y="4827"/>
                      <a:pt x="3468" y="5823"/>
                      <a:pt x="4390" y="6664"/>
                    </a:cubicBezTo>
                    <a:cubicBezTo>
                      <a:pt x="4624" y="6877"/>
                      <a:pt x="4868" y="7088"/>
                      <a:pt x="5185" y="7183"/>
                    </a:cubicBezTo>
                    <a:cubicBezTo>
                      <a:pt x="5239" y="7199"/>
                      <a:pt x="5294" y="7207"/>
                      <a:pt x="5348" y="7207"/>
                    </a:cubicBezTo>
                    <a:cubicBezTo>
                      <a:pt x="5568" y="7207"/>
                      <a:pt x="5765" y="7072"/>
                      <a:pt x="5823" y="6842"/>
                    </a:cubicBezTo>
                    <a:cubicBezTo>
                      <a:pt x="5890" y="6578"/>
                      <a:pt x="5893" y="6305"/>
                      <a:pt x="5833" y="6035"/>
                    </a:cubicBezTo>
                    <a:cubicBezTo>
                      <a:pt x="5815" y="5948"/>
                      <a:pt x="5776" y="5882"/>
                      <a:pt x="5694" y="5849"/>
                    </a:cubicBezTo>
                    <a:cubicBezTo>
                      <a:pt x="5545" y="5789"/>
                      <a:pt x="5450" y="5675"/>
                      <a:pt x="5384" y="5538"/>
                    </a:cubicBezTo>
                    <a:cubicBezTo>
                      <a:pt x="5291" y="5342"/>
                      <a:pt x="5194" y="5147"/>
                      <a:pt x="5117" y="4944"/>
                    </a:cubicBezTo>
                    <a:cubicBezTo>
                      <a:pt x="4919" y="4415"/>
                      <a:pt x="4802" y="3862"/>
                      <a:pt x="4678" y="3313"/>
                    </a:cubicBezTo>
                    <a:cubicBezTo>
                      <a:pt x="4612" y="3028"/>
                      <a:pt x="4564" y="2736"/>
                      <a:pt x="4454" y="2467"/>
                    </a:cubicBezTo>
                    <a:cubicBezTo>
                      <a:pt x="4208" y="1865"/>
                      <a:pt x="3845" y="1331"/>
                      <a:pt x="3434" y="829"/>
                    </a:cubicBezTo>
                    <a:cubicBezTo>
                      <a:pt x="3203" y="546"/>
                      <a:pt x="2925" y="320"/>
                      <a:pt x="2621" y="122"/>
                    </a:cubicBezTo>
                    <a:cubicBezTo>
                      <a:pt x="2494" y="41"/>
                      <a:pt x="2359" y="0"/>
                      <a:pt x="2214" y="0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384;p37">
                <a:extLst>
                  <a:ext uri="{FF2B5EF4-FFF2-40B4-BE49-F238E27FC236}">
                    <a16:creationId xmlns:a16="http://schemas.microsoft.com/office/drawing/2014/main" id="{A544D9BB-0130-DE1F-9B99-8CDCE2ACC5E2}"/>
                  </a:ext>
                </a:extLst>
              </p:cNvPr>
              <p:cNvSpPr/>
              <p:nvPr/>
            </p:nvSpPr>
            <p:spPr>
              <a:xfrm>
                <a:off x="2684950" y="1649000"/>
                <a:ext cx="57675" cy="83375"/>
              </a:xfrm>
              <a:custGeom>
                <a:avLst/>
                <a:gdLst/>
                <a:ahLst/>
                <a:cxnLst/>
                <a:rect l="l" t="t" r="r" b="b"/>
                <a:pathLst>
                  <a:path w="2307" h="3335" extrusionOk="0">
                    <a:moveTo>
                      <a:pt x="1344" y="1"/>
                    </a:moveTo>
                    <a:cubicBezTo>
                      <a:pt x="1267" y="1"/>
                      <a:pt x="1190" y="12"/>
                      <a:pt x="1113" y="33"/>
                    </a:cubicBezTo>
                    <a:cubicBezTo>
                      <a:pt x="812" y="116"/>
                      <a:pt x="546" y="262"/>
                      <a:pt x="339" y="500"/>
                    </a:cubicBezTo>
                    <a:cubicBezTo>
                      <a:pt x="147" y="721"/>
                      <a:pt x="45" y="980"/>
                      <a:pt x="0" y="1274"/>
                    </a:cubicBezTo>
                    <a:cubicBezTo>
                      <a:pt x="785" y="1795"/>
                      <a:pt x="1280" y="2547"/>
                      <a:pt x="1753" y="3334"/>
                    </a:cubicBezTo>
                    <a:cubicBezTo>
                      <a:pt x="1774" y="2362"/>
                      <a:pt x="2014" y="1441"/>
                      <a:pt x="2306" y="551"/>
                    </a:cubicBezTo>
                    <a:cubicBezTo>
                      <a:pt x="2117" y="292"/>
                      <a:pt x="1877" y="155"/>
                      <a:pt x="1615" y="51"/>
                    </a:cubicBezTo>
                    <a:cubicBezTo>
                      <a:pt x="1525" y="17"/>
                      <a:pt x="1434" y="1"/>
                      <a:pt x="1344" y="1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385;p37">
                <a:extLst>
                  <a:ext uri="{FF2B5EF4-FFF2-40B4-BE49-F238E27FC236}">
                    <a16:creationId xmlns:a16="http://schemas.microsoft.com/office/drawing/2014/main" id="{ADABF08E-D00D-4E54-C727-FD536580A0DA}"/>
                  </a:ext>
                </a:extLst>
              </p:cNvPr>
              <p:cNvSpPr/>
              <p:nvPr/>
            </p:nvSpPr>
            <p:spPr>
              <a:xfrm>
                <a:off x="2731750" y="1621700"/>
                <a:ext cx="77075" cy="202100"/>
              </a:xfrm>
              <a:custGeom>
                <a:avLst/>
                <a:gdLst/>
                <a:ahLst/>
                <a:cxnLst/>
                <a:rect l="l" t="t" r="r" b="b"/>
                <a:pathLst>
                  <a:path w="3083" h="8084" extrusionOk="0">
                    <a:moveTo>
                      <a:pt x="2287" y="0"/>
                    </a:moveTo>
                    <a:cubicBezTo>
                      <a:pt x="1964" y="0"/>
                      <a:pt x="1670" y="108"/>
                      <a:pt x="1420" y="329"/>
                    </a:cubicBezTo>
                    <a:cubicBezTo>
                      <a:pt x="1185" y="537"/>
                      <a:pt x="1003" y="795"/>
                      <a:pt x="865" y="1079"/>
                    </a:cubicBezTo>
                    <a:cubicBezTo>
                      <a:pt x="542" y="1750"/>
                      <a:pt x="293" y="2441"/>
                      <a:pt x="169" y="3180"/>
                    </a:cubicBezTo>
                    <a:cubicBezTo>
                      <a:pt x="50" y="3883"/>
                      <a:pt x="1" y="4585"/>
                      <a:pt x="161" y="5285"/>
                    </a:cubicBezTo>
                    <a:cubicBezTo>
                      <a:pt x="319" y="5972"/>
                      <a:pt x="503" y="6655"/>
                      <a:pt x="701" y="7333"/>
                    </a:cubicBezTo>
                    <a:cubicBezTo>
                      <a:pt x="764" y="7549"/>
                      <a:pt x="904" y="7745"/>
                      <a:pt x="1018" y="7945"/>
                    </a:cubicBezTo>
                    <a:cubicBezTo>
                      <a:pt x="1064" y="8025"/>
                      <a:pt x="1139" y="8083"/>
                      <a:pt x="1232" y="8083"/>
                    </a:cubicBezTo>
                    <a:cubicBezTo>
                      <a:pt x="1245" y="8083"/>
                      <a:pt x="1258" y="8082"/>
                      <a:pt x="1272" y="8080"/>
                    </a:cubicBezTo>
                    <a:cubicBezTo>
                      <a:pt x="1377" y="8063"/>
                      <a:pt x="1477" y="8023"/>
                      <a:pt x="1593" y="7988"/>
                    </a:cubicBezTo>
                    <a:cubicBezTo>
                      <a:pt x="1410" y="7469"/>
                      <a:pt x="1342" y="6974"/>
                      <a:pt x="1345" y="6468"/>
                    </a:cubicBezTo>
                    <a:cubicBezTo>
                      <a:pt x="1350" y="5847"/>
                      <a:pt x="1425" y="5237"/>
                      <a:pt x="1540" y="4627"/>
                    </a:cubicBezTo>
                    <a:cubicBezTo>
                      <a:pt x="1806" y="3220"/>
                      <a:pt x="2256" y="1882"/>
                      <a:pt x="2970" y="636"/>
                    </a:cubicBezTo>
                    <a:cubicBezTo>
                      <a:pt x="3014" y="561"/>
                      <a:pt x="3048" y="482"/>
                      <a:pt x="3083" y="411"/>
                    </a:cubicBezTo>
                    <a:cubicBezTo>
                      <a:pt x="2928" y="233"/>
                      <a:pt x="2620" y="29"/>
                      <a:pt x="2461" y="11"/>
                    </a:cubicBezTo>
                    <a:cubicBezTo>
                      <a:pt x="2402" y="4"/>
                      <a:pt x="2344" y="0"/>
                      <a:pt x="2287" y="0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386;p37">
                <a:extLst>
                  <a:ext uri="{FF2B5EF4-FFF2-40B4-BE49-F238E27FC236}">
                    <a16:creationId xmlns:a16="http://schemas.microsoft.com/office/drawing/2014/main" id="{7C6C9662-A071-D0EC-FE0A-59575EC483DB}"/>
                  </a:ext>
                </a:extLst>
              </p:cNvPr>
              <p:cNvSpPr/>
              <p:nvPr/>
            </p:nvSpPr>
            <p:spPr>
              <a:xfrm>
                <a:off x="2767475" y="1625850"/>
                <a:ext cx="104075" cy="204475"/>
              </a:xfrm>
              <a:custGeom>
                <a:avLst/>
                <a:gdLst/>
                <a:ahLst/>
                <a:cxnLst/>
                <a:rect l="l" t="t" r="r" b="b"/>
                <a:pathLst>
                  <a:path w="4163" h="8179" extrusionOk="0">
                    <a:moveTo>
                      <a:pt x="2512" y="1"/>
                    </a:moveTo>
                    <a:cubicBezTo>
                      <a:pt x="2446" y="1"/>
                      <a:pt x="2379" y="4"/>
                      <a:pt x="2312" y="10"/>
                    </a:cubicBezTo>
                    <a:cubicBezTo>
                      <a:pt x="2255" y="14"/>
                      <a:pt x="2198" y="53"/>
                      <a:pt x="2149" y="86"/>
                    </a:cubicBezTo>
                    <a:cubicBezTo>
                      <a:pt x="1922" y="233"/>
                      <a:pt x="1733" y="419"/>
                      <a:pt x="1613" y="662"/>
                    </a:cubicBezTo>
                    <a:cubicBezTo>
                      <a:pt x="1408" y="1076"/>
                      <a:pt x="1197" y="1489"/>
                      <a:pt x="1013" y="1912"/>
                    </a:cubicBezTo>
                    <a:lnTo>
                      <a:pt x="1013" y="1911"/>
                    </a:lnTo>
                    <a:cubicBezTo>
                      <a:pt x="633" y="2781"/>
                      <a:pt x="410" y="3698"/>
                      <a:pt x="228" y="4626"/>
                    </a:cubicBezTo>
                    <a:cubicBezTo>
                      <a:pt x="62" y="5488"/>
                      <a:pt x="0" y="6349"/>
                      <a:pt x="150" y="7218"/>
                    </a:cubicBezTo>
                    <a:cubicBezTo>
                      <a:pt x="207" y="7540"/>
                      <a:pt x="360" y="7806"/>
                      <a:pt x="597" y="8022"/>
                    </a:cubicBezTo>
                    <a:cubicBezTo>
                      <a:pt x="711" y="8127"/>
                      <a:pt x="839" y="8179"/>
                      <a:pt x="972" y="8179"/>
                    </a:cubicBezTo>
                    <a:cubicBezTo>
                      <a:pt x="1066" y="8179"/>
                      <a:pt x="1162" y="8153"/>
                      <a:pt x="1257" y="8101"/>
                    </a:cubicBezTo>
                    <a:cubicBezTo>
                      <a:pt x="1585" y="7924"/>
                      <a:pt x="1835" y="7677"/>
                      <a:pt x="1969" y="7320"/>
                    </a:cubicBezTo>
                    <a:cubicBezTo>
                      <a:pt x="2114" y="6931"/>
                      <a:pt x="2252" y="6543"/>
                      <a:pt x="2339" y="6134"/>
                    </a:cubicBezTo>
                    <a:cubicBezTo>
                      <a:pt x="2479" y="5471"/>
                      <a:pt x="2654" y="4814"/>
                      <a:pt x="2783" y="4149"/>
                    </a:cubicBezTo>
                    <a:cubicBezTo>
                      <a:pt x="2915" y="3480"/>
                      <a:pt x="2939" y="2800"/>
                      <a:pt x="2960" y="2121"/>
                    </a:cubicBezTo>
                    <a:cubicBezTo>
                      <a:pt x="2965" y="1978"/>
                      <a:pt x="2941" y="1836"/>
                      <a:pt x="2938" y="1693"/>
                    </a:cubicBezTo>
                    <a:cubicBezTo>
                      <a:pt x="2936" y="1641"/>
                      <a:pt x="2959" y="1587"/>
                      <a:pt x="2974" y="1513"/>
                    </a:cubicBezTo>
                    <a:cubicBezTo>
                      <a:pt x="3081" y="1587"/>
                      <a:pt x="3085" y="1666"/>
                      <a:pt x="3087" y="1747"/>
                    </a:cubicBezTo>
                    <a:cubicBezTo>
                      <a:pt x="3088" y="1951"/>
                      <a:pt x="3090" y="2155"/>
                      <a:pt x="3094" y="2359"/>
                    </a:cubicBezTo>
                    <a:cubicBezTo>
                      <a:pt x="3096" y="2398"/>
                      <a:pt x="3111" y="2439"/>
                      <a:pt x="3120" y="2479"/>
                    </a:cubicBezTo>
                    <a:cubicBezTo>
                      <a:pt x="3190" y="2341"/>
                      <a:pt x="3222" y="2205"/>
                      <a:pt x="3255" y="2068"/>
                    </a:cubicBezTo>
                    <a:cubicBezTo>
                      <a:pt x="3288" y="1927"/>
                      <a:pt x="3220" y="1774"/>
                      <a:pt x="3324" y="1593"/>
                    </a:cubicBezTo>
                    <a:lnTo>
                      <a:pt x="3324" y="1593"/>
                    </a:lnTo>
                    <a:cubicBezTo>
                      <a:pt x="3465" y="2011"/>
                      <a:pt x="3324" y="2373"/>
                      <a:pt x="3273" y="2727"/>
                    </a:cubicBezTo>
                    <a:cubicBezTo>
                      <a:pt x="3535" y="2985"/>
                      <a:pt x="3790" y="3237"/>
                      <a:pt x="4063" y="3506"/>
                    </a:cubicBezTo>
                    <a:cubicBezTo>
                      <a:pt x="4078" y="3455"/>
                      <a:pt x="4099" y="3410"/>
                      <a:pt x="4102" y="3365"/>
                    </a:cubicBezTo>
                    <a:cubicBezTo>
                      <a:pt x="4125" y="3066"/>
                      <a:pt x="4156" y="2767"/>
                      <a:pt x="4159" y="2470"/>
                    </a:cubicBezTo>
                    <a:cubicBezTo>
                      <a:pt x="4162" y="2013"/>
                      <a:pt x="4132" y="1554"/>
                      <a:pt x="3942" y="1132"/>
                    </a:cubicBezTo>
                    <a:cubicBezTo>
                      <a:pt x="3822" y="868"/>
                      <a:pt x="3682" y="599"/>
                      <a:pt x="3490" y="388"/>
                    </a:cubicBezTo>
                    <a:cubicBezTo>
                      <a:pt x="3230" y="101"/>
                      <a:pt x="2883" y="1"/>
                      <a:pt x="2512" y="1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387;p37">
                <a:extLst>
                  <a:ext uri="{FF2B5EF4-FFF2-40B4-BE49-F238E27FC236}">
                    <a16:creationId xmlns:a16="http://schemas.microsoft.com/office/drawing/2014/main" id="{711C775B-EE36-62C2-6ACD-E3EC9EC5A6E1}"/>
                  </a:ext>
                </a:extLst>
              </p:cNvPr>
              <p:cNvSpPr/>
              <p:nvPr/>
            </p:nvSpPr>
            <p:spPr>
              <a:xfrm>
                <a:off x="2766825" y="1825925"/>
                <a:ext cx="11875" cy="967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7" extrusionOk="0">
                    <a:moveTo>
                      <a:pt x="213" y="0"/>
                    </a:moveTo>
                    <a:cubicBezTo>
                      <a:pt x="153" y="0"/>
                      <a:pt x="87" y="28"/>
                      <a:pt x="1" y="88"/>
                    </a:cubicBezTo>
                    <a:cubicBezTo>
                      <a:pt x="17" y="173"/>
                      <a:pt x="34" y="268"/>
                      <a:pt x="56" y="387"/>
                    </a:cubicBezTo>
                    <a:cubicBezTo>
                      <a:pt x="251" y="352"/>
                      <a:pt x="391" y="303"/>
                      <a:pt x="475" y="155"/>
                    </a:cubicBezTo>
                    <a:cubicBezTo>
                      <a:pt x="371" y="55"/>
                      <a:pt x="297" y="0"/>
                      <a:pt x="213" y="0"/>
                    </a:cubicBezTo>
                    <a:close/>
                  </a:path>
                </a:pathLst>
              </a:custGeom>
              <a:solidFill>
                <a:srgbClr val="B988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388;p37">
                <a:extLst>
                  <a:ext uri="{FF2B5EF4-FFF2-40B4-BE49-F238E27FC236}">
                    <a16:creationId xmlns:a16="http://schemas.microsoft.com/office/drawing/2014/main" id="{F42087B3-ABA8-9E8B-6022-E61CEEE41949}"/>
                  </a:ext>
                </a:extLst>
              </p:cNvPr>
              <p:cNvSpPr/>
              <p:nvPr/>
            </p:nvSpPr>
            <p:spPr>
              <a:xfrm>
                <a:off x="2616100" y="1617800"/>
                <a:ext cx="287150" cy="473650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18946" extrusionOk="0">
                    <a:moveTo>
                      <a:pt x="5334" y="784"/>
                    </a:moveTo>
                    <a:cubicBezTo>
                      <a:pt x="5394" y="784"/>
                      <a:pt x="5458" y="793"/>
                      <a:pt x="5524" y="812"/>
                    </a:cubicBezTo>
                    <a:cubicBezTo>
                      <a:pt x="5404" y="1070"/>
                      <a:pt x="5284" y="1325"/>
                      <a:pt x="5152" y="1612"/>
                    </a:cubicBezTo>
                    <a:cubicBezTo>
                      <a:pt x="5051" y="1501"/>
                      <a:pt x="4957" y="1415"/>
                      <a:pt x="4888" y="1313"/>
                    </a:cubicBezTo>
                    <a:cubicBezTo>
                      <a:pt x="4856" y="1268"/>
                      <a:pt x="4858" y="1182"/>
                      <a:pt x="4874" y="1122"/>
                    </a:cubicBezTo>
                    <a:cubicBezTo>
                      <a:pt x="4936" y="910"/>
                      <a:pt x="5111" y="784"/>
                      <a:pt x="5334" y="784"/>
                    </a:cubicBezTo>
                    <a:close/>
                    <a:moveTo>
                      <a:pt x="4094" y="1248"/>
                    </a:moveTo>
                    <a:cubicBezTo>
                      <a:pt x="4186" y="1248"/>
                      <a:pt x="4277" y="1264"/>
                      <a:pt x="4369" y="1299"/>
                    </a:cubicBezTo>
                    <a:cubicBezTo>
                      <a:pt x="4631" y="1403"/>
                      <a:pt x="4871" y="1540"/>
                      <a:pt x="5060" y="1799"/>
                    </a:cubicBezTo>
                    <a:cubicBezTo>
                      <a:pt x="4768" y="2689"/>
                      <a:pt x="4528" y="3610"/>
                      <a:pt x="4507" y="4582"/>
                    </a:cubicBezTo>
                    <a:cubicBezTo>
                      <a:pt x="4034" y="3795"/>
                      <a:pt x="3539" y="3043"/>
                      <a:pt x="2754" y="2522"/>
                    </a:cubicBezTo>
                    <a:cubicBezTo>
                      <a:pt x="2799" y="2228"/>
                      <a:pt x="2901" y="1969"/>
                      <a:pt x="3093" y="1747"/>
                    </a:cubicBezTo>
                    <a:cubicBezTo>
                      <a:pt x="3300" y="1508"/>
                      <a:pt x="3566" y="1364"/>
                      <a:pt x="3867" y="1280"/>
                    </a:cubicBezTo>
                    <a:cubicBezTo>
                      <a:pt x="3943" y="1259"/>
                      <a:pt x="4018" y="1248"/>
                      <a:pt x="4094" y="1248"/>
                    </a:cubicBezTo>
                    <a:close/>
                    <a:moveTo>
                      <a:pt x="6917" y="155"/>
                    </a:moveTo>
                    <a:cubicBezTo>
                      <a:pt x="6973" y="155"/>
                      <a:pt x="7030" y="159"/>
                      <a:pt x="7087" y="165"/>
                    </a:cubicBezTo>
                    <a:cubicBezTo>
                      <a:pt x="7246" y="183"/>
                      <a:pt x="7554" y="389"/>
                      <a:pt x="7709" y="567"/>
                    </a:cubicBezTo>
                    <a:cubicBezTo>
                      <a:pt x="7674" y="638"/>
                      <a:pt x="7640" y="717"/>
                      <a:pt x="7596" y="792"/>
                    </a:cubicBezTo>
                    <a:cubicBezTo>
                      <a:pt x="6882" y="2038"/>
                      <a:pt x="6432" y="3376"/>
                      <a:pt x="6166" y="4783"/>
                    </a:cubicBezTo>
                    <a:cubicBezTo>
                      <a:pt x="6051" y="5393"/>
                      <a:pt x="5976" y="6003"/>
                      <a:pt x="5971" y="6623"/>
                    </a:cubicBezTo>
                    <a:cubicBezTo>
                      <a:pt x="5968" y="7130"/>
                      <a:pt x="6036" y="7625"/>
                      <a:pt x="6219" y="8144"/>
                    </a:cubicBezTo>
                    <a:cubicBezTo>
                      <a:pt x="6103" y="8177"/>
                      <a:pt x="6003" y="8218"/>
                      <a:pt x="5898" y="8236"/>
                    </a:cubicBezTo>
                    <a:cubicBezTo>
                      <a:pt x="5885" y="8238"/>
                      <a:pt x="5872" y="8239"/>
                      <a:pt x="5859" y="8239"/>
                    </a:cubicBezTo>
                    <a:cubicBezTo>
                      <a:pt x="5766" y="8239"/>
                      <a:pt x="5689" y="8181"/>
                      <a:pt x="5644" y="8099"/>
                    </a:cubicBezTo>
                    <a:cubicBezTo>
                      <a:pt x="5530" y="7900"/>
                      <a:pt x="5390" y="7705"/>
                      <a:pt x="5327" y="7487"/>
                    </a:cubicBezTo>
                    <a:cubicBezTo>
                      <a:pt x="5129" y="6811"/>
                      <a:pt x="4945" y="6128"/>
                      <a:pt x="4787" y="5441"/>
                    </a:cubicBezTo>
                    <a:cubicBezTo>
                      <a:pt x="4627" y="4741"/>
                      <a:pt x="4675" y="4039"/>
                      <a:pt x="4793" y="3336"/>
                    </a:cubicBezTo>
                    <a:cubicBezTo>
                      <a:pt x="4919" y="2596"/>
                      <a:pt x="5168" y="1904"/>
                      <a:pt x="5491" y="1235"/>
                    </a:cubicBezTo>
                    <a:cubicBezTo>
                      <a:pt x="5629" y="950"/>
                      <a:pt x="5811" y="693"/>
                      <a:pt x="6046" y="485"/>
                    </a:cubicBezTo>
                    <a:cubicBezTo>
                      <a:pt x="6297" y="263"/>
                      <a:pt x="6592" y="155"/>
                      <a:pt x="6917" y="155"/>
                    </a:cubicBezTo>
                    <a:close/>
                    <a:moveTo>
                      <a:pt x="8567" y="323"/>
                    </a:moveTo>
                    <a:cubicBezTo>
                      <a:pt x="8938" y="323"/>
                      <a:pt x="9285" y="423"/>
                      <a:pt x="9545" y="710"/>
                    </a:cubicBezTo>
                    <a:cubicBezTo>
                      <a:pt x="9737" y="921"/>
                      <a:pt x="9878" y="1190"/>
                      <a:pt x="9997" y="1454"/>
                    </a:cubicBezTo>
                    <a:cubicBezTo>
                      <a:pt x="10187" y="1876"/>
                      <a:pt x="10217" y="2335"/>
                      <a:pt x="10214" y="2791"/>
                    </a:cubicBezTo>
                    <a:cubicBezTo>
                      <a:pt x="10211" y="3089"/>
                      <a:pt x="10180" y="3388"/>
                      <a:pt x="10157" y="3687"/>
                    </a:cubicBezTo>
                    <a:cubicBezTo>
                      <a:pt x="10154" y="3732"/>
                      <a:pt x="10133" y="3775"/>
                      <a:pt x="10118" y="3826"/>
                    </a:cubicBezTo>
                    <a:cubicBezTo>
                      <a:pt x="9845" y="3559"/>
                      <a:pt x="9590" y="3307"/>
                      <a:pt x="9328" y="3049"/>
                    </a:cubicBezTo>
                    <a:cubicBezTo>
                      <a:pt x="9379" y="2695"/>
                      <a:pt x="9520" y="2333"/>
                      <a:pt x="9380" y="1915"/>
                    </a:cubicBezTo>
                    <a:lnTo>
                      <a:pt x="9380" y="1915"/>
                    </a:lnTo>
                    <a:cubicBezTo>
                      <a:pt x="9275" y="2095"/>
                      <a:pt x="9344" y="2249"/>
                      <a:pt x="9311" y="2389"/>
                    </a:cubicBezTo>
                    <a:cubicBezTo>
                      <a:pt x="9277" y="2527"/>
                      <a:pt x="9247" y="2663"/>
                      <a:pt x="9175" y="2801"/>
                    </a:cubicBezTo>
                    <a:cubicBezTo>
                      <a:pt x="9166" y="2761"/>
                      <a:pt x="9151" y="2720"/>
                      <a:pt x="9151" y="2680"/>
                    </a:cubicBezTo>
                    <a:cubicBezTo>
                      <a:pt x="9145" y="2477"/>
                      <a:pt x="9145" y="2273"/>
                      <a:pt x="9142" y="2069"/>
                    </a:cubicBezTo>
                    <a:cubicBezTo>
                      <a:pt x="9140" y="1988"/>
                      <a:pt x="9136" y="1907"/>
                      <a:pt x="9029" y="1835"/>
                    </a:cubicBezTo>
                    <a:cubicBezTo>
                      <a:pt x="9014" y="1909"/>
                      <a:pt x="8993" y="1963"/>
                      <a:pt x="8993" y="2015"/>
                    </a:cubicBezTo>
                    <a:cubicBezTo>
                      <a:pt x="8997" y="2158"/>
                      <a:pt x="9020" y="2300"/>
                      <a:pt x="9015" y="2443"/>
                    </a:cubicBezTo>
                    <a:cubicBezTo>
                      <a:pt x="8994" y="3121"/>
                      <a:pt x="8970" y="3802"/>
                      <a:pt x="8840" y="4470"/>
                    </a:cubicBezTo>
                    <a:cubicBezTo>
                      <a:pt x="8709" y="5136"/>
                      <a:pt x="8534" y="5793"/>
                      <a:pt x="8394" y="6456"/>
                    </a:cubicBezTo>
                    <a:cubicBezTo>
                      <a:pt x="8307" y="6865"/>
                      <a:pt x="8169" y="7253"/>
                      <a:pt x="8024" y="7642"/>
                    </a:cubicBezTo>
                    <a:cubicBezTo>
                      <a:pt x="7890" y="7997"/>
                      <a:pt x="7640" y="8246"/>
                      <a:pt x="7312" y="8423"/>
                    </a:cubicBezTo>
                    <a:cubicBezTo>
                      <a:pt x="7217" y="8475"/>
                      <a:pt x="7121" y="8501"/>
                      <a:pt x="7027" y="8501"/>
                    </a:cubicBezTo>
                    <a:cubicBezTo>
                      <a:pt x="6894" y="8501"/>
                      <a:pt x="6766" y="8449"/>
                      <a:pt x="6652" y="8344"/>
                    </a:cubicBezTo>
                    <a:cubicBezTo>
                      <a:pt x="6415" y="8126"/>
                      <a:pt x="6262" y="7861"/>
                      <a:pt x="6205" y="7540"/>
                    </a:cubicBezTo>
                    <a:cubicBezTo>
                      <a:pt x="6055" y="6671"/>
                      <a:pt x="6117" y="5808"/>
                      <a:pt x="6285" y="4948"/>
                    </a:cubicBezTo>
                    <a:cubicBezTo>
                      <a:pt x="6465" y="4018"/>
                      <a:pt x="6688" y="3103"/>
                      <a:pt x="7069" y="2233"/>
                    </a:cubicBezTo>
                    <a:cubicBezTo>
                      <a:pt x="7252" y="1810"/>
                      <a:pt x="7463" y="1397"/>
                      <a:pt x="7668" y="984"/>
                    </a:cubicBezTo>
                    <a:cubicBezTo>
                      <a:pt x="7788" y="741"/>
                      <a:pt x="7977" y="555"/>
                      <a:pt x="8204" y="408"/>
                    </a:cubicBezTo>
                    <a:cubicBezTo>
                      <a:pt x="8253" y="375"/>
                      <a:pt x="8310" y="336"/>
                      <a:pt x="8367" y="332"/>
                    </a:cubicBezTo>
                    <a:cubicBezTo>
                      <a:pt x="8434" y="326"/>
                      <a:pt x="8501" y="323"/>
                      <a:pt x="8567" y="323"/>
                    </a:cubicBezTo>
                    <a:close/>
                    <a:moveTo>
                      <a:pt x="6242" y="8325"/>
                    </a:moveTo>
                    <a:cubicBezTo>
                      <a:pt x="6326" y="8325"/>
                      <a:pt x="6400" y="8380"/>
                      <a:pt x="6504" y="8480"/>
                    </a:cubicBezTo>
                    <a:lnTo>
                      <a:pt x="6505" y="8480"/>
                    </a:lnTo>
                    <a:cubicBezTo>
                      <a:pt x="6420" y="8628"/>
                      <a:pt x="6280" y="8677"/>
                      <a:pt x="6085" y="8712"/>
                    </a:cubicBezTo>
                    <a:cubicBezTo>
                      <a:pt x="6063" y="8593"/>
                      <a:pt x="6046" y="8498"/>
                      <a:pt x="6030" y="8413"/>
                    </a:cubicBezTo>
                    <a:cubicBezTo>
                      <a:pt x="6116" y="8353"/>
                      <a:pt x="6182" y="8325"/>
                      <a:pt x="6242" y="8325"/>
                    </a:cubicBezTo>
                    <a:close/>
                    <a:moveTo>
                      <a:pt x="2275" y="2525"/>
                    </a:moveTo>
                    <a:cubicBezTo>
                      <a:pt x="2420" y="2525"/>
                      <a:pt x="2554" y="2566"/>
                      <a:pt x="2681" y="2647"/>
                    </a:cubicBezTo>
                    <a:cubicBezTo>
                      <a:pt x="2985" y="2845"/>
                      <a:pt x="3263" y="3071"/>
                      <a:pt x="3495" y="3354"/>
                    </a:cubicBezTo>
                    <a:cubicBezTo>
                      <a:pt x="3905" y="3856"/>
                      <a:pt x="4270" y="4390"/>
                      <a:pt x="4514" y="4992"/>
                    </a:cubicBezTo>
                    <a:cubicBezTo>
                      <a:pt x="4624" y="5261"/>
                      <a:pt x="4672" y="5553"/>
                      <a:pt x="4738" y="5838"/>
                    </a:cubicBezTo>
                    <a:cubicBezTo>
                      <a:pt x="4864" y="6387"/>
                      <a:pt x="4981" y="6940"/>
                      <a:pt x="5177" y="7469"/>
                    </a:cubicBezTo>
                    <a:cubicBezTo>
                      <a:pt x="5254" y="7672"/>
                      <a:pt x="5351" y="7867"/>
                      <a:pt x="5444" y="8063"/>
                    </a:cubicBezTo>
                    <a:cubicBezTo>
                      <a:pt x="5510" y="8200"/>
                      <a:pt x="5605" y="8314"/>
                      <a:pt x="5754" y="8374"/>
                    </a:cubicBezTo>
                    <a:cubicBezTo>
                      <a:pt x="5838" y="8407"/>
                      <a:pt x="5875" y="8473"/>
                      <a:pt x="5895" y="8560"/>
                    </a:cubicBezTo>
                    <a:cubicBezTo>
                      <a:pt x="5955" y="8830"/>
                      <a:pt x="5950" y="9103"/>
                      <a:pt x="5883" y="9367"/>
                    </a:cubicBezTo>
                    <a:cubicBezTo>
                      <a:pt x="5825" y="9597"/>
                      <a:pt x="5629" y="9732"/>
                      <a:pt x="5408" y="9732"/>
                    </a:cubicBezTo>
                    <a:cubicBezTo>
                      <a:pt x="5355" y="9732"/>
                      <a:pt x="5300" y="9724"/>
                      <a:pt x="5245" y="9708"/>
                    </a:cubicBezTo>
                    <a:cubicBezTo>
                      <a:pt x="4928" y="9613"/>
                      <a:pt x="4685" y="9402"/>
                      <a:pt x="4450" y="9189"/>
                    </a:cubicBezTo>
                    <a:cubicBezTo>
                      <a:pt x="3528" y="8348"/>
                      <a:pt x="2814" y="7352"/>
                      <a:pt x="2270" y="6236"/>
                    </a:cubicBezTo>
                    <a:cubicBezTo>
                      <a:pt x="1962" y="5607"/>
                      <a:pt x="1690" y="4962"/>
                      <a:pt x="1500" y="4285"/>
                    </a:cubicBezTo>
                    <a:cubicBezTo>
                      <a:pt x="1465" y="4158"/>
                      <a:pt x="1432" y="4029"/>
                      <a:pt x="1395" y="3882"/>
                    </a:cubicBezTo>
                    <a:cubicBezTo>
                      <a:pt x="1276" y="4002"/>
                      <a:pt x="1342" y="4111"/>
                      <a:pt x="1369" y="4206"/>
                    </a:cubicBezTo>
                    <a:cubicBezTo>
                      <a:pt x="1471" y="4545"/>
                      <a:pt x="1585" y="4879"/>
                      <a:pt x="1696" y="5214"/>
                    </a:cubicBezTo>
                    <a:cubicBezTo>
                      <a:pt x="1711" y="5264"/>
                      <a:pt x="1728" y="5313"/>
                      <a:pt x="1759" y="5412"/>
                    </a:cubicBezTo>
                    <a:cubicBezTo>
                      <a:pt x="1693" y="5361"/>
                      <a:pt x="1657" y="5348"/>
                      <a:pt x="1641" y="5321"/>
                    </a:cubicBezTo>
                    <a:cubicBezTo>
                      <a:pt x="1473" y="5042"/>
                      <a:pt x="1308" y="4761"/>
                      <a:pt x="1140" y="4482"/>
                    </a:cubicBezTo>
                    <a:cubicBezTo>
                      <a:pt x="1101" y="4417"/>
                      <a:pt x="1087" y="4324"/>
                      <a:pt x="966" y="4317"/>
                    </a:cubicBezTo>
                    <a:cubicBezTo>
                      <a:pt x="966" y="4356"/>
                      <a:pt x="955" y="4390"/>
                      <a:pt x="966" y="4414"/>
                    </a:cubicBezTo>
                    <a:cubicBezTo>
                      <a:pt x="1144" y="4804"/>
                      <a:pt x="1339" y="5186"/>
                      <a:pt x="1624" y="5513"/>
                    </a:cubicBezTo>
                    <a:cubicBezTo>
                      <a:pt x="1684" y="5583"/>
                      <a:pt x="1771" y="5633"/>
                      <a:pt x="1833" y="5703"/>
                    </a:cubicBezTo>
                    <a:cubicBezTo>
                      <a:pt x="1902" y="5784"/>
                      <a:pt x="1974" y="5868"/>
                      <a:pt x="2017" y="5964"/>
                    </a:cubicBezTo>
                    <a:cubicBezTo>
                      <a:pt x="2291" y="6581"/>
                      <a:pt x="2618" y="7169"/>
                      <a:pt x="3005" y="7723"/>
                    </a:cubicBezTo>
                    <a:cubicBezTo>
                      <a:pt x="3420" y="8314"/>
                      <a:pt x="3905" y="8848"/>
                      <a:pt x="4430" y="9343"/>
                    </a:cubicBezTo>
                    <a:cubicBezTo>
                      <a:pt x="4616" y="9519"/>
                      <a:pt x="4837" y="9666"/>
                      <a:pt x="5062" y="9786"/>
                    </a:cubicBezTo>
                    <a:cubicBezTo>
                      <a:pt x="5186" y="9851"/>
                      <a:pt x="5309" y="9882"/>
                      <a:pt x="5424" y="9882"/>
                    </a:cubicBezTo>
                    <a:cubicBezTo>
                      <a:pt x="5756" y="9882"/>
                      <a:pt x="6020" y="9626"/>
                      <a:pt x="6054" y="9220"/>
                    </a:cubicBezTo>
                    <a:cubicBezTo>
                      <a:pt x="6061" y="9112"/>
                      <a:pt x="6078" y="9006"/>
                      <a:pt x="6087" y="8922"/>
                    </a:cubicBezTo>
                    <a:cubicBezTo>
                      <a:pt x="6285" y="8817"/>
                      <a:pt x="6442" y="8725"/>
                      <a:pt x="6607" y="8649"/>
                    </a:cubicBezTo>
                    <a:cubicBezTo>
                      <a:pt x="6644" y="8630"/>
                      <a:pt x="6693" y="8619"/>
                      <a:pt x="6738" y="8619"/>
                    </a:cubicBezTo>
                    <a:cubicBezTo>
                      <a:pt x="6759" y="8619"/>
                      <a:pt x="6779" y="8621"/>
                      <a:pt x="6796" y="8626"/>
                    </a:cubicBezTo>
                    <a:cubicBezTo>
                      <a:pt x="6881" y="8651"/>
                      <a:pt x="6961" y="8663"/>
                      <a:pt x="7039" y="8663"/>
                    </a:cubicBezTo>
                    <a:cubicBezTo>
                      <a:pt x="7239" y="8663"/>
                      <a:pt x="7421" y="8585"/>
                      <a:pt x="7599" y="8455"/>
                    </a:cubicBezTo>
                    <a:cubicBezTo>
                      <a:pt x="7886" y="8249"/>
                      <a:pt x="8093" y="7997"/>
                      <a:pt x="8195" y="7654"/>
                    </a:cubicBezTo>
                    <a:cubicBezTo>
                      <a:pt x="8265" y="7415"/>
                      <a:pt x="8364" y="7184"/>
                      <a:pt x="8453" y="6940"/>
                    </a:cubicBezTo>
                    <a:cubicBezTo>
                      <a:pt x="8577" y="6970"/>
                      <a:pt x="8627" y="7037"/>
                      <a:pt x="8622" y="7144"/>
                    </a:cubicBezTo>
                    <a:cubicBezTo>
                      <a:pt x="8616" y="7259"/>
                      <a:pt x="8604" y="7375"/>
                      <a:pt x="8594" y="7489"/>
                    </a:cubicBezTo>
                    <a:cubicBezTo>
                      <a:pt x="8588" y="7556"/>
                      <a:pt x="8579" y="7622"/>
                      <a:pt x="8601" y="7705"/>
                    </a:cubicBezTo>
                    <a:cubicBezTo>
                      <a:pt x="8642" y="7652"/>
                      <a:pt x="8682" y="7600"/>
                      <a:pt x="8741" y="7522"/>
                    </a:cubicBezTo>
                    <a:cubicBezTo>
                      <a:pt x="8757" y="7666"/>
                      <a:pt x="8772" y="7783"/>
                      <a:pt x="8790" y="7940"/>
                    </a:cubicBezTo>
                    <a:cubicBezTo>
                      <a:pt x="8825" y="7876"/>
                      <a:pt x="8852" y="7846"/>
                      <a:pt x="8855" y="7814"/>
                    </a:cubicBezTo>
                    <a:cubicBezTo>
                      <a:pt x="8901" y="7430"/>
                      <a:pt x="8865" y="7066"/>
                      <a:pt x="8577" y="6769"/>
                    </a:cubicBezTo>
                    <a:cubicBezTo>
                      <a:pt x="8510" y="6699"/>
                      <a:pt x="8498" y="6624"/>
                      <a:pt x="8522" y="6527"/>
                    </a:cubicBezTo>
                    <a:cubicBezTo>
                      <a:pt x="8648" y="6041"/>
                      <a:pt x="8777" y="5555"/>
                      <a:pt x="8883" y="5064"/>
                    </a:cubicBezTo>
                    <a:cubicBezTo>
                      <a:pt x="8961" y="4713"/>
                      <a:pt x="9008" y="4356"/>
                      <a:pt x="9063" y="4000"/>
                    </a:cubicBezTo>
                    <a:cubicBezTo>
                      <a:pt x="9085" y="3861"/>
                      <a:pt x="9094" y="3717"/>
                      <a:pt x="9109" y="3576"/>
                    </a:cubicBezTo>
                    <a:cubicBezTo>
                      <a:pt x="9122" y="3459"/>
                      <a:pt x="9154" y="3351"/>
                      <a:pt x="9245" y="3261"/>
                    </a:cubicBezTo>
                    <a:cubicBezTo>
                      <a:pt x="9280" y="3283"/>
                      <a:pt x="9311" y="3298"/>
                      <a:pt x="9335" y="3321"/>
                    </a:cubicBezTo>
                    <a:cubicBezTo>
                      <a:pt x="9776" y="3754"/>
                      <a:pt x="10214" y="4189"/>
                      <a:pt x="10657" y="4623"/>
                    </a:cubicBezTo>
                    <a:cubicBezTo>
                      <a:pt x="11023" y="4983"/>
                      <a:pt x="11182" y="5439"/>
                      <a:pt x="11275" y="5928"/>
                    </a:cubicBezTo>
                    <a:cubicBezTo>
                      <a:pt x="11350" y="6317"/>
                      <a:pt x="11274" y="6698"/>
                      <a:pt x="11232" y="7082"/>
                    </a:cubicBezTo>
                    <a:cubicBezTo>
                      <a:pt x="11145" y="7853"/>
                      <a:pt x="10811" y="8509"/>
                      <a:pt x="10333" y="9102"/>
                    </a:cubicBezTo>
                    <a:cubicBezTo>
                      <a:pt x="10129" y="9352"/>
                      <a:pt x="9875" y="9546"/>
                      <a:pt x="9616" y="9733"/>
                    </a:cubicBezTo>
                    <a:cubicBezTo>
                      <a:pt x="9497" y="9819"/>
                      <a:pt x="9395" y="9916"/>
                      <a:pt x="9368" y="10069"/>
                    </a:cubicBezTo>
                    <a:cubicBezTo>
                      <a:pt x="9364" y="10095"/>
                      <a:pt x="9367" y="10120"/>
                      <a:pt x="9367" y="10197"/>
                    </a:cubicBezTo>
                    <a:cubicBezTo>
                      <a:pt x="9598" y="9880"/>
                      <a:pt x="9904" y="9721"/>
                      <a:pt x="10196" y="9505"/>
                    </a:cubicBezTo>
                    <a:lnTo>
                      <a:pt x="10196" y="9505"/>
                    </a:lnTo>
                    <a:cubicBezTo>
                      <a:pt x="10196" y="9573"/>
                      <a:pt x="10205" y="9616"/>
                      <a:pt x="10195" y="9655"/>
                    </a:cubicBezTo>
                    <a:cubicBezTo>
                      <a:pt x="10052" y="10174"/>
                      <a:pt x="9841" y="10670"/>
                      <a:pt x="9601" y="11150"/>
                    </a:cubicBezTo>
                    <a:cubicBezTo>
                      <a:pt x="9422" y="11504"/>
                      <a:pt x="9130" y="11768"/>
                      <a:pt x="8805" y="11982"/>
                    </a:cubicBezTo>
                    <a:cubicBezTo>
                      <a:pt x="8262" y="12344"/>
                      <a:pt x="7703" y="12680"/>
                      <a:pt x="7072" y="12875"/>
                    </a:cubicBezTo>
                    <a:cubicBezTo>
                      <a:pt x="6996" y="12898"/>
                      <a:pt x="6931" y="12931"/>
                      <a:pt x="6957" y="13052"/>
                    </a:cubicBezTo>
                    <a:cubicBezTo>
                      <a:pt x="7442" y="12994"/>
                      <a:pt x="7844" y="12727"/>
                      <a:pt x="8279" y="12490"/>
                    </a:cubicBezTo>
                    <a:cubicBezTo>
                      <a:pt x="8279" y="12827"/>
                      <a:pt x="8285" y="13132"/>
                      <a:pt x="8279" y="13435"/>
                    </a:cubicBezTo>
                    <a:cubicBezTo>
                      <a:pt x="8256" y="14448"/>
                      <a:pt x="8223" y="15460"/>
                      <a:pt x="8208" y="16475"/>
                    </a:cubicBezTo>
                    <a:cubicBezTo>
                      <a:pt x="8202" y="16929"/>
                      <a:pt x="8228" y="17384"/>
                      <a:pt x="8241" y="17840"/>
                    </a:cubicBezTo>
                    <a:cubicBezTo>
                      <a:pt x="8247" y="18008"/>
                      <a:pt x="8172" y="18125"/>
                      <a:pt x="8022" y="18190"/>
                    </a:cubicBezTo>
                    <a:cubicBezTo>
                      <a:pt x="7866" y="18257"/>
                      <a:pt x="7709" y="18331"/>
                      <a:pt x="7545" y="18367"/>
                    </a:cubicBezTo>
                    <a:cubicBezTo>
                      <a:pt x="6916" y="18508"/>
                      <a:pt x="6286" y="18662"/>
                      <a:pt x="5650" y="18758"/>
                    </a:cubicBezTo>
                    <a:cubicBezTo>
                      <a:pt x="5437" y="18790"/>
                      <a:pt x="5224" y="18802"/>
                      <a:pt x="5010" y="18802"/>
                    </a:cubicBezTo>
                    <a:cubicBezTo>
                      <a:pt x="4640" y="18802"/>
                      <a:pt x="4269" y="18765"/>
                      <a:pt x="3901" y="18721"/>
                    </a:cubicBezTo>
                    <a:cubicBezTo>
                      <a:pt x="3569" y="18682"/>
                      <a:pt x="3237" y="18655"/>
                      <a:pt x="2921" y="18536"/>
                    </a:cubicBezTo>
                    <a:cubicBezTo>
                      <a:pt x="2733" y="18464"/>
                      <a:pt x="2555" y="18385"/>
                      <a:pt x="2435" y="18217"/>
                    </a:cubicBezTo>
                    <a:cubicBezTo>
                      <a:pt x="2409" y="18181"/>
                      <a:pt x="2382" y="18136"/>
                      <a:pt x="2378" y="18092"/>
                    </a:cubicBezTo>
                    <a:cubicBezTo>
                      <a:pt x="2355" y="17821"/>
                      <a:pt x="2327" y="17551"/>
                      <a:pt x="2324" y="17279"/>
                    </a:cubicBezTo>
                    <a:cubicBezTo>
                      <a:pt x="2316" y="16415"/>
                      <a:pt x="2327" y="15552"/>
                      <a:pt x="2318" y="14688"/>
                    </a:cubicBezTo>
                    <a:cubicBezTo>
                      <a:pt x="2309" y="13893"/>
                      <a:pt x="2283" y="13097"/>
                      <a:pt x="2265" y="12302"/>
                    </a:cubicBezTo>
                    <a:cubicBezTo>
                      <a:pt x="2265" y="12283"/>
                      <a:pt x="2273" y="12265"/>
                      <a:pt x="2280" y="12227"/>
                    </a:cubicBezTo>
                    <a:cubicBezTo>
                      <a:pt x="2504" y="12400"/>
                      <a:pt x="2688" y="12617"/>
                      <a:pt x="2982" y="12685"/>
                    </a:cubicBezTo>
                    <a:cubicBezTo>
                      <a:pt x="2994" y="12556"/>
                      <a:pt x="2904" y="12511"/>
                      <a:pt x="2829" y="12463"/>
                    </a:cubicBezTo>
                    <a:cubicBezTo>
                      <a:pt x="2514" y="12265"/>
                      <a:pt x="2243" y="12016"/>
                      <a:pt x="2022" y="11721"/>
                    </a:cubicBezTo>
                    <a:cubicBezTo>
                      <a:pt x="1551" y="11093"/>
                      <a:pt x="1156" y="10421"/>
                      <a:pt x="874" y="9685"/>
                    </a:cubicBezTo>
                    <a:cubicBezTo>
                      <a:pt x="768" y="9409"/>
                      <a:pt x="754" y="9114"/>
                      <a:pt x="748" y="8823"/>
                    </a:cubicBezTo>
                    <a:cubicBezTo>
                      <a:pt x="738" y="8312"/>
                      <a:pt x="747" y="7802"/>
                      <a:pt x="739" y="7292"/>
                    </a:cubicBezTo>
                    <a:cubicBezTo>
                      <a:pt x="738" y="7172"/>
                      <a:pt x="715" y="7049"/>
                      <a:pt x="690" y="6931"/>
                    </a:cubicBezTo>
                    <a:cubicBezTo>
                      <a:pt x="619" y="6612"/>
                      <a:pt x="507" y="6299"/>
                      <a:pt x="475" y="5978"/>
                    </a:cubicBezTo>
                    <a:cubicBezTo>
                      <a:pt x="432" y="5534"/>
                      <a:pt x="274" y="5120"/>
                      <a:pt x="190" y="4687"/>
                    </a:cubicBezTo>
                    <a:cubicBezTo>
                      <a:pt x="62" y="4032"/>
                      <a:pt x="308" y="3519"/>
                      <a:pt x="736" y="3058"/>
                    </a:cubicBezTo>
                    <a:cubicBezTo>
                      <a:pt x="777" y="3014"/>
                      <a:pt x="829" y="2977"/>
                      <a:pt x="883" y="2950"/>
                    </a:cubicBezTo>
                    <a:cubicBezTo>
                      <a:pt x="1293" y="2746"/>
                      <a:pt x="1717" y="2590"/>
                      <a:pt x="2175" y="2531"/>
                    </a:cubicBezTo>
                    <a:cubicBezTo>
                      <a:pt x="2209" y="2527"/>
                      <a:pt x="2242" y="2525"/>
                      <a:pt x="2275" y="2525"/>
                    </a:cubicBezTo>
                    <a:close/>
                    <a:moveTo>
                      <a:pt x="6920" y="0"/>
                    </a:moveTo>
                    <a:cubicBezTo>
                      <a:pt x="6852" y="0"/>
                      <a:pt x="6782" y="7"/>
                      <a:pt x="6711" y="20"/>
                    </a:cubicBezTo>
                    <a:cubicBezTo>
                      <a:pt x="6363" y="81"/>
                      <a:pt x="6064" y="228"/>
                      <a:pt x="5827" y="488"/>
                    </a:cubicBezTo>
                    <a:cubicBezTo>
                      <a:pt x="5748" y="574"/>
                      <a:pt x="5671" y="618"/>
                      <a:pt x="5561" y="618"/>
                    </a:cubicBezTo>
                    <a:cubicBezTo>
                      <a:pt x="5539" y="618"/>
                      <a:pt x="5516" y="616"/>
                      <a:pt x="5491" y="612"/>
                    </a:cubicBezTo>
                    <a:cubicBezTo>
                      <a:pt x="5452" y="606"/>
                      <a:pt x="5415" y="603"/>
                      <a:pt x="5378" y="603"/>
                    </a:cubicBezTo>
                    <a:cubicBezTo>
                      <a:pt x="5087" y="603"/>
                      <a:pt x="4852" y="782"/>
                      <a:pt x="4738" y="1071"/>
                    </a:cubicBezTo>
                    <a:cubicBezTo>
                      <a:pt x="4717" y="1125"/>
                      <a:pt x="4685" y="1175"/>
                      <a:pt x="4657" y="1232"/>
                    </a:cubicBezTo>
                    <a:cubicBezTo>
                      <a:pt x="4576" y="1203"/>
                      <a:pt x="4514" y="1170"/>
                      <a:pt x="4450" y="1160"/>
                    </a:cubicBezTo>
                    <a:cubicBezTo>
                      <a:pt x="4325" y="1139"/>
                      <a:pt x="4196" y="1102"/>
                      <a:pt x="4072" y="1102"/>
                    </a:cubicBezTo>
                    <a:cubicBezTo>
                      <a:pt x="4044" y="1102"/>
                      <a:pt x="4016" y="1104"/>
                      <a:pt x="3989" y="1109"/>
                    </a:cubicBezTo>
                    <a:cubicBezTo>
                      <a:pt x="3416" y="1202"/>
                      <a:pt x="2982" y="1496"/>
                      <a:pt x="2753" y="2050"/>
                    </a:cubicBezTo>
                    <a:cubicBezTo>
                      <a:pt x="2700" y="2174"/>
                      <a:pt x="2652" y="2299"/>
                      <a:pt x="2610" y="2405"/>
                    </a:cubicBezTo>
                    <a:cubicBezTo>
                      <a:pt x="2496" y="2405"/>
                      <a:pt x="2391" y="2401"/>
                      <a:pt x="2291" y="2401"/>
                    </a:cubicBezTo>
                    <a:cubicBezTo>
                      <a:pt x="2233" y="2401"/>
                      <a:pt x="2177" y="2402"/>
                      <a:pt x="2121" y="2407"/>
                    </a:cubicBezTo>
                    <a:cubicBezTo>
                      <a:pt x="1629" y="2446"/>
                      <a:pt x="1191" y="2650"/>
                      <a:pt x="759" y="2867"/>
                    </a:cubicBezTo>
                    <a:cubicBezTo>
                      <a:pt x="700" y="2897"/>
                      <a:pt x="646" y="2945"/>
                      <a:pt x="603" y="2996"/>
                    </a:cubicBezTo>
                    <a:cubicBezTo>
                      <a:pt x="341" y="3291"/>
                      <a:pt x="140" y="3622"/>
                      <a:pt x="55" y="4008"/>
                    </a:cubicBezTo>
                    <a:cubicBezTo>
                      <a:pt x="19" y="4164"/>
                      <a:pt x="1" y="4335"/>
                      <a:pt x="25" y="4491"/>
                    </a:cubicBezTo>
                    <a:cubicBezTo>
                      <a:pt x="70" y="4786"/>
                      <a:pt x="152" y="5075"/>
                      <a:pt x="215" y="5367"/>
                    </a:cubicBezTo>
                    <a:cubicBezTo>
                      <a:pt x="251" y="5525"/>
                      <a:pt x="283" y="5684"/>
                      <a:pt x="316" y="5844"/>
                    </a:cubicBezTo>
                    <a:cubicBezTo>
                      <a:pt x="344" y="5984"/>
                      <a:pt x="370" y="6123"/>
                      <a:pt x="403" y="6261"/>
                    </a:cubicBezTo>
                    <a:cubicBezTo>
                      <a:pt x="490" y="6645"/>
                      <a:pt x="612" y="7021"/>
                      <a:pt x="610" y="7421"/>
                    </a:cubicBezTo>
                    <a:cubicBezTo>
                      <a:pt x="609" y="7943"/>
                      <a:pt x="610" y="8468"/>
                      <a:pt x="625" y="8991"/>
                    </a:cubicBezTo>
                    <a:cubicBezTo>
                      <a:pt x="637" y="9396"/>
                      <a:pt x="726" y="9786"/>
                      <a:pt x="915" y="10149"/>
                    </a:cubicBezTo>
                    <a:cubicBezTo>
                      <a:pt x="1048" y="10409"/>
                      <a:pt x="1185" y="10667"/>
                      <a:pt x="1329" y="10920"/>
                    </a:cubicBezTo>
                    <a:cubicBezTo>
                      <a:pt x="1536" y="11286"/>
                      <a:pt x="1758" y="11645"/>
                      <a:pt x="2041" y="11960"/>
                    </a:cubicBezTo>
                    <a:cubicBezTo>
                      <a:pt x="2086" y="12010"/>
                      <a:pt x="2119" y="12089"/>
                      <a:pt x="2122" y="12157"/>
                    </a:cubicBezTo>
                    <a:cubicBezTo>
                      <a:pt x="2140" y="12442"/>
                      <a:pt x="2154" y="12728"/>
                      <a:pt x="2156" y="13013"/>
                    </a:cubicBezTo>
                    <a:cubicBezTo>
                      <a:pt x="2162" y="14088"/>
                      <a:pt x="2160" y="15162"/>
                      <a:pt x="2168" y="16236"/>
                    </a:cubicBezTo>
                    <a:cubicBezTo>
                      <a:pt x="2174" y="16868"/>
                      <a:pt x="2154" y="17501"/>
                      <a:pt x="2237" y="18130"/>
                    </a:cubicBezTo>
                    <a:cubicBezTo>
                      <a:pt x="2244" y="18188"/>
                      <a:pt x="2247" y="18263"/>
                      <a:pt x="2283" y="18299"/>
                    </a:cubicBezTo>
                    <a:cubicBezTo>
                      <a:pt x="2435" y="18443"/>
                      <a:pt x="2583" y="18598"/>
                      <a:pt x="2795" y="18655"/>
                    </a:cubicBezTo>
                    <a:cubicBezTo>
                      <a:pt x="3011" y="18713"/>
                      <a:pt x="3225" y="18782"/>
                      <a:pt x="3446" y="18815"/>
                    </a:cubicBezTo>
                    <a:cubicBezTo>
                      <a:pt x="3794" y="18868"/>
                      <a:pt x="4147" y="18913"/>
                      <a:pt x="4499" y="18928"/>
                    </a:cubicBezTo>
                    <a:cubicBezTo>
                      <a:pt x="4702" y="18936"/>
                      <a:pt x="4905" y="18945"/>
                      <a:pt x="5108" y="18945"/>
                    </a:cubicBezTo>
                    <a:cubicBezTo>
                      <a:pt x="5307" y="18945"/>
                      <a:pt x="5505" y="18936"/>
                      <a:pt x="5700" y="18907"/>
                    </a:cubicBezTo>
                    <a:cubicBezTo>
                      <a:pt x="6337" y="18812"/>
                      <a:pt x="6966" y="18665"/>
                      <a:pt x="7595" y="18521"/>
                    </a:cubicBezTo>
                    <a:cubicBezTo>
                      <a:pt x="7805" y="18473"/>
                      <a:pt x="8001" y="18370"/>
                      <a:pt x="8199" y="18280"/>
                    </a:cubicBezTo>
                    <a:cubicBezTo>
                      <a:pt x="8300" y="18233"/>
                      <a:pt x="8379" y="18154"/>
                      <a:pt x="8382" y="18031"/>
                    </a:cubicBezTo>
                    <a:cubicBezTo>
                      <a:pt x="8388" y="17657"/>
                      <a:pt x="8396" y="17284"/>
                      <a:pt x="8393" y="16910"/>
                    </a:cubicBezTo>
                    <a:cubicBezTo>
                      <a:pt x="8390" y="16502"/>
                      <a:pt x="8360" y="16094"/>
                      <a:pt x="8366" y="15687"/>
                    </a:cubicBezTo>
                    <a:cubicBezTo>
                      <a:pt x="8378" y="14722"/>
                      <a:pt x="8417" y="13756"/>
                      <a:pt x="8414" y="12791"/>
                    </a:cubicBezTo>
                    <a:cubicBezTo>
                      <a:pt x="8414" y="12514"/>
                      <a:pt x="8454" y="12319"/>
                      <a:pt x="8733" y="12224"/>
                    </a:cubicBezTo>
                    <a:cubicBezTo>
                      <a:pt x="8771" y="12212"/>
                      <a:pt x="8804" y="12185"/>
                      <a:pt x="8838" y="12161"/>
                    </a:cubicBezTo>
                    <a:cubicBezTo>
                      <a:pt x="9176" y="11928"/>
                      <a:pt x="9503" y="11675"/>
                      <a:pt x="9689" y="11301"/>
                    </a:cubicBezTo>
                    <a:cubicBezTo>
                      <a:pt x="9886" y="10908"/>
                      <a:pt x="10076" y="10505"/>
                      <a:pt x="10208" y="10086"/>
                    </a:cubicBezTo>
                    <a:cubicBezTo>
                      <a:pt x="10394" y="9490"/>
                      <a:pt x="10634" y="8926"/>
                      <a:pt x="10981" y="8408"/>
                    </a:cubicBezTo>
                    <a:cubicBezTo>
                      <a:pt x="10996" y="8386"/>
                      <a:pt x="11011" y="8363"/>
                      <a:pt x="11023" y="8338"/>
                    </a:cubicBezTo>
                    <a:cubicBezTo>
                      <a:pt x="11077" y="8222"/>
                      <a:pt x="11146" y="8108"/>
                      <a:pt x="11181" y="7985"/>
                    </a:cubicBezTo>
                    <a:cubicBezTo>
                      <a:pt x="11347" y="7390"/>
                      <a:pt x="11485" y="6788"/>
                      <a:pt x="11442" y="6159"/>
                    </a:cubicBezTo>
                    <a:cubicBezTo>
                      <a:pt x="11400" y="5526"/>
                      <a:pt x="11179" y="4969"/>
                      <a:pt x="10745" y="4503"/>
                    </a:cubicBezTo>
                    <a:lnTo>
                      <a:pt x="10745" y="4501"/>
                    </a:lnTo>
                    <a:cubicBezTo>
                      <a:pt x="10612" y="4357"/>
                      <a:pt x="10477" y="4213"/>
                      <a:pt x="10340" y="4071"/>
                    </a:cubicBezTo>
                    <a:cubicBezTo>
                      <a:pt x="10292" y="4020"/>
                      <a:pt x="10261" y="3972"/>
                      <a:pt x="10271" y="3892"/>
                    </a:cubicBezTo>
                    <a:cubicBezTo>
                      <a:pt x="10307" y="3622"/>
                      <a:pt x="10340" y="3352"/>
                      <a:pt x="10354" y="3080"/>
                    </a:cubicBezTo>
                    <a:cubicBezTo>
                      <a:pt x="10394" y="2245"/>
                      <a:pt x="10310" y="1439"/>
                      <a:pt x="9770" y="741"/>
                    </a:cubicBezTo>
                    <a:cubicBezTo>
                      <a:pt x="9635" y="566"/>
                      <a:pt x="9485" y="435"/>
                      <a:pt x="9295" y="341"/>
                    </a:cubicBezTo>
                    <a:cubicBezTo>
                      <a:pt x="9059" y="227"/>
                      <a:pt x="8807" y="179"/>
                      <a:pt x="8546" y="162"/>
                    </a:cubicBezTo>
                    <a:cubicBezTo>
                      <a:pt x="8525" y="161"/>
                      <a:pt x="8505" y="160"/>
                      <a:pt x="8485" y="160"/>
                    </a:cubicBezTo>
                    <a:cubicBezTo>
                      <a:pt x="8303" y="160"/>
                      <a:pt x="8140" y="211"/>
                      <a:pt x="8001" y="339"/>
                    </a:cubicBezTo>
                    <a:cubicBezTo>
                      <a:pt x="7962" y="377"/>
                      <a:pt x="7913" y="401"/>
                      <a:pt x="7874" y="429"/>
                    </a:cubicBezTo>
                    <a:cubicBezTo>
                      <a:pt x="7698" y="320"/>
                      <a:pt x="7532" y="213"/>
                      <a:pt x="7361" y="116"/>
                    </a:cubicBezTo>
                    <a:cubicBezTo>
                      <a:pt x="7220" y="35"/>
                      <a:pt x="7074" y="0"/>
                      <a:pt x="69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389;p37">
                <a:extLst>
                  <a:ext uri="{FF2B5EF4-FFF2-40B4-BE49-F238E27FC236}">
                    <a16:creationId xmlns:a16="http://schemas.microsoft.com/office/drawing/2014/main" id="{190CF2B0-BDBA-CA63-0E8A-499C0022B3C1}"/>
                  </a:ext>
                </a:extLst>
              </p:cNvPr>
              <p:cNvSpPr/>
              <p:nvPr/>
            </p:nvSpPr>
            <p:spPr>
              <a:xfrm>
                <a:off x="2747050" y="1944750"/>
                <a:ext cx="7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16" h="137" extrusionOk="0">
                    <a:moveTo>
                      <a:pt x="189" y="1"/>
                    </a:moveTo>
                    <a:cubicBezTo>
                      <a:pt x="111" y="1"/>
                      <a:pt x="48" y="24"/>
                      <a:pt x="1" y="70"/>
                    </a:cubicBezTo>
                    <a:cubicBezTo>
                      <a:pt x="61" y="114"/>
                      <a:pt x="105" y="137"/>
                      <a:pt x="147" y="137"/>
                    </a:cubicBezTo>
                    <a:cubicBezTo>
                      <a:pt x="200" y="137"/>
                      <a:pt x="248" y="99"/>
                      <a:pt x="316" y="18"/>
                    </a:cubicBezTo>
                    <a:cubicBezTo>
                      <a:pt x="270" y="6"/>
                      <a:pt x="228" y="1"/>
                      <a:pt x="1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SL Workshop to Celebrate International Day of Sign Languages by Slidesgo">
  <a:themeElements>
    <a:clrScheme name="Simple Light">
      <a:dk1>
        <a:srgbClr val="FFFFFF"/>
      </a:dk1>
      <a:lt1>
        <a:srgbClr val="D12E2E"/>
      </a:lt1>
      <a:dk2>
        <a:srgbClr val="FFC038"/>
      </a:dk2>
      <a:lt2>
        <a:srgbClr val="9FDBD1"/>
      </a:lt2>
      <a:accent1>
        <a:srgbClr val="121259"/>
      </a:accent1>
      <a:accent2>
        <a:srgbClr val="00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212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883</Words>
  <Application>Microsoft Office PowerPoint</Application>
  <PresentationFormat>On-screen Show (16:9)</PresentationFormat>
  <Paragraphs>227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3" baseType="lpstr">
      <vt:lpstr>Albert Sans</vt:lpstr>
      <vt:lpstr>Albert Sans Medium</vt:lpstr>
      <vt:lpstr>Adobe Gothic Std B</vt:lpstr>
      <vt:lpstr>MS Reference Sans Serif</vt:lpstr>
      <vt:lpstr>Times New Roman</vt:lpstr>
      <vt:lpstr>Microsoft New Tai Lue</vt:lpstr>
      <vt:lpstr>Lucida Console</vt:lpstr>
      <vt:lpstr>Albert Sans SemiBold</vt:lpstr>
      <vt:lpstr>Calibri</vt:lpstr>
      <vt:lpstr>Arial</vt:lpstr>
      <vt:lpstr>Bahnschrift Condensed</vt:lpstr>
      <vt:lpstr>Arial Rounded MT Bold</vt:lpstr>
      <vt:lpstr>Adobe Fan Heiti Std B</vt:lpstr>
      <vt:lpstr>Bebas Neue</vt:lpstr>
      <vt:lpstr>Patrick Hand</vt:lpstr>
      <vt:lpstr>Bahnschrift SemiBold Condensed</vt:lpstr>
      <vt:lpstr>MV Boli</vt:lpstr>
      <vt:lpstr>ASL Workshop to Celebrate International Day of Sign Languages by Slidesgo</vt:lpstr>
      <vt:lpstr>Hand Gesture Recognition System Enabling Real-Time Interaction Through Hand Movements</vt:lpstr>
      <vt:lpstr>PowerPoint Presentation</vt:lpstr>
      <vt:lpstr>01.</vt:lpstr>
      <vt:lpstr>Introduction &amp; Objectives</vt:lpstr>
      <vt:lpstr>INTRODUCTION</vt:lpstr>
      <vt:lpstr>Objectives : </vt:lpstr>
      <vt:lpstr>Data &amp; Model Overview</vt:lpstr>
      <vt:lpstr>SEQUENCE</vt:lpstr>
      <vt:lpstr>PowerPoint Presentation</vt:lpstr>
      <vt:lpstr>Model Selection</vt:lpstr>
      <vt:lpstr>Model Architecture </vt:lpstr>
      <vt:lpstr>Confusion matrix to show correct and incorrect predictions </vt:lpstr>
      <vt:lpstr>Real-Time Demo &amp; Applications</vt:lpstr>
      <vt:lpstr>Real-Time Demo &amp; Applications</vt:lpstr>
      <vt:lpstr>Video </vt:lpstr>
      <vt:lpstr>ML FLOW WORKFLOW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Challenges, Future Improvements &amp; Conclusion</vt:lpstr>
      <vt:lpstr>Challenges</vt:lpstr>
      <vt:lpstr>Future Improvements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 Gesture Recognition System Enabling Real-Time Interaction Through Hand Movements</dc:title>
  <cp:lastModifiedBy>admin2</cp:lastModifiedBy>
  <cp:revision>21</cp:revision>
  <dcterms:modified xsi:type="dcterms:W3CDTF">2025-12-11T03:47:18Z</dcterms:modified>
</cp:coreProperties>
</file>